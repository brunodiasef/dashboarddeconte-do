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Noto Sans Symbols" panose="020B0604020202020204" charset="0"/>
      <p:regular r:id="rId16"/>
      <p:bold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000000"/>
          </p15:clr>
        </p15:guide>
        <p15:guide id="2" pos="385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aRJFTysYgtdPM//KgsLHUdhM9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323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bd8e987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2dbd8e987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2dbd8e9874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21" descr="C:\Users\diego\OneDrive\Imagens\Vetor\_site_imagens_2020\png\EDFISICA-SPLASH.png">
            <a:extLst>
              <a:ext uri="{FF2B5EF4-FFF2-40B4-BE49-F238E27FC236}">
                <a16:creationId xmlns:a16="http://schemas.microsoft.com/office/drawing/2014/main" id="{C4570913-1B5E-CBBC-BC86-D77EC9AEF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63662" cy="124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5" descr="C:\Users\diego\OneDrive\Imagens\Vetor\_site_imagens_2020\png\Logo-site-2017.png">
            <a:extLst>
              <a:ext uri="{FF2B5EF4-FFF2-40B4-BE49-F238E27FC236}">
                <a16:creationId xmlns:a16="http://schemas.microsoft.com/office/drawing/2014/main" id="{813D93E4-3D69-8D2E-660A-01A21D562C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64" y="4623039"/>
            <a:ext cx="492739" cy="38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561;p36">
            <a:extLst>
              <a:ext uri="{FF2B5EF4-FFF2-40B4-BE49-F238E27FC236}">
                <a16:creationId xmlns:a16="http://schemas.microsoft.com/office/drawing/2014/main" id="{776E0C1D-AA21-42A5-9339-C801D98F0F95}"/>
              </a:ext>
            </a:extLst>
          </p:cNvPr>
          <p:cNvGrpSpPr/>
          <p:nvPr/>
        </p:nvGrpSpPr>
        <p:grpSpPr>
          <a:xfrm>
            <a:off x="7795572" y="-899338"/>
            <a:ext cx="1096778" cy="1899756"/>
            <a:chOff x="5086189" y="571500"/>
            <a:chExt cx="798644" cy="1383351"/>
          </a:xfrm>
        </p:grpSpPr>
        <p:sp>
          <p:nvSpPr>
            <p:cNvPr id="5" name="Google Shape;562;p36">
              <a:extLst>
                <a:ext uri="{FF2B5EF4-FFF2-40B4-BE49-F238E27FC236}">
                  <a16:creationId xmlns:a16="http://schemas.microsoft.com/office/drawing/2014/main" id="{72C84A17-4BB3-2779-D3A4-5CE4073FCA7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3;p36">
              <a:extLst>
                <a:ext uri="{FF2B5EF4-FFF2-40B4-BE49-F238E27FC236}">
                  <a16:creationId xmlns:a16="http://schemas.microsoft.com/office/drawing/2014/main" id="{F06C6189-D374-8B7B-ADF6-7954FD94F775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4;p36">
              <a:extLst>
                <a:ext uri="{FF2B5EF4-FFF2-40B4-BE49-F238E27FC236}">
                  <a16:creationId xmlns:a16="http://schemas.microsoft.com/office/drawing/2014/main" id="{03E2E3A5-97DB-A5EB-8005-95C123D7645E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5;p36">
              <a:extLst>
                <a:ext uri="{FF2B5EF4-FFF2-40B4-BE49-F238E27FC236}">
                  <a16:creationId xmlns:a16="http://schemas.microsoft.com/office/drawing/2014/main" id="{DF7E75DC-2042-2780-9F2B-3972C23ACDC5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66;p36">
            <a:extLst>
              <a:ext uri="{FF2B5EF4-FFF2-40B4-BE49-F238E27FC236}">
                <a16:creationId xmlns:a16="http://schemas.microsoft.com/office/drawing/2014/main" id="{84B439A9-FE36-BA39-02ED-AB2D3320ABCE}"/>
              </a:ext>
            </a:extLst>
          </p:cNvPr>
          <p:cNvSpPr/>
          <p:nvPr/>
        </p:nvSpPr>
        <p:spPr>
          <a:xfrm flipH="1">
            <a:off x="8139877" y="2531776"/>
            <a:ext cx="442488" cy="1948764"/>
          </a:xfrm>
          <a:custGeom>
            <a:avLst/>
            <a:gdLst/>
            <a:ahLst/>
            <a:cxnLst/>
            <a:rect l="l" t="t" r="r" b="b"/>
            <a:pathLst>
              <a:path w="13704" h="63549" extrusionOk="0">
                <a:moveTo>
                  <a:pt x="13009" y="6902"/>
                </a:moveTo>
                <a:lnTo>
                  <a:pt x="13009" y="12065"/>
                </a:lnTo>
                <a:lnTo>
                  <a:pt x="695" y="12065"/>
                </a:lnTo>
                <a:lnTo>
                  <a:pt x="695" y="6902"/>
                </a:lnTo>
                <a:close/>
                <a:moveTo>
                  <a:pt x="13009" y="12766"/>
                </a:moveTo>
                <a:lnTo>
                  <a:pt x="13009" y="17928"/>
                </a:lnTo>
                <a:lnTo>
                  <a:pt x="695" y="17928"/>
                </a:lnTo>
                <a:lnTo>
                  <a:pt x="695" y="12766"/>
                </a:lnTo>
                <a:close/>
                <a:moveTo>
                  <a:pt x="13009" y="18629"/>
                </a:moveTo>
                <a:lnTo>
                  <a:pt x="13009" y="23792"/>
                </a:lnTo>
                <a:lnTo>
                  <a:pt x="695" y="23792"/>
                </a:lnTo>
                <a:lnTo>
                  <a:pt x="695" y="18629"/>
                </a:lnTo>
                <a:close/>
                <a:moveTo>
                  <a:pt x="13009" y="24493"/>
                </a:moveTo>
                <a:lnTo>
                  <a:pt x="13009" y="29655"/>
                </a:lnTo>
                <a:lnTo>
                  <a:pt x="695" y="29655"/>
                </a:lnTo>
                <a:lnTo>
                  <a:pt x="695" y="24493"/>
                </a:lnTo>
                <a:close/>
                <a:moveTo>
                  <a:pt x="13009" y="30356"/>
                </a:moveTo>
                <a:lnTo>
                  <a:pt x="13009" y="35525"/>
                </a:lnTo>
                <a:lnTo>
                  <a:pt x="695" y="35525"/>
                </a:lnTo>
                <a:lnTo>
                  <a:pt x="695" y="30356"/>
                </a:lnTo>
                <a:close/>
                <a:moveTo>
                  <a:pt x="13009" y="36220"/>
                </a:moveTo>
                <a:lnTo>
                  <a:pt x="13009" y="41389"/>
                </a:lnTo>
                <a:lnTo>
                  <a:pt x="695" y="41389"/>
                </a:lnTo>
                <a:lnTo>
                  <a:pt x="695" y="36220"/>
                </a:lnTo>
                <a:close/>
                <a:moveTo>
                  <a:pt x="13009" y="42083"/>
                </a:moveTo>
                <a:lnTo>
                  <a:pt x="13009" y="47252"/>
                </a:lnTo>
                <a:lnTo>
                  <a:pt x="695" y="47252"/>
                </a:lnTo>
                <a:lnTo>
                  <a:pt x="695" y="42083"/>
                </a:lnTo>
                <a:close/>
                <a:moveTo>
                  <a:pt x="13009" y="47947"/>
                </a:moveTo>
                <a:lnTo>
                  <a:pt x="13009" y="53116"/>
                </a:lnTo>
                <a:lnTo>
                  <a:pt x="695" y="53116"/>
                </a:lnTo>
                <a:lnTo>
                  <a:pt x="695" y="47947"/>
                </a:lnTo>
                <a:close/>
                <a:moveTo>
                  <a:pt x="345" y="0"/>
                </a:moveTo>
                <a:cubicBezTo>
                  <a:pt x="153" y="0"/>
                  <a:pt x="1" y="159"/>
                  <a:pt x="1" y="351"/>
                </a:cubicBezTo>
                <a:lnTo>
                  <a:pt x="1" y="63205"/>
                </a:lnTo>
                <a:cubicBezTo>
                  <a:pt x="1" y="63396"/>
                  <a:pt x="153" y="63549"/>
                  <a:pt x="345" y="63549"/>
                </a:cubicBezTo>
                <a:cubicBezTo>
                  <a:pt x="536" y="63549"/>
                  <a:pt x="695" y="63396"/>
                  <a:pt x="695" y="63205"/>
                </a:cubicBezTo>
                <a:lnTo>
                  <a:pt x="695" y="53810"/>
                </a:lnTo>
                <a:lnTo>
                  <a:pt x="13009" y="53810"/>
                </a:lnTo>
                <a:lnTo>
                  <a:pt x="13009" y="63205"/>
                </a:lnTo>
                <a:cubicBezTo>
                  <a:pt x="13009" y="63396"/>
                  <a:pt x="13162" y="63549"/>
                  <a:pt x="13353" y="63549"/>
                </a:cubicBezTo>
                <a:cubicBezTo>
                  <a:pt x="13544" y="63549"/>
                  <a:pt x="13703" y="63396"/>
                  <a:pt x="13703" y="63205"/>
                </a:cubicBezTo>
                <a:lnTo>
                  <a:pt x="13703" y="351"/>
                </a:lnTo>
                <a:cubicBezTo>
                  <a:pt x="13703" y="159"/>
                  <a:pt x="13544" y="0"/>
                  <a:pt x="13353" y="0"/>
                </a:cubicBezTo>
                <a:cubicBezTo>
                  <a:pt x="13162" y="0"/>
                  <a:pt x="13009" y="159"/>
                  <a:pt x="13009" y="351"/>
                </a:cubicBezTo>
                <a:lnTo>
                  <a:pt x="13009" y="6201"/>
                </a:lnTo>
                <a:lnTo>
                  <a:pt x="695" y="6201"/>
                </a:lnTo>
                <a:lnTo>
                  <a:pt x="695" y="351"/>
                </a:lnTo>
                <a:cubicBezTo>
                  <a:pt x="695" y="159"/>
                  <a:pt x="536" y="0"/>
                  <a:pt x="3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67;p36">
            <a:extLst>
              <a:ext uri="{FF2B5EF4-FFF2-40B4-BE49-F238E27FC236}">
                <a16:creationId xmlns:a16="http://schemas.microsoft.com/office/drawing/2014/main" id="{90F22D8E-2834-3D96-980A-4AAF2FE1BDCA}"/>
              </a:ext>
            </a:extLst>
          </p:cNvPr>
          <p:cNvGrpSpPr/>
          <p:nvPr/>
        </p:nvGrpSpPr>
        <p:grpSpPr>
          <a:xfrm>
            <a:off x="995778" y="4480540"/>
            <a:ext cx="542654" cy="539139"/>
            <a:chOff x="1191959" y="3692252"/>
            <a:chExt cx="542654" cy="539139"/>
          </a:xfrm>
        </p:grpSpPr>
        <p:sp>
          <p:nvSpPr>
            <p:cNvPr id="11" name="Google Shape;568;p36">
              <a:extLst>
                <a:ext uri="{FF2B5EF4-FFF2-40B4-BE49-F238E27FC236}">
                  <a16:creationId xmlns:a16="http://schemas.microsoft.com/office/drawing/2014/main" id="{4E7927D0-B3F4-57A5-16DF-F5D1AD02F31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9;p36">
              <a:extLst>
                <a:ext uri="{FF2B5EF4-FFF2-40B4-BE49-F238E27FC236}">
                  <a16:creationId xmlns:a16="http://schemas.microsoft.com/office/drawing/2014/main" id="{34ED8DA4-BC8F-231F-DB43-04BED1A6F42B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0;p36">
              <a:extLst>
                <a:ext uri="{FF2B5EF4-FFF2-40B4-BE49-F238E27FC236}">
                  <a16:creationId xmlns:a16="http://schemas.microsoft.com/office/drawing/2014/main" id="{5FC236F2-B9F1-1852-CF49-26BF607DDA49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1;p36">
              <a:extLst>
                <a:ext uri="{FF2B5EF4-FFF2-40B4-BE49-F238E27FC236}">
                  <a16:creationId xmlns:a16="http://schemas.microsoft.com/office/drawing/2014/main" id="{020787D9-24AB-BBFD-5EAD-A8A334C61B48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572;p36">
            <a:extLst>
              <a:ext uri="{FF2B5EF4-FFF2-40B4-BE49-F238E27FC236}">
                <a16:creationId xmlns:a16="http://schemas.microsoft.com/office/drawing/2014/main" id="{22E9426F-F92E-0E63-8575-6DA0FAA6D5A6}"/>
              </a:ext>
            </a:extLst>
          </p:cNvPr>
          <p:cNvGrpSpPr/>
          <p:nvPr/>
        </p:nvGrpSpPr>
        <p:grpSpPr>
          <a:xfrm>
            <a:off x="1425651" y="4642972"/>
            <a:ext cx="416516" cy="376726"/>
            <a:chOff x="1642882" y="3855859"/>
            <a:chExt cx="416516" cy="376726"/>
          </a:xfrm>
        </p:grpSpPr>
        <p:sp>
          <p:nvSpPr>
            <p:cNvPr id="16" name="Google Shape;573;p36">
              <a:extLst>
                <a:ext uri="{FF2B5EF4-FFF2-40B4-BE49-F238E27FC236}">
                  <a16:creationId xmlns:a16="http://schemas.microsoft.com/office/drawing/2014/main" id="{61855F2D-D826-9592-BE37-03E73A28B008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4;p36">
              <a:extLst>
                <a:ext uri="{FF2B5EF4-FFF2-40B4-BE49-F238E27FC236}">
                  <a16:creationId xmlns:a16="http://schemas.microsoft.com/office/drawing/2014/main" id="{50975B70-73D3-E773-25A5-EE9B7DA9A857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575;p36">
            <a:extLst>
              <a:ext uri="{FF2B5EF4-FFF2-40B4-BE49-F238E27FC236}">
                <a16:creationId xmlns:a16="http://schemas.microsoft.com/office/drawing/2014/main" id="{D67C9052-48AD-7A6E-D8BF-5A36BF1DD06E}"/>
              </a:ext>
            </a:extLst>
          </p:cNvPr>
          <p:cNvGrpSpPr/>
          <p:nvPr/>
        </p:nvGrpSpPr>
        <p:grpSpPr>
          <a:xfrm>
            <a:off x="60739" y="3637052"/>
            <a:ext cx="610098" cy="1374254"/>
            <a:chOff x="934319" y="1114520"/>
            <a:chExt cx="1383156" cy="3115578"/>
          </a:xfrm>
        </p:grpSpPr>
        <p:sp>
          <p:nvSpPr>
            <p:cNvPr id="19" name="Google Shape;576;p36">
              <a:extLst>
                <a:ext uri="{FF2B5EF4-FFF2-40B4-BE49-F238E27FC236}">
                  <a16:creationId xmlns:a16="http://schemas.microsoft.com/office/drawing/2014/main" id="{7537C203-4D35-54B2-E168-7B22F090A8A2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7;p36">
              <a:extLst>
                <a:ext uri="{FF2B5EF4-FFF2-40B4-BE49-F238E27FC236}">
                  <a16:creationId xmlns:a16="http://schemas.microsoft.com/office/drawing/2014/main" id="{16FEE234-C39D-5F7E-CD50-795440DAEFE9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8;p36">
              <a:extLst>
                <a:ext uri="{FF2B5EF4-FFF2-40B4-BE49-F238E27FC236}">
                  <a16:creationId xmlns:a16="http://schemas.microsoft.com/office/drawing/2014/main" id="{798C5CDF-1F8C-32A9-80F2-7D3CE877DA5A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9;p36">
              <a:extLst>
                <a:ext uri="{FF2B5EF4-FFF2-40B4-BE49-F238E27FC236}">
                  <a16:creationId xmlns:a16="http://schemas.microsoft.com/office/drawing/2014/main" id="{837BD385-5028-8093-DAC9-7E8B9A023A61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0;p36">
              <a:extLst>
                <a:ext uri="{FF2B5EF4-FFF2-40B4-BE49-F238E27FC236}">
                  <a16:creationId xmlns:a16="http://schemas.microsoft.com/office/drawing/2014/main" id="{29CC324F-AD2E-F524-4819-62A46864A37C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1;p36">
              <a:extLst>
                <a:ext uri="{FF2B5EF4-FFF2-40B4-BE49-F238E27FC236}">
                  <a16:creationId xmlns:a16="http://schemas.microsoft.com/office/drawing/2014/main" id="{D1971ED1-D443-683E-AAD4-CD715F62A974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2;p36">
              <a:extLst>
                <a:ext uri="{FF2B5EF4-FFF2-40B4-BE49-F238E27FC236}">
                  <a16:creationId xmlns:a16="http://schemas.microsoft.com/office/drawing/2014/main" id="{2F710763-C0E7-4147-8264-7CB3494E3568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3;p36">
              <a:extLst>
                <a:ext uri="{FF2B5EF4-FFF2-40B4-BE49-F238E27FC236}">
                  <a16:creationId xmlns:a16="http://schemas.microsoft.com/office/drawing/2014/main" id="{4D5DA419-942C-1C57-A0E4-B4297D52113C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4;p36">
              <a:extLst>
                <a:ext uri="{FF2B5EF4-FFF2-40B4-BE49-F238E27FC236}">
                  <a16:creationId xmlns:a16="http://schemas.microsoft.com/office/drawing/2014/main" id="{C68EB5D7-F050-5FAC-BC31-1C24002C29BB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85;p36">
              <a:extLst>
                <a:ext uri="{FF2B5EF4-FFF2-40B4-BE49-F238E27FC236}">
                  <a16:creationId xmlns:a16="http://schemas.microsoft.com/office/drawing/2014/main" id="{9F91826B-B579-D8FC-BD43-4745C3742D8B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86;p36">
              <a:extLst>
                <a:ext uri="{FF2B5EF4-FFF2-40B4-BE49-F238E27FC236}">
                  <a16:creationId xmlns:a16="http://schemas.microsoft.com/office/drawing/2014/main" id="{DB03AE1C-BD40-9F36-FD0E-6997ED0220FC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87;p36">
              <a:extLst>
                <a:ext uri="{FF2B5EF4-FFF2-40B4-BE49-F238E27FC236}">
                  <a16:creationId xmlns:a16="http://schemas.microsoft.com/office/drawing/2014/main" id="{0F04459B-5D3D-0E90-3376-669C21FAF4E1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88;p36">
              <a:extLst>
                <a:ext uri="{FF2B5EF4-FFF2-40B4-BE49-F238E27FC236}">
                  <a16:creationId xmlns:a16="http://schemas.microsoft.com/office/drawing/2014/main" id="{89BF8F7B-0D4B-C3C7-53E6-9E4D4EA5960A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9;p36">
              <a:extLst>
                <a:ext uri="{FF2B5EF4-FFF2-40B4-BE49-F238E27FC236}">
                  <a16:creationId xmlns:a16="http://schemas.microsoft.com/office/drawing/2014/main" id="{26D22AB8-3AAD-C06E-951B-37033ACEB093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0;p36">
              <a:extLst>
                <a:ext uri="{FF2B5EF4-FFF2-40B4-BE49-F238E27FC236}">
                  <a16:creationId xmlns:a16="http://schemas.microsoft.com/office/drawing/2014/main" id="{986FD505-863C-7709-F9B6-2A49EA18D29E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91;p36">
              <a:extLst>
                <a:ext uri="{FF2B5EF4-FFF2-40B4-BE49-F238E27FC236}">
                  <a16:creationId xmlns:a16="http://schemas.microsoft.com/office/drawing/2014/main" id="{EB584269-67E6-5E90-4FFF-EEEB4662D140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92;p36">
              <a:extLst>
                <a:ext uri="{FF2B5EF4-FFF2-40B4-BE49-F238E27FC236}">
                  <a16:creationId xmlns:a16="http://schemas.microsoft.com/office/drawing/2014/main" id="{1248B430-8E1A-EFB1-24DB-067D784BBE45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93;p36">
              <a:extLst>
                <a:ext uri="{FF2B5EF4-FFF2-40B4-BE49-F238E27FC236}">
                  <a16:creationId xmlns:a16="http://schemas.microsoft.com/office/drawing/2014/main" id="{EE144B58-9EDB-5D8E-8ED9-4A3B4AFAEE29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94;p36">
              <a:extLst>
                <a:ext uri="{FF2B5EF4-FFF2-40B4-BE49-F238E27FC236}">
                  <a16:creationId xmlns:a16="http://schemas.microsoft.com/office/drawing/2014/main" id="{AA2E5759-C020-B5D9-BC22-B57F1EAB55B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95;p36">
              <a:extLst>
                <a:ext uri="{FF2B5EF4-FFF2-40B4-BE49-F238E27FC236}">
                  <a16:creationId xmlns:a16="http://schemas.microsoft.com/office/drawing/2014/main" id="{F61F9E87-B3B1-AC83-C6EF-51FD304EF07B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6;p36">
              <a:extLst>
                <a:ext uri="{FF2B5EF4-FFF2-40B4-BE49-F238E27FC236}">
                  <a16:creationId xmlns:a16="http://schemas.microsoft.com/office/drawing/2014/main" id="{7E2014C0-3407-9225-4F19-14F38995557E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7;p36">
              <a:extLst>
                <a:ext uri="{FF2B5EF4-FFF2-40B4-BE49-F238E27FC236}">
                  <a16:creationId xmlns:a16="http://schemas.microsoft.com/office/drawing/2014/main" id="{CC339FA9-6351-AE97-E358-7CD6274FED10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98;p36">
              <a:extLst>
                <a:ext uri="{FF2B5EF4-FFF2-40B4-BE49-F238E27FC236}">
                  <a16:creationId xmlns:a16="http://schemas.microsoft.com/office/drawing/2014/main" id="{3AD47849-9F7C-3390-E58A-A840654B805E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99;p36">
              <a:extLst>
                <a:ext uri="{FF2B5EF4-FFF2-40B4-BE49-F238E27FC236}">
                  <a16:creationId xmlns:a16="http://schemas.microsoft.com/office/drawing/2014/main" id="{D7BF20FC-04D2-A8DE-260B-A35F4732A852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00;p36">
              <a:extLst>
                <a:ext uri="{FF2B5EF4-FFF2-40B4-BE49-F238E27FC236}">
                  <a16:creationId xmlns:a16="http://schemas.microsoft.com/office/drawing/2014/main" id="{49853B9C-92D6-FDB7-C9B1-BCE93E996C2C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01;p36">
              <a:extLst>
                <a:ext uri="{FF2B5EF4-FFF2-40B4-BE49-F238E27FC236}">
                  <a16:creationId xmlns:a16="http://schemas.microsoft.com/office/drawing/2014/main" id="{05E261D2-C194-6E33-A4AB-182CDCFD45CD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02;p36">
              <a:extLst>
                <a:ext uri="{FF2B5EF4-FFF2-40B4-BE49-F238E27FC236}">
                  <a16:creationId xmlns:a16="http://schemas.microsoft.com/office/drawing/2014/main" id="{B28BD0D0-FC4A-58FC-8ADE-BF2A1CEE04E4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03;p36">
              <a:extLst>
                <a:ext uri="{FF2B5EF4-FFF2-40B4-BE49-F238E27FC236}">
                  <a16:creationId xmlns:a16="http://schemas.microsoft.com/office/drawing/2014/main" id="{D36D18D6-14EA-9269-EF3F-0EC11FA1F534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04;p36">
              <a:extLst>
                <a:ext uri="{FF2B5EF4-FFF2-40B4-BE49-F238E27FC236}">
                  <a16:creationId xmlns:a16="http://schemas.microsoft.com/office/drawing/2014/main" id="{4E9A2C41-B4E7-89E9-FADE-AF6A77C99BB1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05;p36">
              <a:extLst>
                <a:ext uri="{FF2B5EF4-FFF2-40B4-BE49-F238E27FC236}">
                  <a16:creationId xmlns:a16="http://schemas.microsoft.com/office/drawing/2014/main" id="{1991C4DA-4CE8-55FB-7963-FED956DD1113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06;p36">
              <a:extLst>
                <a:ext uri="{FF2B5EF4-FFF2-40B4-BE49-F238E27FC236}">
                  <a16:creationId xmlns:a16="http://schemas.microsoft.com/office/drawing/2014/main" id="{EE2F397E-F292-DD43-4769-07F5DA4BBA19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07;p36">
              <a:extLst>
                <a:ext uri="{FF2B5EF4-FFF2-40B4-BE49-F238E27FC236}">
                  <a16:creationId xmlns:a16="http://schemas.microsoft.com/office/drawing/2014/main" id="{A7754122-3058-633F-4405-5198F440AC5E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08;p36">
              <a:extLst>
                <a:ext uri="{FF2B5EF4-FFF2-40B4-BE49-F238E27FC236}">
                  <a16:creationId xmlns:a16="http://schemas.microsoft.com/office/drawing/2014/main" id="{16974216-8913-70A1-2BE0-F2DFBE2E258B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09;p36">
              <a:extLst>
                <a:ext uri="{FF2B5EF4-FFF2-40B4-BE49-F238E27FC236}">
                  <a16:creationId xmlns:a16="http://schemas.microsoft.com/office/drawing/2014/main" id="{8971F0EF-F31A-3B5C-2A58-86F576C240BD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0;p36">
              <a:extLst>
                <a:ext uri="{FF2B5EF4-FFF2-40B4-BE49-F238E27FC236}">
                  <a16:creationId xmlns:a16="http://schemas.microsoft.com/office/drawing/2014/main" id="{4D21EF81-B28B-1B61-2696-C2A197E3BF65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1;p36">
              <a:extLst>
                <a:ext uri="{FF2B5EF4-FFF2-40B4-BE49-F238E27FC236}">
                  <a16:creationId xmlns:a16="http://schemas.microsoft.com/office/drawing/2014/main" id="{8966B452-8F79-FBB8-501F-2C1734ADED36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;p36">
              <a:extLst>
                <a:ext uri="{FF2B5EF4-FFF2-40B4-BE49-F238E27FC236}">
                  <a16:creationId xmlns:a16="http://schemas.microsoft.com/office/drawing/2014/main" id="{B27CE438-8D7E-5EF9-B101-188D2AB2DA01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3;p36">
              <a:extLst>
                <a:ext uri="{FF2B5EF4-FFF2-40B4-BE49-F238E27FC236}">
                  <a16:creationId xmlns:a16="http://schemas.microsoft.com/office/drawing/2014/main" id="{44E0502A-6070-3303-4AA2-FE682D01961E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14;p36">
              <a:extLst>
                <a:ext uri="{FF2B5EF4-FFF2-40B4-BE49-F238E27FC236}">
                  <a16:creationId xmlns:a16="http://schemas.microsoft.com/office/drawing/2014/main" id="{42F6CA08-0418-97EB-1EC2-FF042E707038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15;p36">
              <a:extLst>
                <a:ext uri="{FF2B5EF4-FFF2-40B4-BE49-F238E27FC236}">
                  <a16:creationId xmlns:a16="http://schemas.microsoft.com/office/drawing/2014/main" id="{EA26581D-4835-0768-2692-882416B06715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616;p36">
              <a:extLst>
                <a:ext uri="{FF2B5EF4-FFF2-40B4-BE49-F238E27FC236}">
                  <a16:creationId xmlns:a16="http://schemas.microsoft.com/office/drawing/2014/main" id="{D65D53C7-0443-2F91-4A22-118C447F88A3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107" name="Google Shape;617;p36">
                <a:extLst>
                  <a:ext uri="{FF2B5EF4-FFF2-40B4-BE49-F238E27FC236}">
                    <a16:creationId xmlns:a16="http://schemas.microsoft.com/office/drawing/2014/main" id="{4B675517-CB11-6A2B-4371-22919FDE72D9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618;p36">
                <a:extLst>
                  <a:ext uri="{FF2B5EF4-FFF2-40B4-BE49-F238E27FC236}">
                    <a16:creationId xmlns:a16="http://schemas.microsoft.com/office/drawing/2014/main" id="{5DC67A2C-4F71-AD62-46D1-3EDBB15A2267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619;p36">
                <a:extLst>
                  <a:ext uri="{FF2B5EF4-FFF2-40B4-BE49-F238E27FC236}">
                    <a16:creationId xmlns:a16="http://schemas.microsoft.com/office/drawing/2014/main" id="{91A2A9C5-68FE-8734-5E01-E4E11B63CB3C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620;p36">
                <a:extLst>
                  <a:ext uri="{FF2B5EF4-FFF2-40B4-BE49-F238E27FC236}">
                    <a16:creationId xmlns:a16="http://schemas.microsoft.com/office/drawing/2014/main" id="{25567982-59F2-FD80-E85F-92D2BC538E2E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621;p36">
              <a:extLst>
                <a:ext uri="{FF2B5EF4-FFF2-40B4-BE49-F238E27FC236}">
                  <a16:creationId xmlns:a16="http://schemas.microsoft.com/office/drawing/2014/main" id="{5DF42A62-F268-DAF3-7B5E-776C846CB79F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22;p36">
              <a:extLst>
                <a:ext uri="{FF2B5EF4-FFF2-40B4-BE49-F238E27FC236}">
                  <a16:creationId xmlns:a16="http://schemas.microsoft.com/office/drawing/2014/main" id="{817CAB0F-E739-713F-AB33-CCFE51DB5E99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23;p36">
              <a:extLst>
                <a:ext uri="{FF2B5EF4-FFF2-40B4-BE49-F238E27FC236}">
                  <a16:creationId xmlns:a16="http://schemas.microsoft.com/office/drawing/2014/main" id="{753DC2E3-8D15-CF8E-B082-5D0E8A1A65D9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24;p36">
              <a:extLst>
                <a:ext uri="{FF2B5EF4-FFF2-40B4-BE49-F238E27FC236}">
                  <a16:creationId xmlns:a16="http://schemas.microsoft.com/office/drawing/2014/main" id="{9D8D0002-A0AD-E4C6-8445-27B322ED5941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25;p36">
              <a:extLst>
                <a:ext uri="{FF2B5EF4-FFF2-40B4-BE49-F238E27FC236}">
                  <a16:creationId xmlns:a16="http://schemas.microsoft.com/office/drawing/2014/main" id="{F9F8E8D0-34BA-F174-5923-BB410E151A5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26;p36">
              <a:extLst>
                <a:ext uri="{FF2B5EF4-FFF2-40B4-BE49-F238E27FC236}">
                  <a16:creationId xmlns:a16="http://schemas.microsoft.com/office/drawing/2014/main" id="{DAE96AFA-6F06-880F-09A5-04F746122993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27;p36">
              <a:extLst>
                <a:ext uri="{FF2B5EF4-FFF2-40B4-BE49-F238E27FC236}">
                  <a16:creationId xmlns:a16="http://schemas.microsoft.com/office/drawing/2014/main" id="{1A63C923-17A8-70D0-34B1-BA4C270165E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28;p36">
              <a:extLst>
                <a:ext uri="{FF2B5EF4-FFF2-40B4-BE49-F238E27FC236}">
                  <a16:creationId xmlns:a16="http://schemas.microsoft.com/office/drawing/2014/main" id="{78FD03E2-5992-31D2-ED61-B14B2AD9504C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29;p36">
              <a:extLst>
                <a:ext uri="{FF2B5EF4-FFF2-40B4-BE49-F238E27FC236}">
                  <a16:creationId xmlns:a16="http://schemas.microsoft.com/office/drawing/2014/main" id="{CD74477B-ECFB-3258-00CE-9066898D3E73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30;p36">
              <a:extLst>
                <a:ext uri="{FF2B5EF4-FFF2-40B4-BE49-F238E27FC236}">
                  <a16:creationId xmlns:a16="http://schemas.microsoft.com/office/drawing/2014/main" id="{95C7FB15-274F-2BB1-28CE-B464D08B4178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31;p36">
              <a:extLst>
                <a:ext uri="{FF2B5EF4-FFF2-40B4-BE49-F238E27FC236}">
                  <a16:creationId xmlns:a16="http://schemas.microsoft.com/office/drawing/2014/main" id="{CE2BB05A-3267-423E-6899-20BF661D9804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32;p36">
              <a:extLst>
                <a:ext uri="{FF2B5EF4-FFF2-40B4-BE49-F238E27FC236}">
                  <a16:creationId xmlns:a16="http://schemas.microsoft.com/office/drawing/2014/main" id="{AE61B7F2-8D96-352B-F247-7C7793B66B87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33;p36">
              <a:extLst>
                <a:ext uri="{FF2B5EF4-FFF2-40B4-BE49-F238E27FC236}">
                  <a16:creationId xmlns:a16="http://schemas.microsoft.com/office/drawing/2014/main" id="{85E57444-28F5-620B-1913-95E5C0D3E2A9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634;p36">
              <a:extLst>
                <a:ext uri="{FF2B5EF4-FFF2-40B4-BE49-F238E27FC236}">
                  <a16:creationId xmlns:a16="http://schemas.microsoft.com/office/drawing/2014/main" id="{056DCB2E-C0E9-2357-D1B5-D9B034116C4E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102" name="Google Shape;635;p36">
                <a:extLst>
                  <a:ext uri="{FF2B5EF4-FFF2-40B4-BE49-F238E27FC236}">
                    <a16:creationId xmlns:a16="http://schemas.microsoft.com/office/drawing/2014/main" id="{BA11B569-1152-67D0-BE19-64FC64FBE087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636;p36">
                <a:extLst>
                  <a:ext uri="{FF2B5EF4-FFF2-40B4-BE49-F238E27FC236}">
                    <a16:creationId xmlns:a16="http://schemas.microsoft.com/office/drawing/2014/main" id="{4DE8F368-7B6E-8141-91CE-C54B8BBD5AAD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637;p36">
                <a:extLst>
                  <a:ext uri="{FF2B5EF4-FFF2-40B4-BE49-F238E27FC236}">
                    <a16:creationId xmlns:a16="http://schemas.microsoft.com/office/drawing/2014/main" id="{02377CF9-C7D1-8EA4-EC49-0355B3FDD085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638;p36">
                <a:extLst>
                  <a:ext uri="{FF2B5EF4-FFF2-40B4-BE49-F238E27FC236}">
                    <a16:creationId xmlns:a16="http://schemas.microsoft.com/office/drawing/2014/main" id="{502FF44E-C63B-7E64-5297-9D7BC30AC3D0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639;p36">
                <a:extLst>
                  <a:ext uri="{FF2B5EF4-FFF2-40B4-BE49-F238E27FC236}">
                    <a16:creationId xmlns:a16="http://schemas.microsoft.com/office/drawing/2014/main" id="{A8AF425E-57E8-F921-9E00-BDC37FC5E554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640;p36">
              <a:extLst>
                <a:ext uri="{FF2B5EF4-FFF2-40B4-BE49-F238E27FC236}">
                  <a16:creationId xmlns:a16="http://schemas.microsoft.com/office/drawing/2014/main" id="{13374AFE-576A-D80A-94CB-6EE674F3452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99" name="Google Shape;641;p36">
                <a:extLst>
                  <a:ext uri="{FF2B5EF4-FFF2-40B4-BE49-F238E27FC236}">
                    <a16:creationId xmlns:a16="http://schemas.microsoft.com/office/drawing/2014/main" id="{9AAB6787-A91F-428A-4934-2C23A7857E8A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642;p36">
                <a:extLst>
                  <a:ext uri="{FF2B5EF4-FFF2-40B4-BE49-F238E27FC236}">
                    <a16:creationId xmlns:a16="http://schemas.microsoft.com/office/drawing/2014/main" id="{347C3FCF-E59D-C2F7-3FF7-E93526B74865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643;p36">
                <a:extLst>
                  <a:ext uri="{FF2B5EF4-FFF2-40B4-BE49-F238E27FC236}">
                    <a16:creationId xmlns:a16="http://schemas.microsoft.com/office/drawing/2014/main" id="{31A2760A-2071-F770-AAFC-37AE94351F66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644;p36">
              <a:extLst>
                <a:ext uri="{FF2B5EF4-FFF2-40B4-BE49-F238E27FC236}">
                  <a16:creationId xmlns:a16="http://schemas.microsoft.com/office/drawing/2014/main" id="{4B3C00BE-AC19-68EC-161E-A5069651592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45;p36">
              <a:extLst>
                <a:ext uri="{FF2B5EF4-FFF2-40B4-BE49-F238E27FC236}">
                  <a16:creationId xmlns:a16="http://schemas.microsoft.com/office/drawing/2014/main" id="{026A8813-A9B9-917F-9D26-9D4ED6CF3FD1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46;p36">
              <a:extLst>
                <a:ext uri="{FF2B5EF4-FFF2-40B4-BE49-F238E27FC236}">
                  <a16:creationId xmlns:a16="http://schemas.microsoft.com/office/drawing/2014/main" id="{F767C881-BE49-176F-D6D7-715D53306B8F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47;p36">
              <a:extLst>
                <a:ext uri="{FF2B5EF4-FFF2-40B4-BE49-F238E27FC236}">
                  <a16:creationId xmlns:a16="http://schemas.microsoft.com/office/drawing/2014/main" id="{C16BCE95-5A10-8566-73EB-0E26E97FE925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48;p36">
              <a:extLst>
                <a:ext uri="{FF2B5EF4-FFF2-40B4-BE49-F238E27FC236}">
                  <a16:creationId xmlns:a16="http://schemas.microsoft.com/office/drawing/2014/main" id="{E077BF55-4308-EECA-0A27-C1FF8BB95666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649;p36">
            <a:extLst>
              <a:ext uri="{FF2B5EF4-FFF2-40B4-BE49-F238E27FC236}">
                <a16:creationId xmlns:a16="http://schemas.microsoft.com/office/drawing/2014/main" id="{42DE3D5D-6A83-47E6-7ABE-23031233293D}"/>
              </a:ext>
            </a:extLst>
          </p:cNvPr>
          <p:cNvGrpSpPr/>
          <p:nvPr/>
        </p:nvGrpSpPr>
        <p:grpSpPr>
          <a:xfrm>
            <a:off x="6835659" y="2851622"/>
            <a:ext cx="844051" cy="2078951"/>
            <a:chOff x="2111259" y="2160174"/>
            <a:chExt cx="844051" cy="2078951"/>
          </a:xfrm>
        </p:grpSpPr>
        <p:sp>
          <p:nvSpPr>
            <p:cNvPr id="112" name="Google Shape;650;p36">
              <a:extLst>
                <a:ext uri="{FF2B5EF4-FFF2-40B4-BE49-F238E27FC236}">
                  <a16:creationId xmlns:a16="http://schemas.microsoft.com/office/drawing/2014/main" id="{C73FF4BC-6CCD-13CC-560B-CDFDA3007A93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51;p36">
              <a:extLst>
                <a:ext uri="{FF2B5EF4-FFF2-40B4-BE49-F238E27FC236}">
                  <a16:creationId xmlns:a16="http://schemas.microsoft.com/office/drawing/2014/main" id="{6ED69B47-923D-D6F6-3772-209EB329C23B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52;p36">
              <a:extLst>
                <a:ext uri="{FF2B5EF4-FFF2-40B4-BE49-F238E27FC236}">
                  <a16:creationId xmlns:a16="http://schemas.microsoft.com/office/drawing/2014/main" id="{92170AE7-9416-E7D7-C967-347C5EE3BB53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53;p36">
              <a:extLst>
                <a:ext uri="{FF2B5EF4-FFF2-40B4-BE49-F238E27FC236}">
                  <a16:creationId xmlns:a16="http://schemas.microsoft.com/office/drawing/2014/main" id="{27847103-F956-243A-4CF6-5631E425CBB2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54;p36">
              <a:extLst>
                <a:ext uri="{FF2B5EF4-FFF2-40B4-BE49-F238E27FC236}">
                  <a16:creationId xmlns:a16="http://schemas.microsoft.com/office/drawing/2014/main" id="{063C35A3-AC5D-8849-114E-965843B96C0B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55;p36">
              <a:extLst>
                <a:ext uri="{FF2B5EF4-FFF2-40B4-BE49-F238E27FC236}">
                  <a16:creationId xmlns:a16="http://schemas.microsoft.com/office/drawing/2014/main" id="{D50A1A76-9C21-9C2F-7B2D-E101982D874C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56;p36">
              <a:extLst>
                <a:ext uri="{FF2B5EF4-FFF2-40B4-BE49-F238E27FC236}">
                  <a16:creationId xmlns:a16="http://schemas.microsoft.com/office/drawing/2014/main" id="{4E39B276-8FE2-E5D5-6594-38EC59B8EFE4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57;p36">
              <a:extLst>
                <a:ext uri="{FF2B5EF4-FFF2-40B4-BE49-F238E27FC236}">
                  <a16:creationId xmlns:a16="http://schemas.microsoft.com/office/drawing/2014/main" id="{3C9E56B2-04C3-882D-1FB4-937DA741C2EC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8;p36">
              <a:extLst>
                <a:ext uri="{FF2B5EF4-FFF2-40B4-BE49-F238E27FC236}">
                  <a16:creationId xmlns:a16="http://schemas.microsoft.com/office/drawing/2014/main" id="{EA26DCC4-332E-C229-BE87-F332AB37ED1A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9;p36">
              <a:extLst>
                <a:ext uri="{FF2B5EF4-FFF2-40B4-BE49-F238E27FC236}">
                  <a16:creationId xmlns:a16="http://schemas.microsoft.com/office/drawing/2014/main" id="{FDE0CC30-4620-8C1A-E6F1-657EC9DAC57A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60;p36">
              <a:extLst>
                <a:ext uri="{FF2B5EF4-FFF2-40B4-BE49-F238E27FC236}">
                  <a16:creationId xmlns:a16="http://schemas.microsoft.com/office/drawing/2014/main" id="{3AF9E539-85B0-501A-FF75-D2D33B4935EA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61;p36">
              <a:extLst>
                <a:ext uri="{FF2B5EF4-FFF2-40B4-BE49-F238E27FC236}">
                  <a16:creationId xmlns:a16="http://schemas.microsoft.com/office/drawing/2014/main" id="{FBA106B1-A748-F488-C546-A225089FB235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62;p36">
              <a:extLst>
                <a:ext uri="{FF2B5EF4-FFF2-40B4-BE49-F238E27FC236}">
                  <a16:creationId xmlns:a16="http://schemas.microsoft.com/office/drawing/2014/main" id="{EA7CC948-9A0A-C18E-FC87-73A8E87122DE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63;p36">
              <a:extLst>
                <a:ext uri="{FF2B5EF4-FFF2-40B4-BE49-F238E27FC236}">
                  <a16:creationId xmlns:a16="http://schemas.microsoft.com/office/drawing/2014/main" id="{E1C6CA6B-0F86-432A-4A3C-F127B9C21676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64;p36">
              <a:extLst>
                <a:ext uri="{FF2B5EF4-FFF2-40B4-BE49-F238E27FC236}">
                  <a16:creationId xmlns:a16="http://schemas.microsoft.com/office/drawing/2014/main" id="{14C3D2AC-7AB6-FD50-2C90-1CDDCD17A909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65;p36">
              <a:extLst>
                <a:ext uri="{FF2B5EF4-FFF2-40B4-BE49-F238E27FC236}">
                  <a16:creationId xmlns:a16="http://schemas.microsoft.com/office/drawing/2014/main" id="{207731CD-31DA-2706-577C-60BE257F4670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66;p36">
              <a:extLst>
                <a:ext uri="{FF2B5EF4-FFF2-40B4-BE49-F238E27FC236}">
                  <a16:creationId xmlns:a16="http://schemas.microsoft.com/office/drawing/2014/main" id="{BBF82D47-5236-564B-DAA9-8031F6C700B4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67;p36">
              <a:extLst>
                <a:ext uri="{FF2B5EF4-FFF2-40B4-BE49-F238E27FC236}">
                  <a16:creationId xmlns:a16="http://schemas.microsoft.com/office/drawing/2014/main" id="{97E75190-C43E-1324-4487-9691F50F4F32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8;p36">
              <a:extLst>
                <a:ext uri="{FF2B5EF4-FFF2-40B4-BE49-F238E27FC236}">
                  <a16:creationId xmlns:a16="http://schemas.microsoft.com/office/drawing/2014/main" id="{4A18B95C-812A-F43B-ACA4-23A681306F61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9;p36">
              <a:extLst>
                <a:ext uri="{FF2B5EF4-FFF2-40B4-BE49-F238E27FC236}">
                  <a16:creationId xmlns:a16="http://schemas.microsoft.com/office/drawing/2014/main" id="{8CCD6DC1-1876-5281-3807-9073B99EF5A4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70;p36">
              <a:extLst>
                <a:ext uri="{FF2B5EF4-FFF2-40B4-BE49-F238E27FC236}">
                  <a16:creationId xmlns:a16="http://schemas.microsoft.com/office/drawing/2014/main" id="{F459994C-36E4-36BA-6CC6-4AC266697209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71;p36">
              <a:extLst>
                <a:ext uri="{FF2B5EF4-FFF2-40B4-BE49-F238E27FC236}">
                  <a16:creationId xmlns:a16="http://schemas.microsoft.com/office/drawing/2014/main" id="{E14DBAB1-6AE9-C86B-F67E-A9C4BC611768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72;p36">
              <a:extLst>
                <a:ext uri="{FF2B5EF4-FFF2-40B4-BE49-F238E27FC236}">
                  <a16:creationId xmlns:a16="http://schemas.microsoft.com/office/drawing/2014/main" id="{3BC250EA-4383-54F4-6979-FB6678857163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73;p36">
              <a:extLst>
                <a:ext uri="{FF2B5EF4-FFF2-40B4-BE49-F238E27FC236}">
                  <a16:creationId xmlns:a16="http://schemas.microsoft.com/office/drawing/2014/main" id="{AEA63BEB-4E15-0CA5-7E30-16D5368C4E13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74;p36">
              <a:extLst>
                <a:ext uri="{FF2B5EF4-FFF2-40B4-BE49-F238E27FC236}">
                  <a16:creationId xmlns:a16="http://schemas.microsoft.com/office/drawing/2014/main" id="{DF9981BA-4F6E-A710-3D51-12871F99FC18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75;p36">
              <a:extLst>
                <a:ext uri="{FF2B5EF4-FFF2-40B4-BE49-F238E27FC236}">
                  <a16:creationId xmlns:a16="http://schemas.microsoft.com/office/drawing/2014/main" id="{1EF53BD0-2DF9-7E1D-29FC-F788427D561F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76;p36">
              <a:extLst>
                <a:ext uri="{FF2B5EF4-FFF2-40B4-BE49-F238E27FC236}">
                  <a16:creationId xmlns:a16="http://schemas.microsoft.com/office/drawing/2014/main" id="{F82EC6E1-0DC9-750B-358C-DB198F9DD780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77;p36">
              <a:extLst>
                <a:ext uri="{FF2B5EF4-FFF2-40B4-BE49-F238E27FC236}">
                  <a16:creationId xmlns:a16="http://schemas.microsoft.com/office/drawing/2014/main" id="{3512A71C-3E7C-890D-81FF-C2AD590448E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8;p36">
              <a:extLst>
                <a:ext uri="{FF2B5EF4-FFF2-40B4-BE49-F238E27FC236}">
                  <a16:creationId xmlns:a16="http://schemas.microsoft.com/office/drawing/2014/main" id="{BE2DFE96-7A7F-4EA6-AA81-8543E3424B48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9;p36">
              <a:extLst>
                <a:ext uri="{FF2B5EF4-FFF2-40B4-BE49-F238E27FC236}">
                  <a16:creationId xmlns:a16="http://schemas.microsoft.com/office/drawing/2014/main" id="{73BE5FD4-2E68-6E36-016E-5E8CF4DFD44C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80;p36">
              <a:extLst>
                <a:ext uri="{FF2B5EF4-FFF2-40B4-BE49-F238E27FC236}">
                  <a16:creationId xmlns:a16="http://schemas.microsoft.com/office/drawing/2014/main" id="{8D3EB749-1C6D-FBA7-D957-C16542D6A853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81;p36">
              <a:extLst>
                <a:ext uri="{FF2B5EF4-FFF2-40B4-BE49-F238E27FC236}">
                  <a16:creationId xmlns:a16="http://schemas.microsoft.com/office/drawing/2014/main" id="{A1243BC6-AE3F-8294-72BE-FF9F9C2C6516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82;p36">
              <a:extLst>
                <a:ext uri="{FF2B5EF4-FFF2-40B4-BE49-F238E27FC236}">
                  <a16:creationId xmlns:a16="http://schemas.microsoft.com/office/drawing/2014/main" id="{F8AD1C4C-8B64-44A7-2CD1-B56CB4B2FDE8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83;p36">
              <a:extLst>
                <a:ext uri="{FF2B5EF4-FFF2-40B4-BE49-F238E27FC236}">
                  <a16:creationId xmlns:a16="http://schemas.microsoft.com/office/drawing/2014/main" id="{29BE5859-E5EA-C148-A2F9-C36D527EFFF4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84;p36">
              <a:extLst>
                <a:ext uri="{FF2B5EF4-FFF2-40B4-BE49-F238E27FC236}">
                  <a16:creationId xmlns:a16="http://schemas.microsoft.com/office/drawing/2014/main" id="{AA24A62D-702F-A72B-69A4-CFCBF56B4548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85;p36">
              <a:extLst>
                <a:ext uri="{FF2B5EF4-FFF2-40B4-BE49-F238E27FC236}">
                  <a16:creationId xmlns:a16="http://schemas.microsoft.com/office/drawing/2014/main" id="{52C61617-24EF-6A68-0B0C-E23A2BFF0ACD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86;p36">
              <a:extLst>
                <a:ext uri="{FF2B5EF4-FFF2-40B4-BE49-F238E27FC236}">
                  <a16:creationId xmlns:a16="http://schemas.microsoft.com/office/drawing/2014/main" id="{9EA10BA0-662F-3BB2-CAD5-078733E641AA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87;p36">
              <a:extLst>
                <a:ext uri="{FF2B5EF4-FFF2-40B4-BE49-F238E27FC236}">
                  <a16:creationId xmlns:a16="http://schemas.microsoft.com/office/drawing/2014/main" id="{7AA2028F-8343-A464-C9F1-C2F0B915E9F6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88;p36">
              <a:extLst>
                <a:ext uri="{FF2B5EF4-FFF2-40B4-BE49-F238E27FC236}">
                  <a16:creationId xmlns:a16="http://schemas.microsoft.com/office/drawing/2014/main" id="{02EF6819-FCE1-DD92-D597-4EC64C778418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89;p36">
              <a:extLst>
                <a:ext uri="{FF2B5EF4-FFF2-40B4-BE49-F238E27FC236}">
                  <a16:creationId xmlns:a16="http://schemas.microsoft.com/office/drawing/2014/main" id="{B549CD7D-27D8-A131-4824-EDA095B0CB7C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90;p36">
              <a:extLst>
                <a:ext uri="{FF2B5EF4-FFF2-40B4-BE49-F238E27FC236}">
                  <a16:creationId xmlns:a16="http://schemas.microsoft.com/office/drawing/2014/main" id="{87623D63-A8BC-E10E-5163-87517C13C0AB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91;p36">
              <a:extLst>
                <a:ext uri="{FF2B5EF4-FFF2-40B4-BE49-F238E27FC236}">
                  <a16:creationId xmlns:a16="http://schemas.microsoft.com/office/drawing/2014/main" id="{8A941938-AD2D-DC46-B21F-070BC6537B69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92;p36">
              <a:extLst>
                <a:ext uri="{FF2B5EF4-FFF2-40B4-BE49-F238E27FC236}">
                  <a16:creationId xmlns:a16="http://schemas.microsoft.com/office/drawing/2014/main" id="{81AE6480-3131-6187-8B15-3502AA6377EA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93;p36">
              <a:extLst>
                <a:ext uri="{FF2B5EF4-FFF2-40B4-BE49-F238E27FC236}">
                  <a16:creationId xmlns:a16="http://schemas.microsoft.com/office/drawing/2014/main" id="{4CC50667-AE8B-5FAF-DD39-E5D40B3FBA64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94;p36">
              <a:extLst>
                <a:ext uri="{FF2B5EF4-FFF2-40B4-BE49-F238E27FC236}">
                  <a16:creationId xmlns:a16="http://schemas.microsoft.com/office/drawing/2014/main" id="{6B791D88-7EEF-6398-2F20-B6A57D1CE787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95;p36">
              <a:extLst>
                <a:ext uri="{FF2B5EF4-FFF2-40B4-BE49-F238E27FC236}">
                  <a16:creationId xmlns:a16="http://schemas.microsoft.com/office/drawing/2014/main" id="{F6D532E3-6B4E-E0DF-2028-674D3D097903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96;p36">
              <a:extLst>
                <a:ext uri="{FF2B5EF4-FFF2-40B4-BE49-F238E27FC236}">
                  <a16:creationId xmlns:a16="http://schemas.microsoft.com/office/drawing/2014/main" id="{AAB6451D-F607-7017-AE8A-1E71478DE6B7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97;p36">
              <a:extLst>
                <a:ext uri="{FF2B5EF4-FFF2-40B4-BE49-F238E27FC236}">
                  <a16:creationId xmlns:a16="http://schemas.microsoft.com/office/drawing/2014/main" id="{3D8FC462-A570-DA83-62A2-510E64FACD9D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98;p36">
              <a:extLst>
                <a:ext uri="{FF2B5EF4-FFF2-40B4-BE49-F238E27FC236}">
                  <a16:creationId xmlns:a16="http://schemas.microsoft.com/office/drawing/2014/main" id="{AAC4ACC0-0747-2AE1-A4D6-4A06F4C193FB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99;p36">
              <a:extLst>
                <a:ext uri="{FF2B5EF4-FFF2-40B4-BE49-F238E27FC236}">
                  <a16:creationId xmlns:a16="http://schemas.microsoft.com/office/drawing/2014/main" id="{C6CD0A00-6CCE-1B0C-A031-FDF1F530F83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00;p36">
              <a:extLst>
                <a:ext uri="{FF2B5EF4-FFF2-40B4-BE49-F238E27FC236}">
                  <a16:creationId xmlns:a16="http://schemas.microsoft.com/office/drawing/2014/main" id="{A5CFD0FA-6654-25EF-7F02-97F37599C17C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01;p36">
              <a:extLst>
                <a:ext uri="{FF2B5EF4-FFF2-40B4-BE49-F238E27FC236}">
                  <a16:creationId xmlns:a16="http://schemas.microsoft.com/office/drawing/2014/main" id="{3091B75B-FBF9-5B75-ABAB-79756B6A40C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02;p36">
              <a:extLst>
                <a:ext uri="{FF2B5EF4-FFF2-40B4-BE49-F238E27FC236}">
                  <a16:creationId xmlns:a16="http://schemas.microsoft.com/office/drawing/2014/main" id="{B584DB72-3AB6-684A-758B-8B4F8F92BE70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03;p36">
              <a:extLst>
                <a:ext uri="{FF2B5EF4-FFF2-40B4-BE49-F238E27FC236}">
                  <a16:creationId xmlns:a16="http://schemas.microsoft.com/office/drawing/2014/main" id="{B1D8B00B-9298-B017-D0E6-50A15D5A3A37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04;p36">
              <a:extLst>
                <a:ext uri="{FF2B5EF4-FFF2-40B4-BE49-F238E27FC236}">
                  <a16:creationId xmlns:a16="http://schemas.microsoft.com/office/drawing/2014/main" id="{12A052C8-71EA-720F-79F9-07A494969797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05;p36">
              <a:extLst>
                <a:ext uri="{FF2B5EF4-FFF2-40B4-BE49-F238E27FC236}">
                  <a16:creationId xmlns:a16="http://schemas.microsoft.com/office/drawing/2014/main" id="{46995A3E-EA96-D6D8-0F28-D01CACB3B0F6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06;p36">
              <a:extLst>
                <a:ext uri="{FF2B5EF4-FFF2-40B4-BE49-F238E27FC236}">
                  <a16:creationId xmlns:a16="http://schemas.microsoft.com/office/drawing/2014/main" id="{526EB804-ADF7-E300-CA97-B44943A352C1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07;p36">
              <a:extLst>
                <a:ext uri="{FF2B5EF4-FFF2-40B4-BE49-F238E27FC236}">
                  <a16:creationId xmlns:a16="http://schemas.microsoft.com/office/drawing/2014/main" id="{640A0967-AF35-D237-C286-AFB3966EB811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08;p36">
              <a:extLst>
                <a:ext uri="{FF2B5EF4-FFF2-40B4-BE49-F238E27FC236}">
                  <a16:creationId xmlns:a16="http://schemas.microsoft.com/office/drawing/2014/main" id="{48E776B0-A1BE-66DE-8C4F-C39AEA99C9DA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09;p36">
              <a:extLst>
                <a:ext uri="{FF2B5EF4-FFF2-40B4-BE49-F238E27FC236}">
                  <a16:creationId xmlns:a16="http://schemas.microsoft.com/office/drawing/2014/main" id="{5ED9BCE8-F13E-1A70-F4E3-7DCCD154D778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10;p36">
              <a:extLst>
                <a:ext uri="{FF2B5EF4-FFF2-40B4-BE49-F238E27FC236}">
                  <a16:creationId xmlns:a16="http://schemas.microsoft.com/office/drawing/2014/main" id="{4809C390-09F6-B579-79DE-B355E389F160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11;p36">
              <a:extLst>
                <a:ext uri="{FF2B5EF4-FFF2-40B4-BE49-F238E27FC236}">
                  <a16:creationId xmlns:a16="http://schemas.microsoft.com/office/drawing/2014/main" id="{D647C5F6-B09E-C00E-DCCB-BD800407A0F7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12;p36">
              <a:extLst>
                <a:ext uri="{FF2B5EF4-FFF2-40B4-BE49-F238E27FC236}">
                  <a16:creationId xmlns:a16="http://schemas.microsoft.com/office/drawing/2014/main" id="{AB7A4F3D-3E50-3CD0-2799-3D673674783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13;p36">
              <a:extLst>
                <a:ext uri="{FF2B5EF4-FFF2-40B4-BE49-F238E27FC236}">
                  <a16:creationId xmlns:a16="http://schemas.microsoft.com/office/drawing/2014/main" id="{0E268F64-88B0-101C-39B8-56E24F5300F2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14;p36">
              <a:extLst>
                <a:ext uri="{FF2B5EF4-FFF2-40B4-BE49-F238E27FC236}">
                  <a16:creationId xmlns:a16="http://schemas.microsoft.com/office/drawing/2014/main" id="{CAE15BCD-9DE3-D06D-F638-7394535F9DBE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5;p36">
              <a:extLst>
                <a:ext uri="{FF2B5EF4-FFF2-40B4-BE49-F238E27FC236}">
                  <a16:creationId xmlns:a16="http://schemas.microsoft.com/office/drawing/2014/main" id="{29D68576-C3EB-443A-934D-80469335844A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16;p36">
              <a:extLst>
                <a:ext uri="{FF2B5EF4-FFF2-40B4-BE49-F238E27FC236}">
                  <a16:creationId xmlns:a16="http://schemas.microsoft.com/office/drawing/2014/main" id="{94845420-E1AD-FC97-2C7A-C0FD13B92E8F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17;p36">
              <a:extLst>
                <a:ext uri="{FF2B5EF4-FFF2-40B4-BE49-F238E27FC236}">
                  <a16:creationId xmlns:a16="http://schemas.microsoft.com/office/drawing/2014/main" id="{39C30199-CE43-0806-6694-048F9603721A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18;p36">
              <a:extLst>
                <a:ext uri="{FF2B5EF4-FFF2-40B4-BE49-F238E27FC236}">
                  <a16:creationId xmlns:a16="http://schemas.microsoft.com/office/drawing/2014/main" id="{9FE922C2-C4A4-847B-E633-D2808D25C877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19;p36">
              <a:extLst>
                <a:ext uri="{FF2B5EF4-FFF2-40B4-BE49-F238E27FC236}">
                  <a16:creationId xmlns:a16="http://schemas.microsoft.com/office/drawing/2014/main" id="{5B0AC707-3283-1EAB-7A28-6917E0C89C01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20;p36">
              <a:extLst>
                <a:ext uri="{FF2B5EF4-FFF2-40B4-BE49-F238E27FC236}">
                  <a16:creationId xmlns:a16="http://schemas.microsoft.com/office/drawing/2014/main" id="{294F1D2E-692F-426E-3BB7-F03939D91E30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21;p36">
              <a:extLst>
                <a:ext uri="{FF2B5EF4-FFF2-40B4-BE49-F238E27FC236}">
                  <a16:creationId xmlns:a16="http://schemas.microsoft.com/office/drawing/2014/main" id="{49A8B912-08AF-AFC5-D72D-1FD5959E199A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22;p36">
              <a:extLst>
                <a:ext uri="{FF2B5EF4-FFF2-40B4-BE49-F238E27FC236}">
                  <a16:creationId xmlns:a16="http://schemas.microsoft.com/office/drawing/2014/main" id="{9F4DA9A8-07A3-AD30-F1C5-7168769FE71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23;p36">
              <a:extLst>
                <a:ext uri="{FF2B5EF4-FFF2-40B4-BE49-F238E27FC236}">
                  <a16:creationId xmlns:a16="http://schemas.microsoft.com/office/drawing/2014/main" id="{19D287A0-D841-F7F4-4A5C-1519BEB96C47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24;p36">
              <a:extLst>
                <a:ext uri="{FF2B5EF4-FFF2-40B4-BE49-F238E27FC236}">
                  <a16:creationId xmlns:a16="http://schemas.microsoft.com/office/drawing/2014/main" id="{054EC18B-226B-FAC1-F130-ED376FBCACE0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25;p36">
              <a:extLst>
                <a:ext uri="{FF2B5EF4-FFF2-40B4-BE49-F238E27FC236}">
                  <a16:creationId xmlns:a16="http://schemas.microsoft.com/office/drawing/2014/main" id="{8396247D-9279-CD0F-8BA6-8670F7B367E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26;p36">
              <a:extLst>
                <a:ext uri="{FF2B5EF4-FFF2-40B4-BE49-F238E27FC236}">
                  <a16:creationId xmlns:a16="http://schemas.microsoft.com/office/drawing/2014/main" id="{61D86C20-256A-576A-BA4A-3CA8331C6B41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727;p36">
            <a:extLst>
              <a:ext uri="{FF2B5EF4-FFF2-40B4-BE49-F238E27FC236}">
                <a16:creationId xmlns:a16="http://schemas.microsoft.com/office/drawing/2014/main" id="{E1CB225F-6F4E-3A02-E8B1-E5126784E7E9}"/>
              </a:ext>
            </a:extLst>
          </p:cNvPr>
          <p:cNvGrpSpPr/>
          <p:nvPr/>
        </p:nvGrpSpPr>
        <p:grpSpPr>
          <a:xfrm>
            <a:off x="7532609" y="2105920"/>
            <a:ext cx="753983" cy="2878392"/>
            <a:chOff x="3522709" y="1378331"/>
            <a:chExt cx="753983" cy="2878392"/>
          </a:xfrm>
        </p:grpSpPr>
        <p:sp>
          <p:nvSpPr>
            <p:cNvPr id="190" name="Google Shape;728;p36">
              <a:extLst>
                <a:ext uri="{FF2B5EF4-FFF2-40B4-BE49-F238E27FC236}">
                  <a16:creationId xmlns:a16="http://schemas.microsoft.com/office/drawing/2014/main" id="{F5D867DB-FBF4-7AF2-663F-B71D9E10ABFD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29;p36">
              <a:extLst>
                <a:ext uri="{FF2B5EF4-FFF2-40B4-BE49-F238E27FC236}">
                  <a16:creationId xmlns:a16="http://schemas.microsoft.com/office/drawing/2014/main" id="{C3A0957B-B6B4-154A-423D-9A825424A32F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30;p36">
              <a:extLst>
                <a:ext uri="{FF2B5EF4-FFF2-40B4-BE49-F238E27FC236}">
                  <a16:creationId xmlns:a16="http://schemas.microsoft.com/office/drawing/2014/main" id="{BFA02C94-809B-45F3-FAB6-86DB827669D3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31;p36">
              <a:extLst>
                <a:ext uri="{FF2B5EF4-FFF2-40B4-BE49-F238E27FC236}">
                  <a16:creationId xmlns:a16="http://schemas.microsoft.com/office/drawing/2014/main" id="{665E78B4-875A-FEC2-745E-7A522526B77E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32;p36">
              <a:extLst>
                <a:ext uri="{FF2B5EF4-FFF2-40B4-BE49-F238E27FC236}">
                  <a16:creationId xmlns:a16="http://schemas.microsoft.com/office/drawing/2014/main" id="{8D62E0A5-35EB-DCED-C385-7CBBAFF7E12F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33;p36">
              <a:extLst>
                <a:ext uri="{FF2B5EF4-FFF2-40B4-BE49-F238E27FC236}">
                  <a16:creationId xmlns:a16="http://schemas.microsoft.com/office/drawing/2014/main" id="{00131A34-713C-079C-F31B-67CCB6164899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34;p36">
              <a:extLst>
                <a:ext uri="{FF2B5EF4-FFF2-40B4-BE49-F238E27FC236}">
                  <a16:creationId xmlns:a16="http://schemas.microsoft.com/office/drawing/2014/main" id="{ABDEF6D8-6F73-58CC-B1A3-B67A682F6D88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35;p36">
              <a:extLst>
                <a:ext uri="{FF2B5EF4-FFF2-40B4-BE49-F238E27FC236}">
                  <a16:creationId xmlns:a16="http://schemas.microsoft.com/office/drawing/2014/main" id="{CBBBD52A-066C-10F1-3345-16927A76BA4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36;p36">
              <a:extLst>
                <a:ext uri="{FF2B5EF4-FFF2-40B4-BE49-F238E27FC236}">
                  <a16:creationId xmlns:a16="http://schemas.microsoft.com/office/drawing/2014/main" id="{D1AF2451-6C91-9160-27AC-B117F726FCAC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37;p36">
              <a:extLst>
                <a:ext uri="{FF2B5EF4-FFF2-40B4-BE49-F238E27FC236}">
                  <a16:creationId xmlns:a16="http://schemas.microsoft.com/office/drawing/2014/main" id="{D7D4F195-74AB-C119-1D97-31B5EB582A06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38;p36">
              <a:extLst>
                <a:ext uri="{FF2B5EF4-FFF2-40B4-BE49-F238E27FC236}">
                  <a16:creationId xmlns:a16="http://schemas.microsoft.com/office/drawing/2014/main" id="{9072F76E-FC5E-014D-960D-BA7925923128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39;p36">
              <a:extLst>
                <a:ext uri="{FF2B5EF4-FFF2-40B4-BE49-F238E27FC236}">
                  <a16:creationId xmlns:a16="http://schemas.microsoft.com/office/drawing/2014/main" id="{1EB9CDD7-864F-79C5-4BC6-A8AE5AB64B2F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;p36">
              <a:extLst>
                <a:ext uri="{FF2B5EF4-FFF2-40B4-BE49-F238E27FC236}">
                  <a16:creationId xmlns:a16="http://schemas.microsoft.com/office/drawing/2014/main" id="{30E7A4D1-C7DA-0750-C31C-0E0D9C2D1335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1;p36">
              <a:extLst>
                <a:ext uri="{FF2B5EF4-FFF2-40B4-BE49-F238E27FC236}">
                  <a16:creationId xmlns:a16="http://schemas.microsoft.com/office/drawing/2014/main" id="{3CEBBFBC-9D1C-DA3C-55C1-260192CE92EB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;p36">
              <a:extLst>
                <a:ext uri="{FF2B5EF4-FFF2-40B4-BE49-F238E27FC236}">
                  <a16:creationId xmlns:a16="http://schemas.microsoft.com/office/drawing/2014/main" id="{32DF7D8C-DBDD-AFFE-680A-ACAD91DBAA1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;p36">
              <a:extLst>
                <a:ext uri="{FF2B5EF4-FFF2-40B4-BE49-F238E27FC236}">
                  <a16:creationId xmlns:a16="http://schemas.microsoft.com/office/drawing/2014/main" id="{401803A7-C85C-0D9A-132A-CB33C3C756A0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4;p36">
              <a:extLst>
                <a:ext uri="{FF2B5EF4-FFF2-40B4-BE49-F238E27FC236}">
                  <a16:creationId xmlns:a16="http://schemas.microsoft.com/office/drawing/2014/main" id="{5BF3E4D1-F403-EA0D-E22C-0E7AB30C552E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5;p36">
              <a:extLst>
                <a:ext uri="{FF2B5EF4-FFF2-40B4-BE49-F238E27FC236}">
                  <a16:creationId xmlns:a16="http://schemas.microsoft.com/office/drawing/2014/main" id="{5CFF2438-270C-8B6B-7F50-F731FC259472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6;p36">
              <a:extLst>
                <a:ext uri="{FF2B5EF4-FFF2-40B4-BE49-F238E27FC236}">
                  <a16:creationId xmlns:a16="http://schemas.microsoft.com/office/drawing/2014/main" id="{5B7272DB-F9C7-714C-5F09-02CF1FE7804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7;p36">
              <a:extLst>
                <a:ext uri="{FF2B5EF4-FFF2-40B4-BE49-F238E27FC236}">
                  <a16:creationId xmlns:a16="http://schemas.microsoft.com/office/drawing/2014/main" id="{76E3189C-519F-4A96-929C-DC43721137DA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8;p36">
              <a:extLst>
                <a:ext uri="{FF2B5EF4-FFF2-40B4-BE49-F238E27FC236}">
                  <a16:creationId xmlns:a16="http://schemas.microsoft.com/office/drawing/2014/main" id="{0B96B4BD-2B1F-536A-1EEB-ECC7A808E61A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9;p36">
              <a:extLst>
                <a:ext uri="{FF2B5EF4-FFF2-40B4-BE49-F238E27FC236}">
                  <a16:creationId xmlns:a16="http://schemas.microsoft.com/office/drawing/2014/main" id="{7235DDD9-48F9-BE91-913C-2FCC575A7530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50;p36">
              <a:extLst>
                <a:ext uri="{FF2B5EF4-FFF2-40B4-BE49-F238E27FC236}">
                  <a16:creationId xmlns:a16="http://schemas.microsoft.com/office/drawing/2014/main" id="{4A913288-DC78-E59A-B744-F6A7A0528C7E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51;p36">
              <a:extLst>
                <a:ext uri="{FF2B5EF4-FFF2-40B4-BE49-F238E27FC236}">
                  <a16:creationId xmlns:a16="http://schemas.microsoft.com/office/drawing/2014/main" id="{53E0740C-A17E-7790-8374-FAABD7A4F76D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52;p36">
              <a:extLst>
                <a:ext uri="{FF2B5EF4-FFF2-40B4-BE49-F238E27FC236}">
                  <a16:creationId xmlns:a16="http://schemas.microsoft.com/office/drawing/2014/main" id="{5F5124FE-EAFF-92B6-4E3F-0F6381D80945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53;p36">
              <a:extLst>
                <a:ext uri="{FF2B5EF4-FFF2-40B4-BE49-F238E27FC236}">
                  <a16:creationId xmlns:a16="http://schemas.microsoft.com/office/drawing/2014/main" id="{4DE3F100-6128-C661-0CBD-1CC3B5F40E62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54;p36">
              <a:extLst>
                <a:ext uri="{FF2B5EF4-FFF2-40B4-BE49-F238E27FC236}">
                  <a16:creationId xmlns:a16="http://schemas.microsoft.com/office/drawing/2014/main" id="{4008992E-9FFA-697E-33ED-5E3D44E54A6F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55;p36">
              <a:extLst>
                <a:ext uri="{FF2B5EF4-FFF2-40B4-BE49-F238E27FC236}">
                  <a16:creationId xmlns:a16="http://schemas.microsoft.com/office/drawing/2014/main" id="{3456473A-AD36-C8D4-AB4C-368F6E054EA8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56;p36">
              <a:extLst>
                <a:ext uri="{FF2B5EF4-FFF2-40B4-BE49-F238E27FC236}">
                  <a16:creationId xmlns:a16="http://schemas.microsoft.com/office/drawing/2014/main" id="{4D7BF78E-8EC7-85DF-8824-D60CC9DD5CE0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57;p36">
              <a:extLst>
                <a:ext uri="{FF2B5EF4-FFF2-40B4-BE49-F238E27FC236}">
                  <a16:creationId xmlns:a16="http://schemas.microsoft.com/office/drawing/2014/main" id="{D5E7BC30-4B66-A072-34D1-01E7DD3257C8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58;p36">
              <a:extLst>
                <a:ext uri="{FF2B5EF4-FFF2-40B4-BE49-F238E27FC236}">
                  <a16:creationId xmlns:a16="http://schemas.microsoft.com/office/drawing/2014/main" id="{2EDAC179-8EF9-584A-461F-ECA937118905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59;p36">
              <a:extLst>
                <a:ext uri="{FF2B5EF4-FFF2-40B4-BE49-F238E27FC236}">
                  <a16:creationId xmlns:a16="http://schemas.microsoft.com/office/drawing/2014/main" id="{A3817C18-30CA-343F-E739-031EE465F15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60;p36">
              <a:extLst>
                <a:ext uri="{FF2B5EF4-FFF2-40B4-BE49-F238E27FC236}">
                  <a16:creationId xmlns:a16="http://schemas.microsoft.com/office/drawing/2014/main" id="{B457C9EB-D151-D1D1-BC91-32DA72904F2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61;p36">
              <a:extLst>
                <a:ext uri="{FF2B5EF4-FFF2-40B4-BE49-F238E27FC236}">
                  <a16:creationId xmlns:a16="http://schemas.microsoft.com/office/drawing/2014/main" id="{D32C5CF7-17D0-8A18-889E-31A93B33D674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62;p36">
              <a:extLst>
                <a:ext uri="{FF2B5EF4-FFF2-40B4-BE49-F238E27FC236}">
                  <a16:creationId xmlns:a16="http://schemas.microsoft.com/office/drawing/2014/main" id="{7CC37C2C-CBFD-A0C9-49C7-21D73DB86D9F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63;p36">
              <a:extLst>
                <a:ext uri="{FF2B5EF4-FFF2-40B4-BE49-F238E27FC236}">
                  <a16:creationId xmlns:a16="http://schemas.microsoft.com/office/drawing/2014/main" id="{3C72A8C0-28ED-85E8-9006-146BA415C72E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64;p36">
              <a:extLst>
                <a:ext uri="{FF2B5EF4-FFF2-40B4-BE49-F238E27FC236}">
                  <a16:creationId xmlns:a16="http://schemas.microsoft.com/office/drawing/2014/main" id="{A88A99C5-7E07-2181-CCF4-2C8575EBD86A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65;p36">
              <a:extLst>
                <a:ext uri="{FF2B5EF4-FFF2-40B4-BE49-F238E27FC236}">
                  <a16:creationId xmlns:a16="http://schemas.microsoft.com/office/drawing/2014/main" id="{5B68B5BE-6FDA-3AAB-C1AA-3F499C6A1B41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66;p36">
              <a:extLst>
                <a:ext uri="{FF2B5EF4-FFF2-40B4-BE49-F238E27FC236}">
                  <a16:creationId xmlns:a16="http://schemas.microsoft.com/office/drawing/2014/main" id="{F01AFF37-7E3F-8851-8CEC-E40899B00533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67;p36">
              <a:extLst>
                <a:ext uri="{FF2B5EF4-FFF2-40B4-BE49-F238E27FC236}">
                  <a16:creationId xmlns:a16="http://schemas.microsoft.com/office/drawing/2014/main" id="{4284BF49-8CAC-1DA7-4751-8941BB52BD5D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68;p36">
              <a:extLst>
                <a:ext uri="{FF2B5EF4-FFF2-40B4-BE49-F238E27FC236}">
                  <a16:creationId xmlns:a16="http://schemas.microsoft.com/office/drawing/2014/main" id="{0121E11C-C877-7EF3-575B-A2E15C903051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69;p36">
              <a:extLst>
                <a:ext uri="{FF2B5EF4-FFF2-40B4-BE49-F238E27FC236}">
                  <a16:creationId xmlns:a16="http://schemas.microsoft.com/office/drawing/2014/main" id="{CF135C62-42EC-F743-CEAC-DAA9D1B0607B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70;p36">
              <a:extLst>
                <a:ext uri="{FF2B5EF4-FFF2-40B4-BE49-F238E27FC236}">
                  <a16:creationId xmlns:a16="http://schemas.microsoft.com/office/drawing/2014/main" id="{27EF8F73-F50B-8F5A-1252-3A4F2F2F277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71;p36">
              <a:extLst>
                <a:ext uri="{FF2B5EF4-FFF2-40B4-BE49-F238E27FC236}">
                  <a16:creationId xmlns:a16="http://schemas.microsoft.com/office/drawing/2014/main" id="{66F62266-08AE-8AB8-E3DE-A3C383D7827F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72;p36">
              <a:extLst>
                <a:ext uri="{FF2B5EF4-FFF2-40B4-BE49-F238E27FC236}">
                  <a16:creationId xmlns:a16="http://schemas.microsoft.com/office/drawing/2014/main" id="{5A00360D-6F74-74AC-B843-9FFD2BAD8221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73;p36">
              <a:extLst>
                <a:ext uri="{FF2B5EF4-FFF2-40B4-BE49-F238E27FC236}">
                  <a16:creationId xmlns:a16="http://schemas.microsoft.com/office/drawing/2014/main" id="{F9D9D788-E2A9-D9BB-0FE5-0E7BA915F06C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74;p36">
              <a:extLst>
                <a:ext uri="{FF2B5EF4-FFF2-40B4-BE49-F238E27FC236}">
                  <a16:creationId xmlns:a16="http://schemas.microsoft.com/office/drawing/2014/main" id="{A87AF077-0248-16BA-F34D-B8EEAC4D87D4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75;p36">
              <a:extLst>
                <a:ext uri="{FF2B5EF4-FFF2-40B4-BE49-F238E27FC236}">
                  <a16:creationId xmlns:a16="http://schemas.microsoft.com/office/drawing/2014/main" id="{5DFCAD37-7569-D669-637A-037BDC07C3A3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76;p36">
              <a:extLst>
                <a:ext uri="{FF2B5EF4-FFF2-40B4-BE49-F238E27FC236}">
                  <a16:creationId xmlns:a16="http://schemas.microsoft.com/office/drawing/2014/main" id="{69F10A60-5CD6-E423-ED24-C9FB05E4B17F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77;p36">
              <a:extLst>
                <a:ext uri="{FF2B5EF4-FFF2-40B4-BE49-F238E27FC236}">
                  <a16:creationId xmlns:a16="http://schemas.microsoft.com/office/drawing/2014/main" id="{687D925D-C843-CF16-C15E-DFAE502D3FE6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78;p36">
              <a:extLst>
                <a:ext uri="{FF2B5EF4-FFF2-40B4-BE49-F238E27FC236}">
                  <a16:creationId xmlns:a16="http://schemas.microsoft.com/office/drawing/2014/main" id="{A3635D47-ED98-FB33-12BB-3B8DE0048880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79;p36">
              <a:extLst>
                <a:ext uri="{FF2B5EF4-FFF2-40B4-BE49-F238E27FC236}">
                  <a16:creationId xmlns:a16="http://schemas.microsoft.com/office/drawing/2014/main" id="{0A3DA707-12F1-4C38-9853-63A0BDFC165E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80;p36">
              <a:extLst>
                <a:ext uri="{FF2B5EF4-FFF2-40B4-BE49-F238E27FC236}">
                  <a16:creationId xmlns:a16="http://schemas.microsoft.com/office/drawing/2014/main" id="{938825FA-0F49-197B-D647-78E50F45238A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81;p36">
              <a:extLst>
                <a:ext uri="{FF2B5EF4-FFF2-40B4-BE49-F238E27FC236}">
                  <a16:creationId xmlns:a16="http://schemas.microsoft.com/office/drawing/2014/main" id="{22C470BF-A2B6-30A6-BADE-3F5659EC57BF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82;p36">
              <a:extLst>
                <a:ext uri="{FF2B5EF4-FFF2-40B4-BE49-F238E27FC236}">
                  <a16:creationId xmlns:a16="http://schemas.microsoft.com/office/drawing/2014/main" id="{F83F9E2B-65B0-D930-773B-F78506235B5E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83;p36">
              <a:extLst>
                <a:ext uri="{FF2B5EF4-FFF2-40B4-BE49-F238E27FC236}">
                  <a16:creationId xmlns:a16="http://schemas.microsoft.com/office/drawing/2014/main" id="{AFA09260-FEC5-993A-62F2-AC39597F1848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84;p36">
              <a:extLst>
                <a:ext uri="{FF2B5EF4-FFF2-40B4-BE49-F238E27FC236}">
                  <a16:creationId xmlns:a16="http://schemas.microsoft.com/office/drawing/2014/main" id="{7C72092C-FECC-1A35-5661-05A813A96D26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85;p36">
              <a:extLst>
                <a:ext uri="{FF2B5EF4-FFF2-40B4-BE49-F238E27FC236}">
                  <a16:creationId xmlns:a16="http://schemas.microsoft.com/office/drawing/2014/main" id="{B7CEF032-D7F9-0E4C-25E6-893EF994E427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86;p36">
              <a:extLst>
                <a:ext uri="{FF2B5EF4-FFF2-40B4-BE49-F238E27FC236}">
                  <a16:creationId xmlns:a16="http://schemas.microsoft.com/office/drawing/2014/main" id="{0C6DF945-8B54-DB0D-74A3-51C5DB08AF4A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87;p36">
              <a:extLst>
                <a:ext uri="{FF2B5EF4-FFF2-40B4-BE49-F238E27FC236}">
                  <a16:creationId xmlns:a16="http://schemas.microsoft.com/office/drawing/2014/main" id="{0319DFBC-5962-0D47-D015-12EA764F5997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3764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 flipH="1">
            <a:off x="-120" y="4686290"/>
            <a:ext cx="9144120" cy="457210"/>
            <a:chOff x="0" y="4686294"/>
            <a:chExt cx="9144120" cy="457210"/>
          </a:xfrm>
        </p:grpSpPr>
        <p:sp>
          <p:nvSpPr>
            <p:cNvPr id="51" name="Google Shape;51;p4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567;p36">
            <a:extLst>
              <a:ext uri="{FF2B5EF4-FFF2-40B4-BE49-F238E27FC236}">
                <a16:creationId xmlns:a16="http://schemas.microsoft.com/office/drawing/2014/main" id="{CD1FD763-0A5D-DEB5-4337-8F8EA2A041FB}"/>
              </a:ext>
            </a:extLst>
          </p:cNvPr>
          <p:cNvGrpSpPr/>
          <p:nvPr/>
        </p:nvGrpSpPr>
        <p:grpSpPr>
          <a:xfrm>
            <a:off x="1403143" y="4617256"/>
            <a:ext cx="311999" cy="309978"/>
            <a:chOff x="1191959" y="3692252"/>
            <a:chExt cx="542654" cy="539139"/>
          </a:xfrm>
        </p:grpSpPr>
        <p:sp>
          <p:nvSpPr>
            <p:cNvPr id="3" name="Google Shape;568;p36">
              <a:extLst>
                <a:ext uri="{FF2B5EF4-FFF2-40B4-BE49-F238E27FC236}">
                  <a16:creationId xmlns:a16="http://schemas.microsoft.com/office/drawing/2014/main" id="{1EABC86C-507F-08B5-B12B-4CD2F565A77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69;p36">
              <a:extLst>
                <a:ext uri="{FF2B5EF4-FFF2-40B4-BE49-F238E27FC236}">
                  <a16:creationId xmlns:a16="http://schemas.microsoft.com/office/drawing/2014/main" id="{D1AEC264-9695-09E2-8BB8-A685347FC19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0;p36">
              <a:extLst>
                <a:ext uri="{FF2B5EF4-FFF2-40B4-BE49-F238E27FC236}">
                  <a16:creationId xmlns:a16="http://schemas.microsoft.com/office/drawing/2014/main" id="{D23F3A26-96DD-D353-98A8-8043E9B5F98B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1;p36">
              <a:extLst>
                <a:ext uri="{FF2B5EF4-FFF2-40B4-BE49-F238E27FC236}">
                  <a16:creationId xmlns:a16="http://schemas.microsoft.com/office/drawing/2014/main" id="{EE724308-8E23-0A0E-22D8-664C522C1A0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572;p36">
            <a:extLst>
              <a:ext uri="{FF2B5EF4-FFF2-40B4-BE49-F238E27FC236}">
                <a16:creationId xmlns:a16="http://schemas.microsoft.com/office/drawing/2014/main" id="{F55DB689-AC19-C20D-D396-6D2A16CA362C}"/>
              </a:ext>
            </a:extLst>
          </p:cNvPr>
          <p:cNvGrpSpPr/>
          <p:nvPr/>
        </p:nvGrpSpPr>
        <p:grpSpPr>
          <a:xfrm>
            <a:off x="1656695" y="4645694"/>
            <a:ext cx="239476" cy="216599"/>
            <a:chOff x="1642882" y="3855859"/>
            <a:chExt cx="416516" cy="376726"/>
          </a:xfrm>
        </p:grpSpPr>
        <p:sp>
          <p:nvSpPr>
            <p:cNvPr id="8" name="Google Shape;573;p36">
              <a:extLst>
                <a:ext uri="{FF2B5EF4-FFF2-40B4-BE49-F238E27FC236}">
                  <a16:creationId xmlns:a16="http://schemas.microsoft.com/office/drawing/2014/main" id="{BDE0E4A2-61B5-9592-9BC7-07F37E7FDDBE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4;p36">
              <a:extLst>
                <a:ext uri="{FF2B5EF4-FFF2-40B4-BE49-F238E27FC236}">
                  <a16:creationId xmlns:a16="http://schemas.microsoft.com/office/drawing/2014/main" id="{60060EC9-2894-8716-4ACA-1335484EB37C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575;p36">
            <a:extLst>
              <a:ext uri="{FF2B5EF4-FFF2-40B4-BE49-F238E27FC236}">
                <a16:creationId xmlns:a16="http://schemas.microsoft.com/office/drawing/2014/main" id="{A1D855EF-58CD-60D6-B28E-E6EF80FFCC1D}"/>
              </a:ext>
            </a:extLst>
          </p:cNvPr>
          <p:cNvGrpSpPr/>
          <p:nvPr/>
        </p:nvGrpSpPr>
        <p:grpSpPr>
          <a:xfrm>
            <a:off x="477119" y="3170499"/>
            <a:ext cx="795246" cy="1791303"/>
            <a:chOff x="934319" y="1114520"/>
            <a:chExt cx="1383156" cy="3115578"/>
          </a:xfrm>
        </p:grpSpPr>
        <p:sp>
          <p:nvSpPr>
            <p:cNvPr id="11" name="Google Shape;576;p36">
              <a:extLst>
                <a:ext uri="{FF2B5EF4-FFF2-40B4-BE49-F238E27FC236}">
                  <a16:creationId xmlns:a16="http://schemas.microsoft.com/office/drawing/2014/main" id="{62609AFF-9FAB-768E-DBCD-F33AC838569A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7;p36">
              <a:extLst>
                <a:ext uri="{FF2B5EF4-FFF2-40B4-BE49-F238E27FC236}">
                  <a16:creationId xmlns:a16="http://schemas.microsoft.com/office/drawing/2014/main" id="{7C3588B5-E0B9-D118-6D9E-486492A5B968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;p36">
              <a:extLst>
                <a:ext uri="{FF2B5EF4-FFF2-40B4-BE49-F238E27FC236}">
                  <a16:creationId xmlns:a16="http://schemas.microsoft.com/office/drawing/2014/main" id="{72C803B2-392B-4754-9FF9-D69DF7E5634F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9;p36">
              <a:extLst>
                <a:ext uri="{FF2B5EF4-FFF2-40B4-BE49-F238E27FC236}">
                  <a16:creationId xmlns:a16="http://schemas.microsoft.com/office/drawing/2014/main" id="{E1A3CB9E-A7C8-BA99-FDB7-0102B968D585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0;p36">
              <a:extLst>
                <a:ext uri="{FF2B5EF4-FFF2-40B4-BE49-F238E27FC236}">
                  <a16:creationId xmlns:a16="http://schemas.microsoft.com/office/drawing/2014/main" id="{DF7C7801-8910-D25E-C5FA-8BB0F3A1C551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1;p36">
              <a:extLst>
                <a:ext uri="{FF2B5EF4-FFF2-40B4-BE49-F238E27FC236}">
                  <a16:creationId xmlns:a16="http://schemas.microsoft.com/office/drawing/2014/main" id="{C4783824-7B45-830C-8406-2AFE02D236EA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2;p36">
              <a:extLst>
                <a:ext uri="{FF2B5EF4-FFF2-40B4-BE49-F238E27FC236}">
                  <a16:creationId xmlns:a16="http://schemas.microsoft.com/office/drawing/2014/main" id="{F9FED335-03C0-A26E-F9D5-28D0F6C217B1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3;p36">
              <a:extLst>
                <a:ext uri="{FF2B5EF4-FFF2-40B4-BE49-F238E27FC236}">
                  <a16:creationId xmlns:a16="http://schemas.microsoft.com/office/drawing/2014/main" id="{42D9F151-DE7D-D28B-79AB-CAA812B5F144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4;p36">
              <a:extLst>
                <a:ext uri="{FF2B5EF4-FFF2-40B4-BE49-F238E27FC236}">
                  <a16:creationId xmlns:a16="http://schemas.microsoft.com/office/drawing/2014/main" id="{E4646834-F291-2D29-E4AC-9C18491A2D11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5;p36">
              <a:extLst>
                <a:ext uri="{FF2B5EF4-FFF2-40B4-BE49-F238E27FC236}">
                  <a16:creationId xmlns:a16="http://schemas.microsoft.com/office/drawing/2014/main" id="{8D19148D-B80F-391F-C2EC-CB7BB143C876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6;p36">
              <a:extLst>
                <a:ext uri="{FF2B5EF4-FFF2-40B4-BE49-F238E27FC236}">
                  <a16:creationId xmlns:a16="http://schemas.microsoft.com/office/drawing/2014/main" id="{DC3F7730-4BC1-4CB8-2798-66D672DECAD3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87;p36">
              <a:extLst>
                <a:ext uri="{FF2B5EF4-FFF2-40B4-BE49-F238E27FC236}">
                  <a16:creationId xmlns:a16="http://schemas.microsoft.com/office/drawing/2014/main" id="{81D24BD0-93E8-2C41-DAEE-30A84CB70C1B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8;p36">
              <a:extLst>
                <a:ext uri="{FF2B5EF4-FFF2-40B4-BE49-F238E27FC236}">
                  <a16:creationId xmlns:a16="http://schemas.microsoft.com/office/drawing/2014/main" id="{C0F85579-3F1A-6E75-4034-BB72916FF696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9;p36">
              <a:extLst>
                <a:ext uri="{FF2B5EF4-FFF2-40B4-BE49-F238E27FC236}">
                  <a16:creationId xmlns:a16="http://schemas.microsoft.com/office/drawing/2014/main" id="{1BF3036A-A007-365B-9CED-71A22EF3DA9C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0;p36">
              <a:extLst>
                <a:ext uri="{FF2B5EF4-FFF2-40B4-BE49-F238E27FC236}">
                  <a16:creationId xmlns:a16="http://schemas.microsoft.com/office/drawing/2014/main" id="{B4FE2594-FFB0-E578-A767-85F23B064264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1;p36">
              <a:extLst>
                <a:ext uri="{FF2B5EF4-FFF2-40B4-BE49-F238E27FC236}">
                  <a16:creationId xmlns:a16="http://schemas.microsoft.com/office/drawing/2014/main" id="{E2B2D8BA-F3A1-83FA-CB2B-79BC0491C573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2;p36">
              <a:extLst>
                <a:ext uri="{FF2B5EF4-FFF2-40B4-BE49-F238E27FC236}">
                  <a16:creationId xmlns:a16="http://schemas.microsoft.com/office/drawing/2014/main" id="{091141B7-A6EC-C327-7EE0-2F7B2D36AF40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3;p36">
              <a:extLst>
                <a:ext uri="{FF2B5EF4-FFF2-40B4-BE49-F238E27FC236}">
                  <a16:creationId xmlns:a16="http://schemas.microsoft.com/office/drawing/2014/main" id="{92DDD16F-1E76-196C-C158-9AEE0D63CAD0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;p36">
              <a:extLst>
                <a:ext uri="{FF2B5EF4-FFF2-40B4-BE49-F238E27FC236}">
                  <a16:creationId xmlns:a16="http://schemas.microsoft.com/office/drawing/2014/main" id="{C3F7B676-25F8-1ABD-ADDD-48F4E8C8C09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5;p36">
              <a:extLst>
                <a:ext uri="{FF2B5EF4-FFF2-40B4-BE49-F238E27FC236}">
                  <a16:creationId xmlns:a16="http://schemas.microsoft.com/office/drawing/2014/main" id="{A4F2F253-277A-C3B0-55FD-8133196B8735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6;p36">
              <a:extLst>
                <a:ext uri="{FF2B5EF4-FFF2-40B4-BE49-F238E27FC236}">
                  <a16:creationId xmlns:a16="http://schemas.microsoft.com/office/drawing/2014/main" id="{877F28BC-4858-BFB1-D205-65A38CF283F9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7;p36">
              <a:extLst>
                <a:ext uri="{FF2B5EF4-FFF2-40B4-BE49-F238E27FC236}">
                  <a16:creationId xmlns:a16="http://schemas.microsoft.com/office/drawing/2014/main" id="{14881ADC-DEA4-0ADE-2C91-173DD2C3C54E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8;p36">
              <a:extLst>
                <a:ext uri="{FF2B5EF4-FFF2-40B4-BE49-F238E27FC236}">
                  <a16:creationId xmlns:a16="http://schemas.microsoft.com/office/drawing/2014/main" id="{6F67B0C7-330D-7CCC-112D-F965BE7AF96D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99;p36">
              <a:extLst>
                <a:ext uri="{FF2B5EF4-FFF2-40B4-BE49-F238E27FC236}">
                  <a16:creationId xmlns:a16="http://schemas.microsoft.com/office/drawing/2014/main" id="{A0DB536F-83F6-F7E0-2ABD-696A1F1E6C61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0;p36">
              <a:extLst>
                <a:ext uri="{FF2B5EF4-FFF2-40B4-BE49-F238E27FC236}">
                  <a16:creationId xmlns:a16="http://schemas.microsoft.com/office/drawing/2014/main" id="{046432CC-6BFD-E1DE-AA66-D22B9FB673F7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01;p36">
              <a:extLst>
                <a:ext uri="{FF2B5EF4-FFF2-40B4-BE49-F238E27FC236}">
                  <a16:creationId xmlns:a16="http://schemas.microsoft.com/office/drawing/2014/main" id="{77E6ACB2-2B7F-6EBF-B384-D0130849D4E5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02;p36">
              <a:extLst>
                <a:ext uri="{FF2B5EF4-FFF2-40B4-BE49-F238E27FC236}">
                  <a16:creationId xmlns:a16="http://schemas.microsoft.com/office/drawing/2014/main" id="{85C83A57-F524-77B2-C8FF-98AF5FAD38D6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3;p36">
              <a:extLst>
                <a:ext uri="{FF2B5EF4-FFF2-40B4-BE49-F238E27FC236}">
                  <a16:creationId xmlns:a16="http://schemas.microsoft.com/office/drawing/2014/main" id="{79968F62-431A-E6AC-EF19-736F3D95201A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04;p36">
              <a:extLst>
                <a:ext uri="{FF2B5EF4-FFF2-40B4-BE49-F238E27FC236}">
                  <a16:creationId xmlns:a16="http://schemas.microsoft.com/office/drawing/2014/main" id="{E3B18AEB-BB16-41C7-4C3B-C6167D5407BA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05;p36">
              <a:extLst>
                <a:ext uri="{FF2B5EF4-FFF2-40B4-BE49-F238E27FC236}">
                  <a16:creationId xmlns:a16="http://schemas.microsoft.com/office/drawing/2014/main" id="{FF0D42C1-1D3C-F351-BF7B-E520D3E43B2F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6;p36">
              <a:extLst>
                <a:ext uri="{FF2B5EF4-FFF2-40B4-BE49-F238E27FC236}">
                  <a16:creationId xmlns:a16="http://schemas.microsoft.com/office/drawing/2014/main" id="{525F6F95-2640-1866-13FA-8A509181A101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07;p36">
              <a:extLst>
                <a:ext uri="{FF2B5EF4-FFF2-40B4-BE49-F238E27FC236}">
                  <a16:creationId xmlns:a16="http://schemas.microsoft.com/office/drawing/2014/main" id="{0672F749-DD1C-A1A0-A700-15D12357635B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08;p36">
              <a:extLst>
                <a:ext uri="{FF2B5EF4-FFF2-40B4-BE49-F238E27FC236}">
                  <a16:creationId xmlns:a16="http://schemas.microsoft.com/office/drawing/2014/main" id="{AC630FC6-3428-9983-92A1-ED5635119EF1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9;p36">
              <a:extLst>
                <a:ext uri="{FF2B5EF4-FFF2-40B4-BE49-F238E27FC236}">
                  <a16:creationId xmlns:a16="http://schemas.microsoft.com/office/drawing/2014/main" id="{70159339-F30D-C2DA-0869-3F5A80B2F532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0;p36">
              <a:extLst>
                <a:ext uri="{FF2B5EF4-FFF2-40B4-BE49-F238E27FC236}">
                  <a16:creationId xmlns:a16="http://schemas.microsoft.com/office/drawing/2014/main" id="{985CB126-FA28-153B-616C-B6EBA93D2797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;p36">
              <a:extLst>
                <a:ext uri="{FF2B5EF4-FFF2-40B4-BE49-F238E27FC236}">
                  <a16:creationId xmlns:a16="http://schemas.microsoft.com/office/drawing/2014/main" id="{6E630961-DC31-B813-17CB-986453EBC5E4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;p36">
              <a:extLst>
                <a:ext uri="{FF2B5EF4-FFF2-40B4-BE49-F238E27FC236}">
                  <a16:creationId xmlns:a16="http://schemas.microsoft.com/office/drawing/2014/main" id="{56EFD702-8E16-C53C-2487-8D2A651B7799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3;p36">
              <a:extLst>
                <a:ext uri="{FF2B5EF4-FFF2-40B4-BE49-F238E27FC236}">
                  <a16:creationId xmlns:a16="http://schemas.microsoft.com/office/drawing/2014/main" id="{3812E6A7-597F-3BBA-EAD6-3688944F4F77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14;p36">
              <a:extLst>
                <a:ext uri="{FF2B5EF4-FFF2-40B4-BE49-F238E27FC236}">
                  <a16:creationId xmlns:a16="http://schemas.microsoft.com/office/drawing/2014/main" id="{2A00EAC3-4985-8FBA-AF53-0461C8F4CE59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15;p36">
              <a:extLst>
                <a:ext uri="{FF2B5EF4-FFF2-40B4-BE49-F238E27FC236}">
                  <a16:creationId xmlns:a16="http://schemas.microsoft.com/office/drawing/2014/main" id="{8648FC75-AD19-0276-7F77-064624406589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16;p36">
              <a:extLst>
                <a:ext uri="{FF2B5EF4-FFF2-40B4-BE49-F238E27FC236}">
                  <a16:creationId xmlns:a16="http://schemas.microsoft.com/office/drawing/2014/main" id="{A8F5FCE7-5236-E41D-301B-307438ABBAF9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94" name="Google Shape;617;p36">
                <a:extLst>
                  <a:ext uri="{FF2B5EF4-FFF2-40B4-BE49-F238E27FC236}">
                    <a16:creationId xmlns:a16="http://schemas.microsoft.com/office/drawing/2014/main" id="{FA080D15-3473-F53B-EC78-9B6EB13273A4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618;p36">
                <a:extLst>
                  <a:ext uri="{FF2B5EF4-FFF2-40B4-BE49-F238E27FC236}">
                    <a16:creationId xmlns:a16="http://schemas.microsoft.com/office/drawing/2014/main" id="{766415CD-4033-41D9-4F83-50C501754100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619;p36">
                <a:extLst>
                  <a:ext uri="{FF2B5EF4-FFF2-40B4-BE49-F238E27FC236}">
                    <a16:creationId xmlns:a16="http://schemas.microsoft.com/office/drawing/2014/main" id="{89D513F9-0D1D-3F7A-DBFE-E02994FFA2A8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620;p36">
                <a:extLst>
                  <a:ext uri="{FF2B5EF4-FFF2-40B4-BE49-F238E27FC236}">
                    <a16:creationId xmlns:a16="http://schemas.microsoft.com/office/drawing/2014/main" id="{C013C64A-84C8-53F0-B292-A794AAC8947B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621;p36">
              <a:extLst>
                <a:ext uri="{FF2B5EF4-FFF2-40B4-BE49-F238E27FC236}">
                  <a16:creationId xmlns:a16="http://schemas.microsoft.com/office/drawing/2014/main" id="{8E0BD6AA-34A9-B314-1E38-F01EB630679B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2;p36">
              <a:extLst>
                <a:ext uri="{FF2B5EF4-FFF2-40B4-BE49-F238E27FC236}">
                  <a16:creationId xmlns:a16="http://schemas.microsoft.com/office/drawing/2014/main" id="{5962A7F5-7FC0-E956-722A-761434FA6332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3;p36">
              <a:extLst>
                <a:ext uri="{FF2B5EF4-FFF2-40B4-BE49-F238E27FC236}">
                  <a16:creationId xmlns:a16="http://schemas.microsoft.com/office/drawing/2014/main" id="{547456F1-BD94-BA26-B7FC-1445B4BED81A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4;p36">
              <a:extLst>
                <a:ext uri="{FF2B5EF4-FFF2-40B4-BE49-F238E27FC236}">
                  <a16:creationId xmlns:a16="http://schemas.microsoft.com/office/drawing/2014/main" id="{99810C4D-267D-F2F0-BF22-1CD00E773DAE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5;p36">
              <a:extLst>
                <a:ext uri="{FF2B5EF4-FFF2-40B4-BE49-F238E27FC236}">
                  <a16:creationId xmlns:a16="http://schemas.microsoft.com/office/drawing/2014/main" id="{2427AE90-6A43-A706-1B0A-9F12C637B59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6;p36">
              <a:extLst>
                <a:ext uri="{FF2B5EF4-FFF2-40B4-BE49-F238E27FC236}">
                  <a16:creationId xmlns:a16="http://schemas.microsoft.com/office/drawing/2014/main" id="{0C1C2C23-26EA-2738-9172-EE8B5B5455FB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27;p36">
              <a:extLst>
                <a:ext uri="{FF2B5EF4-FFF2-40B4-BE49-F238E27FC236}">
                  <a16:creationId xmlns:a16="http://schemas.microsoft.com/office/drawing/2014/main" id="{B21C56FE-4B9E-D16A-E65B-2ED6B6511B6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28;p36">
              <a:extLst>
                <a:ext uri="{FF2B5EF4-FFF2-40B4-BE49-F238E27FC236}">
                  <a16:creationId xmlns:a16="http://schemas.microsoft.com/office/drawing/2014/main" id="{243579F5-D3F7-AA86-0D01-C7418D60B5A0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29;p36">
              <a:extLst>
                <a:ext uri="{FF2B5EF4-FFF2-40B4-BE49-F238E27FC236}">
                  <a16:creationId xmlns:a16="http://schemas.microsoft.com/office/drawing/2014/main" id="{E51BBE95-2307-E6C0-5D13-1CD3B1619902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30;p36">
              <a:extLst>
                <a:ext uri="{FF2B5EF4-FFF2-40B4-BE49-F238E27FC236}">
                  <a16:creationId xmlns:a16="http://schemas.microsoft.com/office/drawing/2014/main" id="{8C77DEBA-DA7C-1609-A9FF-59581AC6AF8A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31;p36">
              <a:extLst>
                <a:ext uri="{FF2B5EF4-FFF2-40B4-BE49-F238E27FC236}">
                  <a16:creationId xmlns:a16="http://schemas.microsoft.com/office/drawing/2014/main" id="{F908D2A8-8B17-9DF7-1429-E147CF309FEA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32;p36">
              <a:extLst>
                <a:ext uri="{FF2B5EF4-FFF2-40B4-BE49-F238E27FC236}">
                  <a16:creationId xmlns:a16="http://schemas.microsoft.com/office/drawing/2014/main" id="{A939FA7F-ED5B-D8D5-871F-7208437B2676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33;p36">
              <a:extLst>
                <a:ext uri="{FF2B5EF4-FFF2-40B4-BE49-F238E27FC236}">
                  <a16:creationId xmlns:a16="http://schemas.microsoft.com/office/drawing/2014/main" id="{CCD041D5-F39D-0CAF-DBE4-9CEE961EC8E7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634;p36">
              <a:extLst>
                <a:ext uri="{FF2B5EF4-FFF2-40B4-BE49-F238E27FC236}">
                  <a16:creationId xmlns:a16="http://schemas.microsoft.com/office/drawing/2014/main" id="{AFDA9356-9864-8E8D-7895-75CE0E44BED8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89" name="Google Shape;635;p36">
                <a:extLst>
                  <a:ext uri="{FF2B5EF4-FFF2-40B4-BE49-F238E27FC236}">
                    <a16:creationId xmlns:a16="http://schemas.microsoft.com/office/drawing/2014/main" id="{87193DD2-3141-DE44-3690-F3C03453BBAA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636;p36">
                <a:extLst>
                  <a:ext uri="{FF2B5EF4-FFF2-40B4-BE49-F238E27FC236}">
                    <a16:creationId xmlns:a16="http://schemas.microsoft.com/office/drawing/2014/main" id="{33E13E16-D21B-AAB8-54C6-95581D3ED36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637;p36">
                <a:extLst>
                  <a:ext uri="{FF2B5EF4-FFF2-40B4-BE49-F238E27FC236}">
                    <a16:creationId xmlns:a16="http://schemas.microsoft.com/office/drawing/2014/main" id="{8582D2E8-B18E-5190-68EB-12982E2F1FF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638;p36">
                <a:extLst>
                  <a:ext uri="{FF2B5EF4-FFF2-40B4-BE49-F238E27FC236}">
                    <a16:creationId xmlns:a16="http://schemas.microsoft.com/office/drawing/2014/main" id="{D30CB61F-1071-279B-47A5-7C5590BE7AA3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639;p36">
                <a:extLst>
                  <a:ext uri="{FF2B5EF4-FFF2-40B4-BE49-F238E27FC236}">
                    <a16:creationId xmlns:a16="http://schemas.microsoft.com/office/drawing/2014/main" id="{D8423948-A7A0-78DA-CEF8-42979C03D9C9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640;p36">
              <a:extLst>
                <a:ext uri="{FF2B5EF4-FFF2-40B4-BE49-F238E27FC236}">
                  <a16:creationId xmlns:a16="http://schemas.microsoft.com/office/drawing/2014/main" id="{2A83F4ED-64FF-614E-A782-07F902C5DCD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86" name="Google Shape;641;p36">
                <a:extLst>
                  <a:ext uri="{FF2B5EF4-FFF2-40B4-BE49-F238E27FC236}">
                    <a16:creationId xmlns:a16="http://schemas.microsoft.com/office/drawing/2014/main" id="{B4975ED7-7DD9-137C-61A6-BC32DF818729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642;p36">
                <a:extLst>
                  <a:ext uri="{FF2B5EF4-FFF2-40B4-BE49-F238E27FC236}">
                    <a16:creationId xmlns:a16="http://schemas.microsoft.com/office/drawing/2014/main" id="{9B175B60-7607-3AF9-EFDD-D039FEF8F279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643;p36">
                <a:extLst>
                  <a:ext uri="{FF2B5EF4-FFF2-40B4-BE49-F238E27FC236}">
                    <a16:creationId xmlns:a16="http://schemas.microsoft.com/office/drawing/2014/main" id="{E4CF7355-2CCB-06CC-4B71-CD3EED0600CF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644;p36">
              <a:extLst>
                <a:ext uri="{FF2B5EF4-FFF2-40B4-BE49-F238E27FC236}">
                  <a16:creationId xmlns:a16="http://schemas.microsoft.com/office/drawing/2014/main" id="{9412A949-D907-43E7-97E5-3C66286F44B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45;p36">
              <a:extLst>
                <a:ext uri="{FF2B5EF4-FFF2-40B4-BE49-F238E27FC236}">
                  <a16:creationId xmlns:a16="http://schemas.microsoft.com/office/drawing/2014/main" id="{D300E5A1-C552-74EF-D4B4-FA6E3B567407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46;p36">
              <a:extLst>
                <a:ext uri="{FF2B5EF4-FFF2-40B4-BE49-F238E27FC236}">
                  <a16:creationId xmlns:a16="http://schemas.microsoft.com/office/drawing/2014/main" id="{8E1570CD-C647-8F3F-90E7-9134CF9139C5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47;p36">
              <a:extLst>
                <a:ext uri="{FF2B5EF4-FFF2-40B4-BE49-F238E27FC236}">
                  <a16:creationId xmlns:a16="http://schemas.microsoft.com/office/drawing/2014/main" id="{4C832912-00AA-AE44-9E91-BD43E41D640B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48;p36">
              <a:extLst>
                <a:ext uri="{FF2B5EF4-FFF2-40B4-BE49-F238E27FC236}">
                  <a16:creationId xmlns:a16="http://schemas.microsoft.com/office/drawing/2014/main" id="{A87E0B75-A1F6-8AD6-E0A6-A1EAB0035361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649;p36">
            <a:extLst>
              <a:ext uri="{FF2B5EF4-FFF2-40B4-BE49-F238E27FC236}">
                <a16:creationId xmlns:a16="http://schemas.microsoft.com/office/drawing/2014/main" id="{613F0E1B-850C-DC3F-BFC7-9D8A0202F9F8}"/>
              </a:ext>
            </a:extLst>
          </p:cNvPr>
          <p:cNvGrpSpPr/>
          <p:nvPr/>
        </p:nvGrpSpPr>
        <p:grpSpPr>
          <a:xfrm>
            <a:off x="6786934" y="3098811"/>
            <a:ext cx="752106" cy="1791258"/>
            <a:chOff x="2111259" y="2160174"/>
            <a:chExt cx="844051" cy="2078951"/>
          </a:xfrm>
        </p:grpSpPr>
        <p:sp>
          <p:nvSpPr>
            <p:cNvPr id="99" name="Google Shape;650;p36">
              <a:extLst>
                <a:ext uri="{FF2B5EF4-FFF2-40B4-BE49-F238E27FC236}">
                  <a16:creationId xmlns:a16="http://schemas.microsoft.com/office/drawing/2014/main" id="{5CF84B86-1ABE-E67D-5669-54B1B5C9102C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1;p36">
              <a:extLst>
                <a:ext uri="{FF2B5EF4-FFF2-40B4-BE49-F238E27FC236}">
                  <a16:creationId xmlns:a16="http://schemas.microsoft.com/office/drawing/2014/main" id="{16C71983-8DD5-C14B-FB9C-21E9B50DC414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52;p36">
              <a:extLst>
                <a:ext uri="{FF2B5EF4-FFF2-40B4-BE49-F238E27FC236}">
                  <a16:creationId xmlns:a16="http://schemas.microsoft.com/office/drawing/2014/main" id="{872EB323-5DF1-0430-9047-4E4A9EFA3536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53;p36">
              <a:extLst>
                <a:ext uri="{FF2B5EF4-FFF2-40B4-BE49-F238E27FC236}">
                  <a16:creationId xmlns:a16="http://schemas.microsoft.com/office/drawing/2014/main" id="{ADFF6F61-62C6-07FA-6793-23317FFDF5ED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54;p36">
              <a:extLst>
                <a:ext uri="{FF2B5EF4-FFF2-40B4-BE49-F238E27FC236}">
                  <a16:creationId xmlns:a16="http://schemas.microsoft.com/office/drawing/2014/main" id="{99CBF614-0038-3EA3-DB19-3151E351DFD3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55;p36">
              <a:extLst>
                <a:ext uri="{FF2B5EF4-FFF2-40B4-BE49-F238E27FC236}">
                  <a16:creationId xmlns:a16="http://schemas.microsoft.com/office/drawing/2014/main" id="{8E7F3F15-3696-B50C-FF7C-96F2351998C0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56;p36">
              <a:extLst>
                <a:ext uri="{FF2B5EF4-FFF2-40B4-BE49-F238E27FC236}">
                  <a16:creationId xmlns:a16="http://schemas.microsoft.com/office/drawing/2014/main" id="{597954D6-7BCB-3C48-248E-E164EFF62382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57;p36">
              <a:extLst>
                <a:ext uri="{FF2B5EF4-FFF2-40B4-BE49-F238E27FC236}">
                  <a16:creationId xmlns:a16="http://schemas.microsoft.com/office/drawing/2014/main" id="{AC79E3D5-A205-CC46-A79B-156ABB92F04F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58;p36">
              <a:extLst>
                <a:ext uri="{FF2B5EF4-FFF2-40B4-BE49-F238E27FC236}">
                  <a16:creationId xmlns:a16="http://schemas.microsoft.com/office/drawing/2014/main" id="{9853B549-EA74-3F2B-8FE4-1B3C3254BCB6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59;p36">
              <a:extLst>
                <a:ext uri="{FF2B5EF4-FFF2-40B4-BE49-F238E27FC236}">
                  <a16:creationId xmlns:a16="http://schemas.microsoft.com/office/drawing/2014/main" id="{AC44EF6D-30BD-A453-39D3-A8E1845CF70F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60;p36">
              <a:extLst>
                <a:ext uri="{FF2B5EF4-FFF2-40B4-BE49-F238E27FC236}">
                  <a16:creationId xmlns:a16="http://schemas.microsoft.com/office/drawing/2014/main" id="{94B372F1-C37F-8DD6-E35D-917681ACD759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61;p36">
              <a:extLst>
                <a:ext uri="{FF2B5EF4-FFF2-40B4-BE49-F238E27FC236}">
                  <a16:creationId xmlns:a16="http://schemas.microsoft.com/office/drawing/2014/main" id="{CA3FD04E-6E4F-7218-B831-5EE96B0E44C0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62;p36">
              <a:extLst>
                <a:ext uri="{FF2B5EF4-FFF2-40B4-BE49-F238E27FC236}">
                  <a16:creationId xmlns:a16="http://schemas.microsoft.com/office/drawing/2014/main" id="{3CC15B23-C080-9A0A-4661-E70C8737531A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63;p36">
              <a:extLst>
                <a:ext uri="{FF2B5EF4-FFF2-40B4-BE49-F238E27FC236}">
                  <a16:creationId xmlns:a16="http://schemas.microsoft.com/office/drawing/2014/main" id="{1A3FBD55-5FDB-98FA-F880-C9957BE0CA82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64;p36">
              <a:extLst>
                <a:ext uri="{FF2B5EF4-FFF2-40B4-BE49-F238E27FC236}">
                  <a16:creationId xmlns:a16="http://schemas.microsoft.com/office/drawing/2014/main" id="{78DBFCF2-D9A4-D164-8B53-BE98F37DB41E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65;p36">
              <a:extLst>
                <a:ext uri="{FF2B5EF4-FFF2-40B4-BE49-F238E27FC236}">
                  <a16:creationId xmlns:a16="http://schemas.microsoft.com/office/drawing/2014/main" id="{6C4B1E9A-CBC4-19F9-49BA-779BE2C09A7B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66;p36">
              <a:extLst>
                <a:ext uri="{FF2B5EF4-FFF2-40B4-BE49-F238E27FC236}">
                  <a16:creationId xmlns:a16="http://schemas.microsoft.com/office/drawing/2014/main" id="{841FA892-7DC4-765A-0B8E-A81B4A2026B0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67;p36">
              <a:extLst>
                <a:ext uri="{FF2B5EF4-FFF2-40B4-BE49-F238E27FC236}">
                  <a16:creationId xmlns:a16="http://schemas.microsoft.com/office/drawing/2014/main" id="{625AFDF8-BCCD-90F7-BA23-511600A5FAFA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68;p36">
              <a:extLst>
                <a:ext uri="{FF2B5EF4-FFF2-40B4-BE49-F238E27FC236}">
                  <a16:creationId xmlns:a16="http://schemas.microsoft.com/office/drawing/2014/main" id="{3E79C966-7FBE-9AEB-9AB1-E5141572B73E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69;p36">
              <a:extLst>
                <a:ext uri="{FF2B5EF4-FFF2-40B4-BE49-F238E27FC236}">
                  <a16:creationId xmlns:a16="http://schemas.microsoft.com/office/drawing/2014/main" id="{85AAA774-2E65-D780-1BF7-D5C7D439B872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70;p36">
              <a:extLst>
                <a:ext uri="{FF2B5EF4-FFF2-40B4-BE49-F238E27FC236}">
                  <a16:creationId xmlns:a16="http://schemas.microsoft.com/office/drawing/2014/main" id="{D302DB1D-D925-2A41-0639-60BC2ED792DF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71;p36">
              <a:extLst>
                <a:ext uri="{FF2B5EF4-FFF2-40B4-BE49-F238E27FC236}">
                  <a16:creationId xmlns:a16="http://schemas.microsoft.com/office/drawing/2014/main" id="{1D5F3D75-9C13-A322-A6C5-290C4E898AFC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72;p36">
              <a:extLst>
                <a:ext uri="{FF2B5EF4-FFF2-40B4-BE49-F238E27FC236}">
                  <a16:creationId xmlns:a16="http://schemas.microsoft.com/office/drawing/2014/main" id="{514F1DE4-893C-9014-36A9-B54542B633DE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73;p36">
              <a:extLst>
                <a:ext uri="{FF2B5EF4-FFF2-40B4-BE49-F238E27FC236}">
                  <a16:creationId xmlns:a16="http://schemas.microsoft.com/office/drawing/2014/main" id="{81A56832-EC36-E8E7-E50C-2AC005B00B9B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74;p36">
              <a:extLst>
                <a:ext uri="{FF2B5EF4-FFF2-40B4-BE49-F238E27FC236}">
                  <a16:creationId xmlns:a16="http://schemas.microsoft.com/office/drawing/2014/main" id="{53454227-3910-2831-B609-9D454EB66D9A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75;p36">
              <a:extLst>
                <a:ext uri="{FF2B5EF4-FFF2-40B4-BE49-F238E27FC236}">
                  <a16:creationId xmlns:a16="http://schemas.microsoft.com/office/drawing/2014/main" id="{4FDEB385-13F4-C038-3068-A2DF94170D68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76;p36">
              <a:extLst>
                <a:ext uri="{FF2B5EF4-FFF2-40B4-BE49-F238E27FC236}">
                  <a16:creationId xmlns:a16="http://schemas.microsoft.com/office/drawing/2014/main" id="{F7B00657-18B9-11D5-9591-765F92A0FB76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77;p36">
              <a:extLst>
                <a:ext uri="{FF2B5EF4-FFF2-40B4-BE49-F238E27FC236}">
                  <a16:creationId xmlns:a16="http://schemas.microsoft.com/office/drawing/2014/main" id="{F52DA32F-205C-F0A9-061F-A1A1F1F4062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78;p36">
              <a:extLst>
                <a:ext uri="{FF2B5EF4-FFF2-40B4-BE49-F238E27FC236}">
                  <a16:creationId xmlns:a16="http://schemas.microsoft.com/office/drawing/2014/main" id="{B54AEA10-7B51-BE8B-C3BF-ACB903A9C3D3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79;p36">
              <a:extLst>
                <a:ext uri="{FF2B5EF4-FFF2-40B4-BE49-F238E27FC236}">
                  <a16:creationId xmlns:a16="http://schemas.microsoft.com/office/drawing/2014/main" id="{BF9AAAF9-3D6C-6FF0-4B7B-435A84CD2D9E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;p36">
              <a:extLst>
                <a:ext uri="{FF2B5EF4-FFF2-40B4-BE49-F238E27FC236}">
                  <a16:creationId xmlns:a16="http://schemas.microsoft.com/office/drawing/2014/main" id="{EC82EA7F-2B5F-1AC9-AF1B-5A36B3F7E851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1;p36">
              <a:extLst>
                <a:ext uri="{FF2B5EF4-FFF2-40B4-BE49-F238E27FC236}">
                  <a16:creationId xmlns:a16="http://schemas.microsoft.com/office/drawing/2014/main" id="{AF8CB112-F271-366F-B28F-7E152BE496E9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82;p36">
              <a:extLst>
                <a:ext uri="{FF2B5EF4-FFF2-40B4-BE49-F238E27FC236}">
                  <a16:creationId xmlns:a16="http://schemas.microsoft.com/office/drawing/2014/main" id="{2A272466-B3CD-DC98-E9E8-76F5315307BB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83;p36">
              <a:extLst>
                <a:ext uri="{FF2B5EF4-FFF2-40B4-BE49-F238E27FC236}">
                  <a16:creationId xmlns:a16="http://schemas.microsoft.com/office/drawing/2014/main" id="{98D45777-1FC7-DFF0-DFB6-CDF072BCA603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84;p36">
              <a:extLst>
                <a:ext uri="{FF2B5EF4-FFF2-40B4-BE49-F238E27FC236}">
                  <a16:creationId xmlns:a16="http://schemas.microsoft.com/office/drawing/2014/main" id="{F24EA392-B21E-9C2F-2A68-74229C73CEE6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85;p36">
              <a:extLst>
                <a:ext uri="{FF2B5EF4-FFF2-40B4-BE49-F238E27FC236}">
                  <a16:creationId xmlns:a16="http://schemas.microsoft.com/office/drawing/2014/main" id="{0C0CD9BA-ABA1-7EDC-B338-91FB6F6CD239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86;p36">
              <a:extLst>
                <a:ext uri="{FF2B5EF4-FFF2-40B4-BE49-F238E27FC236}">
                  <a16:creationId xmlns:a16="http://schemas.microsoft.com/office/drawing/2014/main" id="{A64570F0-D603-BC68-5205-6E2089623A7B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87;p36">
              <a:extLst>
                <a:ext uri="{FF2B5EF4-FFF2-40B4-BE49-F238E27FC236}">
                  <a16:creationId xmlns:a16="http://schemas.microsoft.com/office/drawing/2014/main" id="{B1BFD3F0-A6FE-2D40-986F-E86C3CB79EFF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88;p36">
              <a:extLst>
                <a:ext uri="{FF2B5EF4-FFF2-40B4-BE49-F238E27FC236}">
                  <a16:creationId xmlns:a16="http://schemas.microsoft.com/office/drawing/2014/main" id="{347DCA02-729A-1412-D69F-8ABB131554B4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89;p36">
              <a:extLst>
                <a:ext uri="{FF2B5EF4-FFF2-40B4-BE49-F238E27FC236}">
                  <a16:creationId xmlns:a16="http://schemas.microsoft.com/office/drawing/2014/main" id="{BEA3769F-AC12-9FE5-7D51-BCB671760C9D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90;p36">
              <a:extLst>
                <a:ext uri="{FF2B5EF4-FFF2-40B4-BE49-F238E27FC236}">
                  <a16:creationId xmlns:a16="http://schemas.microsoft.com/office/drawing/2014/main" id="{AC541346-7399-0EA5-2E59-ED465C869F5A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91;p36">
              <a:extLst>
                <a:ext uri="{FF2B5EF4-FFF2-40B4-BE49-F238E27FC236}">
                  <a16:creationId xmlns:a16="http://schemas.microsoft.com/office/drawing/2014/main" id="{49B4F41E-26B8-F48E-A2DB-BE84B646A2E8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92;p36">
              <a:extLst>
                <a:ext uri="{FF2B5EF4-FFF2-40B4-BE49-F238E27FC236}">
                  <a16:creationId xmlns:a16="http://schemas.microsoft.com/office/drawing/2014/main" id="{A0B86F2F-4A9D-8502-19C7-49633FE4049F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93;p36">
              <a:extLst>
                <a:ext uri="{FF2B5EF4-FFF2-40B4-BE49-F238E27FC236}">
                  <a16:creationId xmlns:a16="http://schemas.microsoft.com/office/drawing/2014/main" id="{7D4F06D2-9F22-BA0B-431E-C6ACE4E202DD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94;p36">
              <a:extLst>
                <a:ext uri="{FF2B5EF4-FFF2-40B4-BE49-F238E27FC236}">
                  <a16:creationId xmlns:a16="http://schemas.microsoft.com/office/drawing/2014/main" id="{A4351D49-0174-DDBA-83F0-78709201FA19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95;p36">
              <a:extLst>
                <a:ext uri="{FF2B5EF4-FFF2-40B4-BE49-F238E27FC236}">
                  <a16:creationId xmlns:a16="http://schemas.microsoft.com/office/drawing/2014/main" id="{AC83394E-A9C9-F3BC-ADB8-18767A9A9CC8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96;p36">
              <a:extLst>
                <a:ext uri="{FF2B5EF4-FFF2-40B4-BE49-F238E27FC236}">
                  <a16:creationId xmlns:a16="http://schemas.microsoft.com/office/drawing/2014/main" id="{2E81D475-6AA4-2F76-D68A-F62FF3F5C914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97;p36">
              <a:extLst>
                <a:ext uri="{FF2B5EF4-FFF2-40B4-BE49-F238E27FC236}">
                  <a16:creationId xmlns:a16="http://schemas.microsoft.com/office/drawing/2014/main" id="{5CE9938D-0DF0-D757-7A62-3FD655293E5C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98;p36">
              <a:extLst>
                <a:ext uri="{FF2B5EF4-FFF2-40B4-BE49-F238E27FC236}">
                  <a16:creationId xmlns:a16="http://schemas.microsoft.com/office/drawing/2014/main" id="{F5823E0F-9112-B513-C829-A8F5E085C91C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99;p36">
              <a:extLst>
                <a:ext uri="{FF2B5EF4-FFF2-40B4-BE49-F238E27FC236}">
                  <a16:creationId xmlns:a16="http://schemas.microsoft.com/office/drawing/2014/main" id="{3F8880EE-90A8-DCFE-CBF1-3D4ABA43B31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00;p36">
              <a:extLst>
                <a:ext uri="{FF2B5EF4-FFF2-40B4-BE49-F238E27FC236}">
                  <a16:creationId xmlns:a16="http://schemas.microsoft.com/office/drawing/2014/main" id="{CCFEDD17-0D20-5960-949D-9CE0746597F8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01;p36">
              <a:extLst>
                <a:ext uri="{FF2B5EF4-FFF2-40B4-BE49-F238E27FC236}">
                  <a16:creationId xmlns:a16="http://schemas.microsoft.com/office/drawing/2014/main" id="{767C7252-5F56-F4E7-EAF9-907A57B48B8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02;p36">
              <a:extLst>
                <a:ext uri="{FF2B5EF4-FFF2-40B4-BE49-F238E27FC236}">
                  <a16:creationId xmlns:a16="http://schemas.microsoft.com/office/drawing/2014/main" id="{38F4FFC5-1097-8540-3FAD-29266C9374D3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03;p36">
              <a:extLst>
                <a:ext uri="{FF2B5EF4-FFF2-40B4-BE49-F238E27FC236}">
                  <a16:creationId xmlns:a16="http://schemas.microsoft.com/office/drawing/2014/main" id="{419DF1E1-7C0C-6C44-8318-D564462531E9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04;p36">
              <a:extLst>
                <a:ext uri="{FF2B5EF4-FFF2-40B4-BE49-F238E27FC236}">
                  <a16:creationId xmlns:a16="http://schemas.microsoft.com/office/drawing/2014/main" id="{EB03196B-62D4-4AF4-7EFD-9051E7FC5602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05;p36">
              <a:extLst>
                <a:ext uri="{FF2B5EF4-FFF2-40B4-BE49-F238E27FC236}">
                  <a16:creationId xmlns:a16="http://schemas.microsoft.com/office/drawing/2014/main" id="{B9B7D56C-040D-F8E1-BBF6-C78DB810FE55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06;p36">
              <a:extLst>
                <a:ext uri="{FF2B5EF4-FFF2-40B4-BE49-F238E27FC236}">
                  <a16:creationId xmlns:a16="http://schemas.microsoft.com/office/drawing/2014/main" id="{4982876C-5619-C123-EE6C-C25D33DF6D15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07;p36">
              <a:extLst>
                <a:ext uri="{FF2B5EF4-FFF2-40B4-BE49-F238E27FC236}">
                  <a16:creationId xmlns:a16="http://schemas.microsoft.com/office/drawing/2014/main" id="{095ECC24-79CA-B3DD-6995-02BD12249664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08;p36">
              <a:extLst>
                <a:ext uri="{FF2B5EF4-FFF2-40B4-BE49-F238E27FC236}">
                  <a16:creationId xmlns:a16="http://schemas.microsoft.com/office/drawing/2014/main" id="{B60FFF8C-D327-6FD9-A8B4-C5F8EBDF2D92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09;p36">
              <a:extLst>
                <a:ext uri="{FF2B5EF4-FFF2-40B4-BE49-F238E27FC236}">
                  <a16:creationId xmlns:a16="http://schemas.microsoft.com/office/drawing/2014/main" id="{5E515BF8-D50F-0DB0-A6B7-32FDDA0B2D24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10;p36">
              <a:extLst>
                <a:ext uri="{FF2B5EF4-FFF2-40B4-BE49-F238E27FC236}">
                  <a16:creationId xmlns:a16="http://schemas.microsoft.com/office/drawing/2014/main" id="{39DDC23E-4FC7-4361-6C7D-2C2442A55019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11;p36">
              <a:extLst>
                <a:ext uri="{FF2B5EF4-FFF2-40B4-BE49-F238E27FC236}">
                  <a16:creationId xmlns:a16="http://schemas.microsoft.com/office/drawing/2014/main" id="{E5A0E8F1-221E-9BAD-B615-89477986A059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12;p36">
              <a:extLst>
                <a:ext uri="{FF2B5EF4-FFF2-40B4-BE49-F238E27FC236}">
                  <a16:creationId xmlns:a16="http://schemas.microsoft.com/office/drawing/2014/main" id="{F5E33D64-AFE6-BF75-6FC5-68537A2A0E4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13;p36">
              <a:extLst>
                <a:ext uri="{FF2B5EF4-FFF2-40B4-BE49-F238E27FC236}">
                  <a16:creationId xmlns:a16="http://schemas.microsoft.com/office/drawing/2014/main" id="{408296E3-154A-BBBE-029F-DDF935C4987C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14;p36">
              <a:extLst>
                <a:ext uri="{FF2B5EF4-FFF2-40B4-BE49-F238E27FC236}">
                  <a16:creationId xmlns:a16="http://schemas.microsoft.com/office/drawing/2014/main" id="{E3E78F85-CCB6-5010-1DAA-B17E8DF8DD89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15;p36">
              <a:extLst>
                <a:ext uri="{FF2B5EF4-FFF2-40B4-BE49-F238E27FC236}">
                  <a16:creationId xmlns:a16="http://schemas.microsoft.com/office/drawing/2014/main" id="{FCBA1534-221D-2E37-A31D-7BE5C022FF71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16;p36">
              <a:extLst>
                <a:ext uri="{FF2B5EF4-FFF2-40B4-BE49-F238E27FC236}">
                  <a16:creationId xmlns:a16="http://schemas.microsoft.com/office/drawing/2014/main" id="{11DC4DD3-5C3B-926F-766C-C0905DF56D72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17;p36">
              <a:extLst>
                <a:ext uri="{FF2B5EF4-FFF2-40B4-BE49-F238E27FC236}">
                  <a16:creationId xmlns:a16="http://schemas.microsoft.com/office/drawing/2014/main" id="{DC4A89CD-89E9-36EE-8370-657BE97175B6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18;p36">
              <a:extLst>
                <a:ext uri="{FF2B5EF4-FFF2-40B4-BE49-F238E27FC236}">
                  <a16:creationId xmlns:a16="http://schemas.microsoft.com/office/drawing/2014/main" id="{934DD45E-61F7-B3AC-485A-CE750B97D9B9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19;p36">
              <a:extLst>
                <a:ext uri="{FF2B5EF4-FFF2-40B4-BE49-F238E27FC236}">
                  <a16:creationId xmlns:a16="http://schemas.microsoft.com/office/drawing/2014/main" id="{DE52CD75-F922-E169-4F39-E9C769A5165C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20;p36">
              <a:extLst>
                <a:ext uri="{FF2B5EF4-FFF2-40B4-BE49-F238E27FC236}">
                  <a16:creationId xmlns:a16="http://schemas.microsoft.com/office/drawing/2014/main" id="{2B7C26AF-81E0-3D12-4BEC-EA890DF4B8A4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21;p36">
              <a:extLst>
                <a:ext uri="{FF2B5EF4-FFF2-40B4-BE49-F238E27FC236}">
                  <a16:creationId xmlns:a16="http://schemas.microsoft.com/office/drawing/2014/main" id="{3E412196-541B-5E96-6E28-7E70CD9C1A34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22;p36">
              <a:extLst>
                <a:ext uri="{FF2B5EF4-FFF2-40B4-BE49-F238E27FC236}">
                  <a16:creationId xmlns:a16="http://schemas.microsoft.com/office/drawing/2014/main" id="{28B886F4-59ED-DCDD-E69B-ED90F577CFD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23;p36">
              <a:extLst>
                <a:ext uri="{FF2B5EF4-FFF2-40B4-BE49-F238E27FC236}">
                  <a16:creationId xmlns:a16="http://schemas.microsoft.com/office/drawing/2014/main" id="{39A075C9-757E-2A10-D3DA-609811E3D246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24;p36">
              <a:extLst>
                <a:ext uri="{FF2B5EF4-FFF2-40B4-BE49-F238E27FC236}">
                  <a16:creationId xmlns:a16="http://schemas.microsoft.com/office/drawing/2014/main" id="{E0E28F55-FA28-F53D-D608-1F0419BD7C1A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25;p36">
              <a:extLst>
                <a:ext uri="{FF2B5EF4-FFF2-40B4-BE49-F238E27FC236}">
                  <a16:creationId xmlns:a16="http://schemas.microsoft.com/office/drawing/2014/main" id="{DD0E9E6E-A172-0584-97BA-5DF3B3ECA99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26;p36">
              <a:extLst>
                <a:ext uri="{FF2B5EF4-FFF2-40B4-BE49-F238E27FC236}">
                  <a16:creationId xmlns:a16="http://schemas.microsoft.com/office/drawing/2014/main" id="{1FEA255A-7617-A5A3-1851-277FA0FD80E7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727;p36">
            <a:extLst>
              <a:ext uri="{FF2B5EF4-FFF2-40B4-BE49-F238E27FC236}">
                <a16:creationId xmlns:a16="http://schemas.microsoft.com/office/drawing/2014/main" id="{F9AA54DF-F67F-800C-69FB-1077538C82A7}"/>
              </a:ext>
            </a:extLst>
          </p:cNvPr>
          <p:cNvGrpSpPr/>
          <p:nvPr/>
        </p:nvGrpSpPr>
        <p:grpSpPr>
          <a:xfrm>
            <a:off x="7611960" y="2463735"/>
            <a:ext cx="671851" cy="2480072"/>
            <a:chOff x="3522709" y="1378331"/>
            <a:chExt cx="753983" cy="2878392"/>
          </a:xfrm>
        </p:grpSpPr>
        <p:sp>
          <p:nvSpPr>
            <p:cNvPr id="177" name="Google Shape;728;p36">
              <a:extLst>
                <a:ext uri="{FF2B5EF4-FFF2-40B4-BE49-F238E27FC236}">
                  <a16:creationId xmlns:a16="http://schemas.microsoft.com/office/drawing/2014/main" id="{91755900-7644-C753-60E2-6413F899A763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9;p36">
              <a:extLst>
                <a:ext uri="{FF2B5EF4-FFF2-40B4-BE49-F238E27FC236}">
                  <a16:creationId xmlns:a16="http://schemas.microsoft.com/office/drawing/2014/main" id="{B5237DFD-4213-343C-3EC1-16A124F99B84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0;p36">
              <a:extLst>
                <a:ext uri="{FF2B5EF4-FFF2-40B4-BE49-F238E27FC236}">
                  <a16:creationId xmlns:a16="http://schemas.microsoft.com/office/drawing/2014/main" id="{B7C8F192-6ECE-194B-DC90-61AA2B382ADA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31;p36">
              <a:extLst>
                <a:ext uri="{FF2B5EF4-FFF2-40B4-BE49-F238E27FC236}">
                  <a16:creationId xmlns:a16="http://schemas.microsoft.com/office/drawing/2014/main" id="{E7146E85-CEE0-C6A9-BDE3-43041C2CF879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32;p36">
              <a:extLst>
                <a:ext uri="{FF2B5EF4-FFF2-40B4-BE49-F238E27FC236}">
                  <a16:creationId xmlns:a16="http://schemas.microsoft.com/office/drawing/2014/main" id="{EED6441D-7DE4-1B51-DBBA-508F9154CDB7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33;p36">
              <a:extLst>
                <a:ext uri="{FF2B5EF4-FFF2-40B4-BE49-F238E27FC236}">
                  <a16:creationId xmlns:a16="http://schemas.microsoft.com/office/drawing/2014/main" id="{9E26A486-2827-4789-0966-34E013E584F0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34;p36">
              <a:extLst>
                <a:ext uri="{FF2B5EF4-FFF2-40B4-BE49-F238E27FC236}">
                  <a16:creationId xmlns:a16="http://schemas.microsoft.com/office/drawing/2014/main" id="{2FA431E1-6881-5961-625C-7A45D9A9746E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35;p36">
              <a:extLst>
                <a:ext uri="{FF2B5EF4-FFF2-40B4-BE49-F238E27FC236}">
                  <a16:creationId xmlns:a16="http://schemas.microsoft.com/office/drawing/2014/main" id="{52CF32B1-787E-3918-010C-BFB116B8C8E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36;p36">
              <a:extLst>
                <a:ext uri="{FF2B5EF4-FFF2-40B4-BE49-F238E27FC236}">
                  <a16:creationId xmlns:a16="http://schemas.microsoft.com/office/drawing/2014/main" id="{76871B19-37CA-4D67-79AD-A161A35E5FFA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37;p36">
              <a:extLst>
                <a:ext uri="{FF2B5EF4-FFF2-40B4-BE49-F238E27FC236}">
                  <a16:creationId xmlns:a16="http://schemas.microsoft.com/office/drawing/2014/main" id="{08EEDC84-73D3-D8AF-83F2-A1386F1A9F89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38;p36">
              <a:extLst>
                <a:ext uri="{FF2B5EF4-FFF2-40B4-BE49-F238E27FC236}">
                  <a16:creationId xmlns:a16="http://schemas.microsoft.com/office/drawing/2014/main" id="{9A3CA314-C0A2-C2E6-1F0E-74D8B512B073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39;p36">
              <a:extLst>
                <a:ext uri="{FF2B5EF4-FFF2-40B4-BE49-F238E27FC236}">
                  <a16:creationId xmlns:a16="http://schemas.microsoft.com/office/drawing/2014/main" id="{DB8EDB26-9E81-CBCB-E2D6-ED21B3B95D57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0;p36">
              <a:extLst>
                <a:ext uri="{FF2B5EF4-FFF2-40B4-BE49-F238E27FC236}">
                  <a16:creationId xmlns:a16="http://schemas.microsoft.com/office/drawing/2014/main" id="{C38FFFD4-E9C4-F722-91B2-4336ACA01BAF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;p36">
              <a:extLst>
                <a:ext uri="{FF2B5EF4-FFF2-40B4-BE49-F238E27FC236}">
                  <a16:creationId xmlns:a16="http://schemas.microsoft.com/office/drawing/2014/main" id="{6D044D16-FCA5-6371-135E-B97ABA27A642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2;p36">
              <a:extLst>
                <a:ext uri="{FF2B5EF4-FFF2-40B4-BE49-F238E27FC236}">
                  <a16:creationId xmlns:a16="http://schemas.microsoft.com/office/drawing/2014/main" id="{996C20E6-1902-34B2-2712-A9375141E6C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3;p36">
              <a:extLst>
                <a:ext uri="{FF2B5EF4-FFF2-40B4-BE49-F238E27FC236}">
                  <a16:creationId xmlns:a16="http://schemas.microsoft.com/office/drawing/2014/main" id="{39103E89-61DD-73A0-BD17-19032E7B6B57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4;p36">
              <a:extLst>
                <a:ext uri="{FF2B5EF4-FFF2-40B4-BE49-F238E27FC236}">
                  <a16:creationId xmlns:a16="http://schemas.microsoft.com/office/drawing/2014/main" id="{50523733-1984-4DBD-DD9D-99FDB67780E4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5;p36">
              <a:extLst>
                <a:ext uri="{FF2B5EF4-FFF2-40B4-BE49-F238E27FC236}">
                  <a16:creationId xmlns:a16="http://schemas.microsoft.com/office/drawing/2014/main" id="{7A60E438-C00D-67EC-CB19-EA78620364EF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6;p36">
              <a:extLst>
                <a:ext uri="{FF2B5EF4-FFF2-40B4-BE49-F238E27FC236}">
                  <a16:creationId xmlns:a16="http://schemas.microsoft.com/office/drawing/2014/main" id="{8701AE30-3456-4C99-0997-34B4D6323FE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7;p36">
              <a:extLst>
                <a:ext uri="{FF2B5EF4-FFF2-40B4-BE49-F238E27FC236}">
                  <a16:creationId xmlns:a16="http://schemas.microsoft.com/office/drawing/2014/main" id="{C8429F67-2859-4625-3CE5-F23DCE54E0F4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8;p36">
              <a:extLst>
                <a:ext uri="{FF2B5EF4-FFF2-40B4-BE49-F238E27FC236}">
                  <a16:creationId xmlns:a16="http://schemas.microsoft.com/office/drawing/2014/main" id="{D6DFA771-6B3E-787D-A1A6-58437726EAEF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9;p36">
              <a:extLst>
                <a:ext uri="{FF2B5EF4-FFF2-40B4-BE49-F238E27FC236}">
                  <a16:creationId xmlns:a16="http://schemas.microsoft.com/office/drawing/2014/main" id="{98FB3ABC-E1A8-2293-A641-4564739509AE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50;p36">
              <a:extLst>
                <a:ext uri="{FF2B5EF4-FFF2-40B4-BE49-F238E27FC236}">
                  <a16:creationId xmlns:a16="http://schemas.microsoft.com/office/drawing/2014/main" id="{90A8D268-D92C-0661-B931-1AEBD51C2A98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51;p36">
              <a:extLst>
                <a:ext uri="{FF2B5EF4-FFF2-40B4-BE49-F238E27FC236}">
                  <a16:creationId xmlns:a16="http://schemas.microsoft.com/office/drawing/2014/main" id="{F824859B-05A2-530E-2DFC-81350E82FCD3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2;p36">
              <a:extLst>
                <a:ext uri="{FF2B5EF4-FFF2-40B4-BE49-F238E27FC236}">
                  <a16:creationId xmlns:a16="http://schemas.microsoft.com/office/drawing/2014/main" id="{55941291-747E-C796-048C-E13042C46134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3;p36">
              <a:extLst>
                <a:ext uri="{FF2B5EF4-FFF2-40B4-BE49-F238E27FC236}">
                  <a16:creationId xmlns:a16="http://schemas.microsoft.com/office/drawing/2014/main" id="{12560525-9075-9D99-733E-36502D022D85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4;p36">
              <a:extLst>
                <a:ext uri="{FF2B5EF4-FFF2-40B4-BE49-F238E27FC236}">
                  <a16:creationId xmlns:a16="http://schemas.microsoft.com/office/drawing/2014/main" id="{C7CC11AD-79A8-5D48-73AC-D195F88E6444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5;p36">
              <a:extLst>
                <a:ext uri="{FF2B5EF4-FFF2-40B4-BE49-F238E27FC236}">
                  <a16:creationId xmlns:a16="http://schemas.microsoft.com/office/drawing/2014/main" id="{8166A8B2-E585-FE29-A0F9-6CB552DCF2F4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56;p36">
              <a:extLst>
                <a:ext uri="{FF2B5EF4-FFF2-40B4-BE49-F238E27FC236}">
                  <a16:creationId xmlns:a16="http://schemas.microsoft.com/office/drawing/2014/main" id="{8B8F047E-5A66-786C-FA5B-007CFF54D729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57;p36">
              <a:extLst>
                <a:ext uri="{FF2B5EF4-FFF2-40B4-BE49-F238E27FC236}">
                  <a16:creationId xmlns:a16="http://schemas.microsoft.com/office/drawing/2014/main" id="{80C05CDF-A0D5-E8AD-FFF5-0A9E13565614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58;p36">
              <a:extLst>
                <a:ext uri="{FF2B5EF4-FFF2-40B4-BE49-F238E27FC236}">
                  <a16:creationId xmlns:a16="http://schemas.microsoft.com/office/drawing/2014/main" id="{19F1E154-060E-9AE0-1986-5E020B1DB08F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59;p36">
              <a:extLst>
                <a:ext uri="{FF2B5EF4-FFF2-40B4-BE49-F238E27FC236}">
                  <a16:creationId xmlns:a16="http://schemas.microsoft.com/office/drawing/2014/main" id="{DD34F372-AC87-919D-704C-A5247885E4D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0;p36">
              <a:extLst>
                <a:ext uri="{FF2B5EF4-FFF2-40B4-BE49-F238E27FC236}">
                  <a16:creationId xmlns:a16="http://schemas.microsoft.com/office/drawing/2014/main" id="{B2B82DC8-FF23-B414-4752-6BB41F53605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1;p36">
              <a:extLst>
                <a:ext uri="{FF2B5EF4-FFF2-40B4-BE49-F238E27FC236}">
                  <a16:creationId xmlns:a16="http://schemas.microsoft.com/office/drawing/2014/main" id="{61BE9BBF-90E1-0707-82E1-D4AEEA785B4F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2;p36">
              <a:extLst>
                <a:ext uri="{FF2B5EF4-FFF2-40B4-BE49-F238E27FC236}">
                  <a16:creationId xmlns:a16="http://schemas.microsoft.com/office/drawing/2014/main" id="{9F39689D-468A-EC79-49F1-7063399FE788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3;p36">
              <a:extLst>
                <a:ext uri="{FF2B5EF4-FFF2-40B4-BE49-F238E27FC236}">
                  <a16:creationId xmlns:a16="http://schemas.microsoft.com/office/drawing/2014/main" id="{1E3C8397-2E69-6EB9-7845-FC5BD210B1C9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4;p36">
              <a:extLst>
                <a:ext uri="{FF2B5EF4-FFF2-40B4-BE49-F238E27FC236}">
                  <a16:creationId xmlns:a16="http://schemas.microsoft.com/office/drawing/2014/main" id="{47EF5B11-8180-43A8-BEC5-93D863CD7880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5;p36">
              <a:extLst>
                <a:ext uri="{FF2B5EF4-FFF2-40B4-BE49-F238E27FC236}">
                  <a16:creationId xmlns:a16="http://schemas.microsoft.com/office/drawing/2014/main" id="{578497C3-8E73-5416-5497-DCF1ECC71AC7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66;p36">
              <a:extLst>
                <a:ext uri="{FF2B5EF4-FFF2-40B4-BE49-F238E27FC236}">
                  <a16:creationId xmlns:a16="http://schemas.microsoft.com/office/drawing/2014/main" id="{36BFE5AB-167E-6252-0F84-EF8847B55709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67;p36">
              <a:extLst>
                <a:ext uri="{FF2B5EF4-FFF2-40B4-BE49-F238E27FC236}">
                  <a16:creationId xmlns:a16="http://schemas.microsoft.com/office/drawing/2014/main" id="{0436CF28-ABD7-F438-B1DA-F387AC915EDB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68;p36">
              <a:extLst>
                <a:ext uri="{FF2B5EF4-FFF2-40B4-BE49-F238E27FC236}">
                  <a16:creationId xmlns:a16="http://schemas.microsoft.com/office/drawing/2014/main" id="{293435E1-5416-7E0F-85A2-A17DA19E57AE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69;p36">
              <a:extLst>
                <a:ext uri="{FF2B5EF4-FFF2-40B4-BE49-F238E27FC236}">
                  <a16:creationId xmlns:a16="http://schemas.microsoft.com/office/drawing/2014/main" id="{A232E1D1-EE36-6A62-671F-A45F5570579E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70;p36">
              <a:extLst>
                <a:ext uri="{FF2B5EF4-FFF2-40B4-BE49-F238E27FC236}">
                  <a16:creationId xmlns:a16="http://schemas.microsoft.com/office/drawing/2014/main" id="{40574E31-D533-E53F-F801-4CF7DAE9182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71;p36">
              <a:extLst>
                <a:ext uri="{FF2B5EF4-FFF2-40B4-BE49-F238E27FC236}">
                  <a16:creationId xmlns:a16="http://schemas.microsoft.com/office/drawing/2014/main" id="{83736FBC-941F-47BB-045B-A4A286FC2CED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72;p36">
              <a:extLst>
                <a:ext uri="{FF2B5EF4-FFF2-40B4-BE49-F238E27FC236}">
                  <a16:creationId xmlns:a16="http://schemas.microsoft.com/office/drawing/2014/main" id="{B9967DC5-B4A1-408B-227F-9B56805F1E6B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73;p36">
              <a:extLst>
                <a:ext uri="{FF2B5EF4-FFF2-40B4-BE49-F238E27FC236}">
                  <a16:creationId xmlns:a16="http://schemas.microsoft.com/office/drawing/2014/main" id="{C99763C7-D962-F960-782B-F766B633D739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74;p36">
              <a:extLst>
                <a:ext uri="{FF2B5EF4-FFF2-40B4-BE49-F238E27FC236}">
                  <a16:creationId xmlns:a16="http://schemas.microsoft.com/office/drawing/2014/main" id="{3EB8995C-A55A-E7D8-5E34-007F85A24DA8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75;p36">
              <a:extLst>
                <a:ext uri="{FF2B5EF4-FFF2-40B4-BE49-F238E27FC236}">
                  <a16:creationId xmlns:a16="http://schemas.microsoft.com/office/drawing/2014/main" id="{D9890320-723F-BFE0-EED3-C510B757DB50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76;p36">
              <a:extLst>
                <a:ext uri="{FF2B5EF4-FFF2-40B4-BE49-F238E27FC236}">
                  <a16:creationId xmlns:a16="http://schemas.microsoft.com/office/drawing/2014/main" id="{1E598712-8D3A-5505-B88E-FC4F7CE9F0E0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77;p36">
              <a:extLst>
                <a:ext uri="{FF2B5EF4-FFF2-40B4-BE49-F238E27FC236}">
                  <a16:creationId xmlns:a16="http://schemas.microsoft.com/office/drawing/2014/main" id="{1704D151-2D49-DA7A-80A3-2E9669C728E3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78;p36">
              <a:extLst>
                <a:ext uri="{FF2B5EF4-FFF2-40B4-BE49-F238E27FC236}">
                  <a16:creationId xmlns:a16="http://schemas.microsoft.com/office/drawing/2014/main" id="{D763ECC5-FE0F-0F3B-D901-B86228790493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79;p36">
              <a:extLst>
                <a:ext uri="{FF2B5EF4-FFF2-40B4-BE49-F238E27FC236}">
                  <a16:creationId xmlns:a16="http://schemas.microsoft.com/office/drawing/2014/main" id="{5CE0E5E0-CEE8-6959-AE6D-0BDFD6BE1D59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80;p36">
              <a:extLst>
                <a:ext uri="{FF2B5EF4-FFF2-40B4-BE49-F238E27FC236}">
                  <a16:creationId xmlns:a16="http://schemas.microsoft.com/office/drawing/2014/main" id="{22ABD907-BD0A-2D43-7011-3D3234E88446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81;p36">
              <a:extLst>
                <a:ext uri="{FF2B5EF4-FFF2-40B4-BE49-F238E27FC236}">
                  <a16:creationId xmlns:a16="http://schemas.microsoft.com/office/drawing/2014/main" id="{9B094599-2BA3-3FAD-ED39-6A6AC5A4C4CC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82;p36">
              <a:extLst>
                <a:ext uri="{FF2B5EF4-FFF2-40B4-BE49-F238E27FC236}">
                  <a16:creationId xmlns:a16="http://schemas.microsoft.com/office/drawing/2014/main" id="{24D6C364-93F8-06A5-DC12-57ED39F43D55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83;p36">
              <a:extLst>
                <a:ext uri="{FF2B5EF4-FFF2-40B4-BE49-F238E27FC236}">
                  <a16:creationId xmlns:a16="http://schemas.microsoft.com/office/drawing/2014/main" id="{090770D3-B998-4F18-11DF-8735E0273B1B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84;p36">
              <a:extLst>
                <a:ext uri="{FF2B5EF4-FFF2-40B4-BE49-F238E27FC236}">
                  <a16:creationId xmlns:a16="http://schemas.microsoft.com/office/drawing/2014/main" id="{F39FD113-AF49-0580-9D12-4F09632B38A0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85;p36">
              <a:extLst>
                <a:ext uri="{FF2B5EF4-FFF2-40B4-BE49-F238E27FC236}">
                  <a16:creationId xmlns:a16="http://schemas.microsoft.com/office/drawing/2014/main" id="{657984E4-63C8-80D1-7E41-35317FCFB334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86;p36">
              <a:extLst>
                <a:ext uri="{FF2B5EF4-FFF2-40B4-BE49-F238E27FC236}">
                  <a16:creationId xmlns:a16="http://schemas.microsoft.com/office/drawing/2014/main" id="{4A8785AB-87D9-018C-07EF-45F05F9FC1ED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87;p36">
              <a:extLst>
                <a:ext uri="{FF2B5EF4-FFF2-40B4-BE49-F238E27FC236}">
                  <a16:creationId xmlns:a16="http://schemas.microsoft.com/office/drawing/2014/main" id="{4FACDF18-B4C5-53CD-3A10-F87EA5594162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0452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69" name="Google Shape;69;p5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5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84255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83" name="Google Shape;83;p6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04536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99" name="Google Shape;99;p7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7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37;p38">
            <a:extLst>
              <a:ext uri="{FF2B5EF4-FFF2-40B4-BE49-F238E27FC236}">
                <a16:creationId xmlns:a16="http://schemas.microsoft.com/office/drawing/2014/main" id="{CD8C2F86-50AE-5B9B-B9D8-30AA2D5485BC}"/>
              </a:ext>
            </a:extLst>
          </p:cNvPr>
          <p:cNvGrpSpPr/>
          <p:nvPr/>
        </p:nvGrpSpPr>
        <p:grpSpPr>
          <a:xfrm>
            <a:off x="6336823" y="4048963"/>
            <a:ext cx="1242155" cy="861698"/>
            <a:chOff x="6115948" y="3363163"/>
            <a:chExt cx="1242155" cy="861698"/>
          </a:xfrm>
        </p:grpSpPr>
        <p:sp>
          <p:nvSpPr>
            <p:cNvPr id="3" name="Google Shape;838;p38">
              <a:extLst>
                <a:ext uri="{FF2B5EF4-FFF2-40B4-BE49-F238E27FC236}">
                  <a16:creationId xmlns:a16="http://schemas.microsoft.com/office/drawing/2014/main" id="{ADFD43E7-9083-1C9A-A480-C2551C30C401}"/>
                </a:ext>
              </a:extLst>
            </p:cNvPr>
            <p:cNvSpPr/>
            <p:nvPr/>
          </p:nvSpPr>
          <p:spPr>
            <a:xfrm>
              <a:off x="6115948" y="3363163"/>
              <a:ext cx="1242155" cy="371327"/>
            </a:xfrm>
            <a:custGeom>
              <a:avLst/>
              <a:gdLst/>
              <a:ahLst/>
              <a:cxnLst/>
              <a:rect l="l" t="t" r="r" b="b"/>
              <a:pathLst>
                <a:path w="21842" h="6534" extrusionOk="0">
                  <a:moveTo>
                    <a:pt x="1256" y="1"/>
                  </a:moveTo>
                  <a:cubicBezTo>
                    <a:pt x="567" y="1"/>
                    <a:pt x="0" y="562"/>
                    <a:pt x="0" y="1256"/>
                  </a:cubicBezTo>
                  <a:lnTo>
                    <a:pt x="0" y="5278"/>
                  </a:lnTo>
                  <a:cubicBezTo>
                    <a:pt x="0" y="5973"/>
                    <a:pt x="561" y="6533"/>
                    <a:pt x="1256" y="6533"/>
                  </a:cubicBezTo>
                  <a:lnTo>
                    <a:pt x="20586" y="6533"/>
                  </a:lnTo>
                  <a:cubicBezTo>
                    <a:pt x="21274" y="6533"/>
                    <a:pt x="21842" y="5973"/>
                    <a:pt x="21835" y="5278"/>
                  </a:cubicBezTo>
                  <a:lnTo>
                    <a:pt x="21835" y="1256"/>
                  </a:lnTo>
                  <a:cubicBezTo>
                    <a:pt x="21835" y="562"/>
                    <a:pt x="21274" y="1"/>
                    <a:pt x="20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39;p38">
              <a:extLst>
                <a:ext uri="{FF2B5EF4-FFF2-40B4-BE49-F238E27FC236}">
                  <a16:creationId xmlns:a16="http://schemas.microsoft.com/office/drawing/2014/main" id="{E1BA86D1-F529-B6B6-521A-F914A7F95440}"/>
                </a:ext>
              </a:extLst>
            </p:cNvPr>
            <p:cNvSpPr/>
            <p:nvPr/>
          </p:nvSpPr>
          <p:spPr>
            <a:xfrm>
              <a:off x="6360206" y="3379473"/>
              <a:ext cx="110612" cy="338707"/>
            </a:xfrm>
            <a:custGeom>
              <a:avLst/>
              <a:gdLst/>
              <a:ahLst/>
              <a:cxnLst/>
              <a:rect l="l" t="t" r="r" b="b"/>
              <a:pathLst>
                <a:path w="1945" h="5960" extrusionOk="0">
                  <a:moveTo>
                    <a:pt x="1874" y="1"/>
                  </a:moveTo>
                  <a:cubicBezTo>
                    <a:pt x="842" y="1"/>
                    <a:pt x="1" y="842"/>
                    <a:pt x="1" y="1874"/>
                  </a:cubicBezTo>
                  <a:lnTo>
                    <a:pt x="1" y="4086"/>
                  </a:lnTo>
                  <a:cubicBezTo>
                    <a:pt x="1" y="5118"/>
                    <a:pt x="842" y="5960"/>
                    <a:pt x="1874" y="5960"/>
                  </a:cubicBezTo>
                  <a:cubicBezTo>
                    <a:pt x="1913" y="5960"/>
                    <a:pt x="1945" y="5921"/>
                    <a:pt x="1945" y="5883"/>
                  </a:cubicBezTo>
                  <a:cubicBezTo>
                    <a:pt x="1945" y="5845"/>
                    <a:pt x="1913" y="5813"/>
                    <a:pt x="1874" y="5813"/>
                  </a:cubicBezTo>
                  <a:cubicBezTo>
                    <a:pt x="918" y="5813"/>
                    <a:pt x="141" y="5036"/>
                    <a:pt x="141" y="4080"/>
                  </a:cubicBezTo>
                  <a:lnTo>
                    <a:pt x="141" y="1874"/>
                  </a:lnTo>
                  <a:cubicBezTo>
                    <a:pt x="141" y="918"/>
                    <a:pt x="918" y="141"/>
                    <a:pt x="1874" y="141"/>
                  </a:cubicBezTo>
                  <a:cubicBezTo>
                    <a:pt x="1913" y="141"/>
                    <a:pt x="1945" y="109"/>
                    <a:pt x="1945" y="71"/>
                  </a:cubicBezTo>
                  <a:cubicBezTo>
                    <a:pt x="1945" y="32"/>
                    <a:pt x="1913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0;p38">
              <a:extLst>
                <a:ext uri="{FF2B5EF4-FFF2-40B4-BE49-F238E27FC236}">
                  <a16:creationId xmlns:a16="http://schemas.microsoft.com/office/drawing/2014/main" id="{B510CB26-448F-5947-9DB0-1271E7C9C5AC}"/>
                </a:ext>
              </a:extLst>
            </p:cNvPr>
            <p:cNvSpPr/>
            <p:nvPr/>
          </p:nvSpPr>
          <p:spPr>
            <a:xfrm>
              <a:off x="6176117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19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1;p38">
              <a:extLst>
                <a:ext uri="{FF2B5EF4-FFF2-40B4-BE49-F238E27FC236}">
                  <a16:creationId xmlns:a16="http://schemas.microsoft.com/office/drawing/2014/main" id="{4F681302-12C5-D5FD-A4EE-E34607916056}"/>
                </a:ext>
              </a:extLst>
            </p:cNvPr>
            <p:cNvSpPr/>
            <p:nvPr/>
          </p:nvSpPr>
          <p:spPr>
            <a:xfrm>
              <a:off x="6388868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2;p38">
              <a:extLst>
                <a:ext uri="{FF2B5EF4-FFF2-40B4-BE49-F238E27FC236}">
                  <a16:creationId xmlns:a16="http://schemas.microsoft.com/office/drawing/2014/main" id="{28CC91B8-9BD9-00AA-1C30-C36E8749EB1A}"/>
                </a:ext>
              </a:extLst>
            </p:cNvPr>
            <p:cNvSpPr/>
            <p:nvPr/>
          </p:nvSpPr>
          <p:spPr>
            <a:xfrm>
              <a:off x="6813290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0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3;p38">
              <a:extLst>
                <a:ext uri="{FF2B5EF4-FFF2-40B4-BE49-F238E27FC236}">
                  <a16:creationId xmlns:a16="http://schemas.microsoft.com/office/drawing/2014/main" id="{BA5FF37D-C809-533C-036A-6E4E25209845}"/>
                </a:ext>
              </a:extLst>
            </p:cNvPr>
            <p:cNvSpPr/>
            <p:nvPr/>
          </p:nvSpPr>
          <p:spPr>
            <a:xfrm>
              <a:off x="6413152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26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4;p38">
              <a:extLst>
                <a:ext uri="{FF2B5EF4-FFF2-40B4-BE49-F238E27FC236}">
                  <a16:creationId xmlns:a16="http://schemas.microsoft.com/office/drawing/2014/main" id="{BDA5748C-4DE6-5DE4-2825-86B9ABD979C1}"/>
                </a:ext>
              </a:extLst>
            </p:cNvPr>
            <p:cNvSpPr/>
            <p:nvPr/>
          </p:nvSpPr>
          <p:spPr>
            <a:xfrm>
              <a:off x="6625903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5;p38">
              <a:extLst>
                <a:ext uri="{FF2B5EF4-FFF2-40B4-BE49-F238E27FC236}">
                  <a16:creationId xmlns:a16="http://schemas.microsoft.com/office/drawing/2014/main" id="{369CEA3D-C341-47A9-1FA4-2A5CE11A6BF3}"/>
                </a:ext>
              </a:extLst>
            </p:cNvPr>
            <p:cNvSpPr/>
            <p:nvPr/>
          </p:nvSpPr>
          <p:spPr>
            <a:xfrm>
              <a:off x="7050325" y="3734419"/>
              <a:ext cx="270474" cy="490443"/>
            </a:xfrm>
            <a:custGeom>
              <a:avLst/>
              <a:gdLst/>
              <a:ahLst/>
              <a:cxnLst/>
              <a:rect l="l" t="t" r="r" b="b"/>
              <a:pathLst>
                <a:path w="4756" h="8630" extrusionOk="0">
                  <a:moveTo>
                    <a:pt x="1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846;p38">
            <a:extLst>
              <a:ext uri="{FF2B5EF4-FFF2-40B4-BE49-F238E27FC236}">
                <a16:creationId xmlns:a16="http://schemas.microsoft.com/office/drawing/2014/main" id="{F0ED845C-E394-B5CF-A279-0CA1FD23A8CF}"/>
              </a:ext>
            </a:extLst>
          </p:cNvPr>
          <p:cNvGrpSpPr/>
          <p:nvPr/>
        </p:nvGrpSpPr>
        <p:grpSpPr>
          <a:xfrm flipH="1">
            <a:off x="448669" y="4294802"/>
            <a:ext cx="542654" cy="539139"/>
            <a:chOff x="1191959" y="3692252"/>
            <a:chExt cx="542654" cy="539139"/>
          </a:xfrm>
        </p:grpSpPr>
        <p:sp>
          <p:nvSpPr>
            <p:cNvPr id="12" name="Google Shape;847;p38">
              <a:extLst>
                <a:ext uri="{FF2B5EF4-FFF2-40B4-BE49-F238E27FC236}">
                  <a16:creationId xmlns:a16="http://schemas.microsoft.com/office/drawing/2014/main" id="{3D8963CF-189D-F0C5-11FD-8D3E44A3DB22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8;p38">
              <a:extLst>
                <a:ext uri="{FF2B5EF4-FFF2-40B4-BE49-F238E27FC236}">
                  <a16:creationId xmlns:a16="http://schemas.microsoft.com/office/drawing/2014/main" id="{4F4E317D-B303-5216-A809-38408C098F1E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49;p38">
              <a:extLst>
                <a:ext uri="{FF2B5EF4-FFF2-40B4-BE49-F238E27FC236}">
                  <a16:creationId xmlns:a16="http://schemas.microsoft.com/office/drawing/2014/main" id="{7DD30AE3-C726-A77F-BD97-46A4A523BA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0;p38">
              <a:extLst>
                <a:ext uri="{FF2B5EF4-FFF2-40B4-BE49-F238E27FC236}">
                  <a16:creationId xmlns:a16="http://schemas.microsoft.com/office/drawing/2014/main" id="{91D0842F-420E-7AF6-796C-B39F1B6BE25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044747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13" name="Google Shape;113;p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58;p39">
            <a:extLst>
              <a:ext uri="{FF2B5EF4-FFF2-40B4-BE49-F238E27FC236}">
                <a16:creationId xmlns:a16="http://schemas.microsoft.com/office/drawing/2014/main" id="{8E658463-1F49-6038-B7B3-8B6709698252}"/>
              </a:ext>
            </a:extLst>
          </p:cNvPr>
          <p:cNvGrpSpPr/>
          <p:nvPr/>
        </p:nvGrpSpPr>
        <p:grpSpPr>
          <a:xfrm>
            <a:off x="913165" y="3485695"/>
            <a:ext cx="795247" cy="1316140"/>
            <a:chOff x="3366059" y="2243993"/>
            <a:chExt cx="1208750" cy="2000490"/>
          </a:xfrm>
        </p:grpSpPr>
        <p:sp>
          <p:nvSpPr>
            <p:cNvPr id="3" name="Google Shape;859;p39">
              <a:extLst>
                <a:ext uri="{FF2B5EF4-FFF2-40B4-BE49-F238E27FC236}">
                  <a16:creationId xmlns:a16="http://schemas.microsoft.com/office/drawing/2014/main" id="{41EBD22F-C4FD-B9D3-B5B7-EF510224C12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0;p39">
              <a:extLst>
                <a:ext uri="{FF2B5EF4-FFF2-40B4-BE49-F238E27FC236}">
                  <a16:creationId xmlns:a16="http://schemas.microsoft.com/office/drawing/2014/main" id="{5BAFE1F9-6D23-B4FE-2C55-5D39BCAA7C31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;p39">
              <a:extLst>
                <a:ext uri="{FF2B5EF4-FFF2-40B4-BE49-F238E27FC236}">
                  <a16:creationId xmlns:a16="http://schemas.microsoft.com/office/drawing/2014/main" id="{D9A577B3-D0A0-9870-EA61-BB0D4F0078E4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2;p39">
              <a:extLst>
                <a:ext uri="{FF2B5EF4-FFF2-40B4-BE49-F238E27FC236}">
                  <a16:creationId xmlns:a16="http://schemas.microsoft.com/office/drawing/2014/main" id="{0E0D2A8F-F6A0-8B72-B937-F2B1DB870DF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3;p39">
              <a:extLst>
                <a:ext uri="{FF2B5EF4-FFF2-40B4-BE49-F238E27FC236}">
                  <a16:creationId xmlns:a16="http://schemas.microsoft.com/office/drawing/2014/main" id="{6672294B-DA41-C7D3-D556-62756FED82A8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4;p39">
              <a:extLst>
                <a:ext uri="{FF2B5EF4-FFF2-40B4-BE49-F238E27FC236}">
                  <a16:creationId xmlns:a16="http://schemas.microsoft.com/office/drawing/2014/main" id="{8AB0FD88-8C9F-1547-9DDF-95361B26227F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5;p39">
              <a:extLst>
                <a:ext uri="{FF2B5EF4-FFF2-40B4-BE49-F238E27FC236}">
                  <a16:creationId xmlns:a16="http://schemas.microsoft.com/office/drawing/2014/main" id="{862224A9-ED0B-A7D6-F322-60EB3E7D577C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6;p39">
              <a:extLst>
                <a:ext uri="{FF2B5EF4-FFF2-40B4-BE49-F238E27FC236}">
                  <a16:creationId xmlns:a16="http://schemas.microsoft.com/office/drawing/2014/main" id="{E22A4F01-B115-256B-E9F0-77F5DA056CDC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7;p39">
              <a:extLst>
                <a:ext uri="{FF2B5EF4-FFF2-40B4-BE49-F238E27FC236}">
                  <a16:creationId xmlns:a16="http://schemas.microsoft.com/office/drawing/2014/main" id="{2D280B07-B990-1606-7437-AA394A13C72B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8;p39">
              <a:extLst>
                <a:ext uri="{FF2B5EF4-FFF2-40B4-BE49-F238E27FC236}">
                  <a16:creationId xmlns:a16="http://schemas.microsoft.com/office/drawing/2014/main" id="{A29D1D72-3944-0182-8B16-BB3B36CF5CCA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;p39">
              <a:extLst>
                <a:ext uri="{FF2B5EF4-FFF2-40B4-BE49-F238E27FC236}">
                  <a16:creationId xmlns:a16="http://schemas.microsoft.com/office/drawing/2014/main" id="{EF1DBE33-10BE-21FB-1923-1937D89EEE25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0;p39">
              <a:extLst>
                <a:ext uri="{FF2B5EF4-FFF2-40B4-BE49-F238E27FC236}">
                  <a16:creationId xmlns:a16="http://schemas.microsoft.com/office/drawing/2014/main" id="{1389B9B9-E85E-622E-86DD-CA670A0B76D1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1;p39">
              <a:extLst>
                <a:ext uri="{FF2B5EF4-FFF2-40B4-BE49-F238E27FC236}">
                  <a16:creationId xmlns:a16="http://schemas.microsoft.com/office/drawing/2014/main" id="{A57A79B0-046D-FE5C-2FC3-3EF52DC5A5A5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2;p39">
              <a:extLst>
                <a:ext uri="{FF2B5EF4-FFF2-40B4-BE49-F238E27FC236}">
                  <a16:creationId xmlns:a16="http://schemas.microsoft.com/office/drawing/2014/main" id="{EF1DB0E0-A3FD-0B2E-556E-4989AE3765EA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3;p39">
              <a:extLst>
                <a:ext uri="{FF2B5EF4-FFF2-40B4-BE49-F238E27FC236}">
                  <a16:creationId xmlns:a16="http://schemas.microsoft.com/office/drawing/2014/main" id="{2391964C-90BA-9CB2-D9D5-DE8C27B36FC8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4;p39">
              <a:extLst>
                <a:ext uri="{FF2B5EF4-FFF2-40B4-BE49-F238E27FC236}">
                  <a16:creationId xmlns:a16="http://schemas.microsoft.com/office/drawing/2014/main" id="{E5C0EB02-8637-4766-565B-8327B65599E7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75;p39">
              <a:extLst>
                <a:ext uri="{FF2B5EF4-FFF2-40B4-BE49-F238E27FC236}">
                  <a16:creationId xmlns:a16="http://schemas.microsoft.com/office/drawing/2014/main" id="{92EE062C-833A-B368-2662-8FE189236814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76;p39">
              <a:extLst>
                <a:ext uri="{FF2B5EF4-FFF2-40B4-BE49-F238E27FC236}">
                  <a16:creationId xmlns:a16="http://schemas.microsoft.com/office/drawing/2014/main" id="{55361CC3-CCBB-2346-507D-E4A8B4E1C69D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77;p39">
              <a:extLst>
                <a:ext uri="{FF2B5EF4-FFF2-40B4-BE49-F238E27FC236}">
                  <a16:creationId xmlns:a16="http://schemas.microsoft.com/office/drawing/2014/main" id="{D0785C9E-874D-78AC-E86D-9FC65F403D7B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78;p39">
              <a:extLst>
                <a:ext uri="{FF2B5EF4-FFF2-40B4-BE49-F238E27FC236}">
                  <a16:creationId xmlns:a16="http://schemas.microsoft.com/office/drawing/2014/main" id="{AF6D4A16-DC8D-2A25-0809-BC4E19B61D7A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9;p39">
              <a:extLst>
                <a:ext uri="{FF2B5EF4-FFF2-40B4-BE49-F238E27FC236}">
                  <a16:creationId xmlns:a16="http://schemas.microsoft.com/office/drawing/2014/main" id="{1EECE8DB-6732-6392-6AC5-25E1174C3BA1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0;p39">
              <a:extLst>
                <a:ext uri="{FF2B5EF4-FFF2-40B4-BE49-F238E27FC236}">
                  <a16:creationId xmlns:a16="http://schemas.microsoft.com/office/drawing/2014/main" id="{58F33DCC-998B-26E7-B2BA-EE79870DCB3A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1;p39">
              <a:extLst>
                <a:ext uri="{FF2B5EF4-FFF2-40B4-BE49-F238E27FC236}">
                  <a16:creationId xmlns:a16="http://schemas.microsoft.com/office/drawing/2014/main" id="{4F7BAE6A-894D-047A-983F-3D97743F834D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2;p39">
              <a:extLst>
                <a:ext uri="{FF2B5EF4-FFF2-40B4-BE49-F238E27FC236}">
                  <a16:creationId xmlns:a16="http://schemas.microsoft.com/office/drawing/2014/main" id="{7FB27584-8DE0-FC32-FC0E-0A956BCAA9B4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3;p39">
              <a:extLst>
                <a:ext uri="{FF2B5EF4-FFF2-40B4-BE49-F238E27FC236}">
                  <a16:creationId xmlns:a16="http://schemas.microsoft.com/office/drawing/2014/main" id="{15B71705-2077-9701-0B13-19CF9AA3F6BF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4;p39">
              <a:extLst>
                <a:ext uri="{FF2B5EF4-FFF2-40B4-BE49-F238E27FC236}">
                  <a16:creationId xmlns:a16="http://schemas.microsoft.com/office/drawing/2014/main" id="{69FF0A8E-7379-EBCA-B8A8-6DCA1EA3AFD9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;p39">
              <a:extLst>
                <a:ext uri="{FF2B5EF4-FFF2-40B4-BE49-F238E27FC236}">
                  <a16:creationId xmlns:a16="http://schemas.microsoft.com/office/drawing/2014/main" id="{70D33FE7-EF93-B9C7-39AE-F12ED72C1AA9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6;p39">
              <a:extLst>
                <a:ext uri="{FF2B5EF4-FFF2-40B4-BE49-F238E27FC236}">
                  <a16:creationId xmlns:a16="http://schemas.microsoft.com/office/drawing/2014/main" id="{25FD66B2-3139-12C5-04EF-83A98ED9E3A1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;p39">
              <a:extLst>
                <a:ext uri="{FF2B5EF4-FFF2-40B4-BE49-F238E27FC236}">
                  <a16:creationId xmlns:a16="http://schemas.microsoft.com/office/drawing/2014/main" id="{6BEA567A-18CA-C196-2B14-603EB90E15D5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;p39">
              <a:extLst>
                <a:ext uri="{FF2B5EF4-FFF2-40B4-BE49-F238E27FC236}">
                  <a16:creationId xmlns:a16="http://schemas.microsoft.com/office/drawing/2014/main" id="{7EE2F405-B718-1900-9DA8-6135116EDFE6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9;p39">
              <a:extLst>
                <a:ext uri="{FF2B5EF4-FFF2-40B4-BE49-F238E27FC236}">
                  <a16:creationId xmlns:a16="http://schemas.microsoft.com/office/drawing/2014/main" id="{1F332060-62F5-DC2F-A83F-CCEAF936B3FE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90;p39">
              <a:extLst>
                <a:ext uri="{FF2B5EF4-FFF2-40B4-BE49-F238E27FC236}">
                  <a16:creationId xmlns:a16="http://schemas.microsoft.com/office/drawing/2014/main" id="{30129DE3-8F4E-B06D-8714-BAAB267F818D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1;p39">
              <a:extLst>
                <a:ext uri="{FF2B5EF4-FFF2-40B4-BE49-F238E27FC236}">
                  <a16:creationId xmlns:a16="http://schemas.microsoft.com/office/drawing/2014/main" id="{28952782-73FB-FA4D-4538-0A0E873464BD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92;p39">
              <a:extLst>
                <a:ext uri="{FF2B5EF4-FFF2-40B4-BE49-F238E27FC236}">
                  <a16:creationId xmlns:a16="http://schemas.microsoft.com/office/drawing/2014/main" id="{3E7F9240-C5FE-C806-534A-AAA33F62F810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93;p39">
              <a:extLst>
                <a:ext uri="{FF2B5EF4-FFF2-40B4-BE49-F238E27FC236}">
                  <a16:creationId xmlns:a16="http://schemas.microsoft.com/office/drawing/2014/main" id="{119E3D60-30AE-5A87-A62B-07ADE7F55C07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94;p39">
              <a:extLst>
                <a:ext uri="{FF2B5EF4-FFF2-40B4-BE49-F238E27FC236}">
                  <a16:creationId xmlns:a16="http://schemas.microsoft.com/office/drawing/2014/main" id="{AB85213B-A239-965A-3D67-826B8C417023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95;p39">
              <a:extLst>
                <a:ext uri="{FF2B5EF4-FFF2-40B4-BE49-F238E27FC236}">
                  <a16:creationId xmlns:a16="http://schemas.microsoft.com/office/drawing/2014/main" id="{4E6AFBF8-E3D7-0091-6DE9-BAD16AA8EE89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6;p39">
              <a:extLst>
                <a:ext uri="{FF2B5EF4-FFF2-40B4-BE49-F238E27FC236}">
                  <a16:creationId xmlns:a16="http://schemas.microsoft.com/office/drawing/2014/main" id="{64ED7385-101A-B3E0-DEB7-425477BE6D78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7;p39">
              <a:extLst>
                <a:ext uri="{FF2B5EF4-FFF2-40B4-BE49-F238E27FC236}">
                  <a16:creationId xmlns:a16="http://schemas.microsoft.com/office/drawing/2014/main" id="{6E4FF53D-46D4-8554-9FCC-BD7088E2DF85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8;p39">
              <a:extLst>
                <a:ext uri="{FF2B5EF4-FFF2-40B4-BE49-F238E27FC236}">
                  <a16:creationId xmlns:a16="http://schemas.microsoft.com/office/drawing/2014/main" id="{9AFF02BE-660C-95E5-203B-12B08E0E3765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9;p39">
              <a:extLst>
                <a:ext uri="{FF2B5EF4-FFF2-40B4-BE49-F238E27FC236}">
                  <a16:creationId xmlns:a16="http://schemas.microsoft.com/office/drawing/2014/main" id="{E1291C4D-A197-357C-48EA-219000E75576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0;p39">
              <a:extLst>
                <a:ext uri="{FF2B5EF4-FFF2-40B4-BE49-F238E27FC236}">
                  <a16:creationId xmlns:a16="http://schemas.microsoft.com/office/drawing/2014/main" id="{FEA59B01-8A7E-3884-AE51-ED90CABEE514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1;p39">
              <a:extLst>
                <a:ext uri="{FF2B5EF4-FFF2-40B4-BE49-F238E27FC236}">
                  <a16:creationId xmlns:a16="http://schemas.microsoft.com/office/drawing/2014/main" id="{7E7C852E-9762-C097-9ECB-9AB9F14BFD62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2;p39">
              <a:extLst>
                <a:ext uri="{FF2B5EF4-FFF2-40B4-BE49-F238E27FC236}">
                  <a16:creationId xmlns:a16="http://schemas.microsoft.com/office/drawing/2014/main" id="{12689759-937A-452D-8130-80B7A4208ED6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3;p39">
              <a:extLst>
                <a:ext uri="{FF2B5EF4-FFF2-40B4-BE49-F238E27FC236}">
                  <a16:creationId xmlns:a16="http://schemas.microsoft.com/office/drawing/2014/main" id="{5C73FBBA-5FEF-94FA-FC13-4C59EA26630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4;p39">
              <a:extLst>
                <a:ext uri="{FF2B5EF4-FFF2-40B4-BE49-F238E27FC236}">
                  <a16:creationId xmlns:a16="http://schemas.microsoft.com/office/drawing/2014/main" id="{F5F00904-BB44-5877-673E-98AB3CC7B5B5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05;p39">
              <a:extLst>
                <a:ext uri="{FF2B5EF4-FFF2-40B4-BE49-F238E27FC236}">
                  <a16:creationId xmlns:a16="http://schemas.microsoft.com/office/drawing/2014/main" id="{F9A4CE29-A562-C57D-FD87-2B848FDB878E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6;p39">
              <a:extLst>
                <a:ext uri="{FF2B5EF4-FFF2-40B4-BE49-F238E27FC236}">
                  <a16:creationId xmlns:a16="http://schemas.microsoft.com/office/drawing/2014/main" id="{6D7F318C-CCE8-6093-561A-413D0B20D534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;p39">
              <a:extLst>
                <a:ext uri="{FF2B5EF4-FFF2-40B4-BE49-F238E27FC236}">
                  <a16:creationId xmlns:a16="http://schemas.microsoft.com/office/drawing/2014/main" id="{F986A759-4EC5-FFFD-DE52-6C28D10878CE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8;p39">
              <a:extLst>
                <a:ext uri="{FF2B5EF4-FFF2-40B4-BE49-F238E27FC236}">
                  <a16:creationId xmlns:a16="http://schemas.microsoft.com/office/drawing/2014/main" id="{4F523244-2A05-9C28-ACB4-1FF03F5860A6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9;p39">
              <a:extLst>
                <a:ext uri="{FF2B5EF4-FFF2-40B4-BE49-F238E27FC236}">
                  <a16:creationId xmlns:a16="http://schemas.microsoft.com/office/drawing/2014/main" id="{0F1C5903-911A-0AE9-CF11-A133283C4579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10;p39">
              <a:extLst>
                <a:ext uri="{FF2B5EF4-FFF2-40B4-BE49-F238E27FC236}">
                  <a16:creationId xmlns:a16="http://schemas.microsoft.com/office/drawing/2014/main" id="{3E3EF21C-96DD-373E-2ECC-2ACAD1E36C2A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1;p39">
              <a:extLst>
                <a:ext uri="{FF2B5EF4-FFF2-40B4-BE49-F238E27FC236}">
                  <a16:creationId xmlns:a16="http://schemas.microsoft.com/office/drawing/2014/main" id="{1690B8C8-6939-8C63-4782-72F37CB85852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2;p39">
              <a:extLst>
                <a:ext uri="{FF2B5EF4-FFF2-40B4-BE49-F238E27FC236}">
                  <a16:creationId xmlns:a16="http://schemas.microsoft.com/office/drawing/2014/main" id="{1F9297B3-FCD0-8D27-92F1-25E78FFF98DA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3;p39">
              <a:extLst>
                <a:ext uri="{FF2B5EF4-FFF2-40B4-BE49-F238E27FC236}">
                  <a16:creationId xmlns:a16="http://schemas.microsoft.com/office/drawing/2014/main" id="{EB82DD2D-3F64-705A-264C-F31A0F36993B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4;p39">
              <a:extLst>
                <a:ext uri="{FF2B5EF4-FFF2-40B4-BE49-F238E27FC236}">
                  <a16:creationId xmlns:a16="http://schemas.microsoft.com/office/drawing/2014/main" id="{3A9E7541-6DD9-4EFF-7052-F81E7244F27E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15;p39">
              <a:extLst>
                <a:ext uri="{FF2B5EF4-FFF2-40B4-BE49-F238E27FC236}">
                  <a16:creationId xmlns:a16="http://schemas.microsoft.com/office/drawing/2014/main" id="{27063436-004B-AB03-66E5-142EFF052AFF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6;p39">
              <a:extLst>
                <a:ext uri="{FF2B5EF4-FFF2-40B4-BE49-F238E27FC236}">
                  <a16:creationId xmlns:a16="http://schemas.microsoft.com/office/drawing/2014/main" id="{270DBE5C-DC1E-F117-479E-B13FAFBA2328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917;p39">
            <a:extLst>
              <a:ext uri="{FF2B5EF4-FFF2-40B4-BE49-F238E27FC236}">
                <a16:creationId xmlns:a16="http://schemas.microsoft.com/office/drawing/2014/main" id="{F71C9695-4ADB-7134-0321-7333AB5DC52A}"/>
              </a:ext>
            </a:extLst>
          </p:cNvPr>
          <p:cNvGrpSpPr/>
          <p:nvPr/>
        </p:nvGrpSpPr>
        <p:grpSpPr>
          <a:xfrm>
            <a:off x="394081" y="3484337"/>
            <a:ext cx="505790" cy="1304858"/>
            <a:chOff x="2041389" y="2249295"/>
            <a:chExt cx="768785" cy="1983343"/>
          </a:xfrm>
        </p:grpSpPr>
        <p:sp>
          <p:nvSpPr>
            <p:cNvPr id="62" name="Google Shape;918;p39">
              <a:extLst>
                <a:ext uri="{FF2B5EF4-FFF2-40B4-BE49-F238E27FC236}">
                  <a16:creationId xmlns:a16="http://schemas.microsoft.com/office/drawing/2014/main" id="{9C4F88B8-1203-E931-E558-306D310F95FA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9;p39">
              <a:extLst>
                <a:ext uri="{FF2B5EF4-FFF2-40B4-BE49-F238E27FC236}">
                  <a16:creationId xmlns:a16="http://schemas.microsoft.com/office/drawing/2014/main" id="{76C66B21-6F59-5A29-9D42-14DCFE93F887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20;p39">
              <a:extLst>
                <a:ext uri="{FF2B5EF4-FFF2-40B4-BE49-F238E27FC236}">
                  <a16:creationId xmlns:a16="http://schemas.microsoft.com/office/drawing/2014/main" id="{41E09105-BABA-DB64-D632-EFBF2804732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21;p39">
              <a:extLst>
                <a:ext uri="{FF2B5EF4-FFF2-40B4-BE49-F238E27FC236}">
                  <a16:creationId xmlns:a16="http://schemas.microsoft.com/office/drawing/2014/main" id="{2BAD3FB3-660E-2A0B-0F16-DC79B0B7834C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22;p39">
              <a:extLst>
                <a:ext uri="{FF2B5EF4-FFF2-40B4-BE49-F238E27FC236}">
                  <a16:creationId xmlns:a16="http://schemas.microsoft.com/office/drawing/2014/main" id="{D8D95052-C4F4-24A9-0479-2B83540F7810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3;p39">
              <a:extLst>
                <a:ext uri="{FF2B5EF4-FFF2-40B4-BE49-F238E27FC236}">
                  <a16:creationId xmlns:a16="http://schemas.microsoft.com/office/drawing/2014/main" id="{795CAEAF-EBA9-37AD-1054-E56FE7015FE1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4;p39">
              <a:extLst>
                <a:ext uri="{FF2B5EF4-FFF2-40B4-BE49-F238E27FC236}">
                  <a16:creationId xmlns:a16="http://schemas.microsoft.com/office/drawing/2014/main" id="{24099FD8-B8F5-FE2F-6397-88773F93957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5;p39">
              <a:extLst>
                <a:ext uri="{FF2B5EF4-FFF2-40B4-BE49-F238E27FC236}">
                  <a16:creationId xmlns:a16="http://schemas.microsoft.com/office/drawing/2014/main" id="{C8A4C91F-501B-2A62-411F-3224E540393C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6;p39">
              <a:extLst>
                <a:ext uri="{FF2B5EF4-FFF2-40B4-BE49-F238E27FC236}">
                  <a16:creationId xmlns:a16="http://schemas.microsoft.com/office/drawing/2014/main" id="{94AD6FE0-71A5-8000-789F-BC1CAEF183B6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7;p39">
              <a:extLst>
                <a:ext uri="{FF2B5EF4-FFF2-40B4-BE49-F238E27FC236}">
                  <a16:creationId xmlns:a16="http://schemas.microsoft.com/office/drawing/2014/main" id="{F5A28A46-3B4C-DC1C-BA60-987F8C89CE8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8;p39">
              <a:extLst>
                <a:ext uri="{FF2B5EF4-FFF2-40B4-BE49-F238E27FC236}">
                  <a16:creationId xmlns:a16="http://schemas.microsoft.com/office/drawing/2014/main" id="{C348D4EB-3A58-6602-1157-FE9AF17E1579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9;p39">
              <a:extLst>
                <a:ext uri="{FF2B5EF4-FFF2-40B4-BE49-F238E27FC236}">
                  <a16:creationId xmlns:a16="http://schemas.microsoft.com/office/drawing/2014/main" id="{DA527A4D-4D7A-E4F7-9973-F9AF69AE950F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30;p39">
              <a:extLst>
                <a:ext uri="{FF2B5EF4-FFF2-40B4-BE49-F238E27FC236}">
                  <a16:creationId xmlns:a16="http://schemas.microsoft.com/office/drawing/2014/main" id="{05ED9B66-CF7B-29C1-D331-408D6644C2D9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31;p39">
              <a:extLst>
                <a:ext uri="{FF2B5EF4-FFF2-40B4-BE49-F238E27FC236}">
                  <a16:creationId xmlns:a16="http://schemas.microsoft.com/office/drawing/2014/main" id="{72FF54AD-1F5E-8875-6562-5676D44E39EC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32;p39">
              <a:extLst>
                <a:ext uri="{FF2B5EF4-FFF2-40B4-BE49-F238E27FC236}">
                  <a16:creationId xmlns:a16="http://schemas.microsoft.com/office/drawing/2014/main" id="{6C431C9E-FF2B-6BAB-E4A6-EDCC83AFCE29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33;p39">
              <a:extLst>
                <a:ext uri="{FF2B5EF4-FFF2-40B4-BE49-F238E27FC236}">
                  <a16:creationId xmlns:a16="http://schemas.microsoft.com/office/drawing/2014/main" id="{B06DCD5B-4F58-0211-068D-DD9370F2C276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34;p39">
              <a:extLst>
                <a:ext uri="{FF2B5EF4-FFF2-40B4-BE49-F238E27FC236}">
                  <a16:creationId xmlns:a16="http://schemas.microsoft.com/office/drawing/2014/main" id="{8777D273-530B-D0A1-367C-C0BBAC1B6872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35;p39">
              <a:extLst>
                <a:ext uri="{FF2B5EF4-FFF2-40B4-BE49-F238E27FC236}">
                  <a16:creationId xmlns:a16="http://schemas.microsoft.com/office/drawing/2014/main" id="{F8EC4612-13A3-E188-0EA7-9868B9238E05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36;p39">
              <a:extLst>
                <a:ext uri="{FF2B5EF4-FFF2-40B4-BE49-F238E27FC236}">
                  <a16:creationId xmlns:a16="http://schemas.microsoft.com/office/drawing/2014/main" id="{F2CEB436-6356-7B37-C1BE-1844C6904638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37;p39">
              <a:extLst>
                <a:ext uri="{FF2B5EF4-FFF2-40B4-BE49-F238E27FC236}">
                  <a16:creationId xmlns:a16="http://schemas.microsoft.com/office/drawing/2014/main" id="{759758BA-D432-C997-397B-D8FB40CA63E8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38;p39">
              <a:extLst>
                <a:ext uri="{FF2B5EF4-FFF2-40B4-BE49-F238E27FC236}">
                  <a16:creationId xmlns:a16="http://schemas.microsoft.com/office/drawing/2014/main" id="{68F8CB4D-A4B8-BF16-6498-E5A3186520B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39;p39">
              <a:extLst>
                <a:ext uri="{FF2B5EF4-FFF2-40B4-BE49-F238E27FC236}">
                  <a16:creationId xmlns:a16="http://schemas.microsoft.com/office/drawing/2014/main" id="{888C396F-9100-91D8-6EBC-737793010530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40;p39">
              <a:extLst>
                <a:ext uri="{FF2B5EF4-FFF2-40B4-BE49-F238E27FC236}">
                  <a16:creationId xmlns:a16="http://schemas.microsoft.com/office/drawing/2014/main" id="{6E54F87A-C53C-88F5-DF92-406FECACF9B5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41;p39">
              <a:extLst>
                <a:ext uri="{FF2B5EF4-FFF2-40B4-BE49-F238E27FC236}">
                  <a16:creationId xmlns:a16="http://schemas.microsoft.com/office/drawing/2014/main" id="{039EB936-5D69-5281-A851-883ED041593C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42;p39">
              <a:extLst>
                <a:ext uri="{FF2B5EF4-FFF2-40B4-BE49-F238E27FC236}">
                  <a16:creationId xmlns:a16="http://schemas.microsoft.com/office/drawing/2014/main" id="{D6DC99D8-D1C9-17FB-5F47-C38B16E09FA2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3;p39">
              <a:extLst>
                <a:ext uri="{FF2B5EF4-FFF2-40B4-BE49-F238E27FC236}">
                  <a16:creationId xmlns:a16="http://schemas.microsoft.com/office/drawing/2014/main" id="{8EE0303D-577F-6800-278E-9922514C2F49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44;p39">
              <a:extLst>
                <a:ext uri="{FF2B5EF4-FFF2-40B4-BE49-F238E27FC236}">
                  <a16:creationId xmlns:a16="http://schemas.microsoft.com/office/drawing/2014/main" id="{A520D898-2D31-BB17-57C8-76DF31176DF5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45;p39">
              <a:extLst>
                <a:ext uri="{FF2B5EF4-FFF2-40B4-BE49-F238E27FC236}">
                  <a16:creationId xmlns:a16="http://schemas.microsoft.com/office/drawing/2014/main" id="{A7D58AC0-FCD6-EBFC-E973-41407A90CA81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46;p39">
              <a:extLst>
                <a:ext uri="{FF2B5EF4-FFF2-40B4-BE49-F238E27FC236}">
                  <a16:creationId xmlns:a16="http://schemas.microsoft.com/office/drawing/2014/main" id="{10DB7FD1-5CB0-4DCD-D4DB-878604FA92BD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47;p39">
              <a:extLst>
                <a:ext uri="{FF2B5EF4-FFF2-40B4-BE49-F238E27FC236}">
                  <a16:creationId xmlns:a16="http://schemas.microsoft.com/office/drawing/2014/main" id="{C74D906A-8B7D-678F-44DA-3E6B2C8C9FCB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48;p39">
              <a:extLst>
                <a:ext uri="{FF2B5EF4-FFF2-40B4-BE49-F238E27FC236}">
                  <a16:creationId xmlns:a16="http://schemas.microsoft.com/office/drawing/2014/main" id="{F8181498-7637-3432-C7A2-7BDB1507CD4F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49;p39">
              <a:extLst>
                <a:ext uri="{FF2B5EF4-FFF2-40B4-BE49-F238E27FC236}">
                  <a16:creationId xmlns:a16="http://schemas.microsoft.com/office/drawing/2014/main" id="{EFAB9FEB-D55A-4542-AF50-7147FB02431B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50;p39">
              <a:extLst>
                <a:ext uri="{FF2B5EF4-FFF2-40B4-BE49-F238E27FC236}">
                  <a16:creationId xmlns:a16="http://schemas.microsoft.com/office/drawing/2014/main" id="{29ABE8AE-7D26-5927-3030-FB12C64154EA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1;p39">
              <a:extLst>
                <a:ext uri="{FF2B5EF4-FFF2-40B4-BE49-F238E27FC236}">
                  <a16:creationId xmlns:a16="http://schemas.microsoft.com/office/drawing/2014/main" id="{1C2D8D32-A75E-102E-C11A-A29B8092DCA4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52;p39">
              <a:extLst>
                <a:ext uri="{FF2B5EF4-FFF2-40B4-BE49-F238E27FC236}">
                  <a16:creationId xmlns:a16="http://schemas.microsoft.com/office/drawing/2014/main" id="{EB5E1357-DBE3-4C74-F950-81EF3C4DA08D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53;p39">
              <a:extLst>
                <a:ext uri="{FF2B5EF4-FFF2-40B4-BE49-F238E27FC236}">
                  <a16:creationId xmlns:a16="http://schemas.microsoft.com/office/drawing/2014/main" id="{D7CC9EBA-B0B5-02CA-B96F-B0C37ED6720C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54;p39">
              <a:extLst>
                <a:ext uri="{FF2B5EF4-FFF2-40B4-BE49-F238E27FC236}">
                  <a16:creationId xmlns:a16="http://schemas.microsoft.com/office/drawing/2014/main" id="{867968C8-4F67-2D35-47D7-409F2B773C3E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55;p39">
              <a:extLst>
                <a:ext uri="{FF2B5EF4-FFF2-40B4-BE49-F238E27FC236}">
                  <a16:creationId xmlns:a16="http://schemas.microsoft.com/office/drawing/2014/main" id="{2B9F1868-E14D-2BA8-11B9-D74225E318E1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56;p39">
              <a:extLst>
                <a:ext uri="{FF2B5EF4-FFF2-40B4-BE49-F238E27FC236}">
                  <a16:creationId xmlns:a16="http://schemas.microsoft.com/office/drawing/2014/main" id="{1B49D67B-5110-138D-F5EB-DFB861394C89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57;p39">
              <a:extLst>
                <a:ext uri="{FF2B5EF4-FFF2-40B4-BE49-F238E27FC236}">
                  <a16:creationId xmlns:a16="http://schemas.microsoft.com/office/drawing/2014/main" id="{B42E8C19-890C-61C3-70B3-0314BFB2A5B6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58;p39">
              <a:extLst>
                <a:ext uri="{FF2B5EF4-FFF2-40B4-BE49-F238E27FC236}">
                  <a16:creationId xmlns:a16="http://schemas.microsoft.com/office/drawing/2014/main" id="{684B4EE8-66D3-A387-A1BC-55CB1EC3ADCE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59;p39">
              <a:extLst>
                <a:ext uri="{FF2B5EF4-FFF2-40B4-BE49-F238E27FC236}">
                  <a16:creationId xmlns:a16="http://schemas.microsoft.com/office/drawing/2014/main" id="{055FF7CE-5749-09A9-7434-9EC2D8F1C930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60;p39">
              <a:extLst>
                <a:ext uri="{FF2B5EF4-FFF2-40B4-BE49-F238E27FC236}">
                  <a16:creationId xmlns:a16="http://schemas.microsoft.com/office/drawing/2014/main" id="{22DA0048-1A2F-57DC-B0BA-EDE3563388E4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61;p39">
              <a:extLst>
                <a:ext uri="{FF2B5EF4-FFF2-40B4-BE49-F238E27FC236}">
                  <a16:creationId xmlns:a16="http://schemas.microsoft.com/office/drawing/2014/main" id="{1570819E-AF97-F702-BBDE-A9D681545C4D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62;p39">
              <a:extLst>
                <a:ext uri="{FF2B5EF4-FFF2-40B4-BE49-F238E27FC236}">
                  <a16:creationId xmlns:a16="http://schemas.microsoft.com/office/drawing/2014/main" id="{052761D9-3898-4A91-0BEB-788AE9B6990F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63;p39">
              <a:extLst>
                <a:ext uri="{FF2B5EF4-FFF2-40B4-BE49-F238E27FC236}">
                  <a16:creationId xmlns:a16="http://schemas.microsoft.com/office/drawing/2014/main" id="{9C7552CA-456D-0A92-EC47-6D77F9571B8F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64;p39">
              <a:extLst>
                <a:ext uri="{FF2B5EF4-FFF2-40B4-BE49-F238E27FC236}">
                  <a16:creationId xmlns:a16="http://schemas.microsoft.com/office/drawing/2014/main" id="{3EDC4A14-07A8-61D2-A78B-1E91AD4FE4E9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65;p39">
              <a:extLst>
                <a:ext uri="{FF2B5EF4-FFF2-40B4-BE49-F238E27FC236}">
                  <a16:creationId xmlns:a16="http://schemas.microsoft.com/office/drawing/2014/main" id="{E55A76FA-25DB-FE49-DDFF-4E0D41D7C2AC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66;p39">
              <a:extLst>
                <a:ext uri="{FF2B5EF4-FFF2-40B4-BE49-F238E27FC236}">
                  <a16:creationId xmlns:a16="http://schemas.microsoft.com/office/drawing/2014/main" id="{F4CD683D-7808-9BB9-1899-C1B446FA01AF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7;p39">
              <a:extLst>
                <a:ext uri="{FF2B5EF4-FFF2-40B4-BE49-F238E27FC236}">
                  <a16:creationId xmlns:a16="http://schemas.microsoft.com/office/drawing/2014/main" id="{2C5776A2-A423-B381-C02D-B7E8283C690C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8;p39">
              <a:extLst>
                <a:ext uri="{FF2B5EF4-FFF2-40B4-BE49-F238E27FC236}">
                  <a16:creationId xmlns:a16="http://schemas.microsoft.com/office/drawing/2014/main" id="{D84909F5-A113-46A3-C4F4-27F142F208A5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9;p39">
              <a:extLst>
                <a:ext uri="{FF2B5EF4-FFF2-40B4-BE49-F238E27FC236}">
                  <a16:creationId xmlns:a16="http://schemas.microsoft.com/office/drawing/2014/main" id="{4A64E70D-06D6-E56A-CEAA-018ECDDB17FC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70;p39">
              <a:extLst>
                <a:ext uri="{FF2B5EF4-FFF2-40B4-BE49-F238E27FC236}">
                  <a16:creationId xmlns:a16="http://schemas.microsoft.com/office/drawing/2014/main" id="{77A43DD5-957B-8F8F-629E-CDA2578A06BC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1;p39">
              <a:extLst>
                <a:ext uri="{FF2B5EF4-FFF2-40B4-BE49-F238E27FC236}">
                  <a16:creationId xmlns:a16="http://schemas.microsoft.com/office/drawing/2014/main" id="{19FEE83C-81D3-62EF-8E4F-0A3883D0AAB5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72;p39">
              <a:extLst>
                <a:ext uri="{FF2B5EF4-FFF2-40B4-BE49-F238E27FC236}">
                  <a16:creationId xmlns:a16="http://schemas.microsoft.com/office/drawing/2014/main" id="{75EE9C87-F3D9-F856-7E8A-3CDADB409FD3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973;p39">
            <a:extLst>
              <a:ext uri="{FF2B5EF4-FFF2-40B4-BE49-F238E27FC236}">
                <a16:creationId xmlns:a16="http://schemas.microsoft.com/office/drawing/2014/main" id="{EC00EAAE-BB45-7600-996C-0FB6BE0E9215}"/>
              </a:ext>
            </a:extLst>
          </p:cNvPr>
          <p:cNvGrpSpPr/>
          <p:nvPr/>
        </p:nvGrpSpPr>
        <p:grpSpPr>
          <a:xfrm>
            <a:off x="2249334" y="4501541"/>
            <a:ext cx="334567" cy="332400"/>
            <a:chOff x="1191959" y="3692252"/>
            <a:chExt cx="542654" cy="539139"/>
          </a:xfrm>
        </p:grpSpPr>
        <p:sp>
          <p:nvSpPr>
            <p:cNvPr id="135" name="Google Shape;974;p39">
              <a:extLst>
                <a:ext uri="{FF2B5EF4-FFF2-40B4-BE49-F238E27FC236}">
                  <a16:creationId xmlns:a16="http://schemas.microsoft.com/office/drawing/2014/main" id="{9CD62FDC-BEDC-22A9-2D6E-9A5AF8AF9C8E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5;p39">
              <a:extLst>
                <a:ext uri="{FF2B5EF4-FFF2-40B4-BE49-F238E27FC236}">
                  <a16:creationId xmlns:a16="http://schemas.microsoft.com/office/drawing/2014/main" id="{BB6E1997-A172-B688-B9EC-9272D934F5B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6;p39">
              <a:extLst>
                <a:ext uri="{FF2B5EF4-FFF2-40B4-BE49-F238E27FC236}">
                  <a16:creationId xmlns:a16="http://schemas.microsoft.com/office/drawing/2014/main" id="{32F346F7-DBDF-FA33-FCC8-BB432EBC9C06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7;p39">
              <a:extLst>
                <a:ext uri="{FF2B5EF4-FFF2-40B4-BE49-F238E27FC236}">
                  <a16:creationId xmlns:a16="http://schemas.microsoft.com/office/drawing/2014/main" id="{8C11A004-2481-3CE4-EFF2-ABE9BE1509B9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156500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32" name="Google Shape;132;p9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9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299;p44">
            <a:extLst>
              <a:ext uri="{FF2B5EF4-FFF2-40B4-BE49-F238E27FC236}">
                <a16:creationId xmlns:a16="http://schemas.microsoft.com/office/drawing/2014/main" id="{1037E422-CB20-147E-3360-548A72C4CEB6}"/>
              </a:ext>
            </a:extLst>
          </p:cNvPr>
          <p:cNvGrpSpPr/>
          <p:nvPr/>
        </p:nvGrpSpPr>
        <p:grpSpPr>
          <a:xfrm>
            <a:off x="337509" y="4294802"/>
            <a:ext cx="542654" cy="539139"/>
            <a:chOff x="1191959" y="3692252"/>
            <a:chExt cx="542654" cy="539139"/>
          </a:xfrm>
        </p:grpSpPr>
        <p:sp>
          <p:nvSpPr>
            <p:cNvPr id="3" name="Google Shape;1300;p44">
              <a:extLst>
                <a:ext uri="{FF2B5EF4-FFF2-40B4-BE49-F238E27FC236}">
                  <a16:creationId xmlns:a16="http://schemas.microsoft.com/office/drawing/2014/main" id="{7B7F71FD-9390-8C25-1AC4-74ACF665B7B6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1;p44">
              <a:extLst>
                <a:ext uri="{FF2B5EF4-FFF2-40B4-BE49-F238E27FC236}">
                  <a16:creationId xmlns:a16="http://schemas.microsoft.com/office/drawing/2014/main" id="{EA1ACDF8-563A-12C2-EEF1-68E9BA3861E3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2;p44">
              <a:extLst>
                <a:ext uri="{FF2B5EF4-FFF2-40B4-BE49-F238E27FC236}">
                  <a16:creationId xmlns:a16="http://schemas.microsoft.com/office/drawing/2014/main" id="{BF9C7D91-DCBB-E9A2-6B4B-629C7113D3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3;p44">
              <a:extLst>
                <a:ext uri="{FF2B5EF4-FFF2-40B4-BE49-F238E27FC236}">
                  <a16:creationId xmlns:a16="http://schemas.microsoft.com/office/drawing/2014/main" id="{0B39A4BE-AC10-D83C-111E-FD8A890EC7C6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304;p44">
            <a:extLst>
              <a:ext uri="{FF2B5EF4-FFF2-40B4-BE49-F238E27FC236}">
                <a16:creationId xmlns:a16="http://schemas.microsoft.com/office/drawing/2014/main" id="{C790A29D-B985-F3D2-FFA3-E825F7839EB2}"/>
              </a:ext>
            </a:extLst>
          </p:cNvPr>
          <p:cNvGrpSpPr/>
          <p:nvPr/>
        </p:nvGrpSpPr>
        <p:grpSpPr>
          <a:xfrm>
            <a:off x="748032" y="4549034"/>
            <a:ext cx="416516" cy="376726"/>
            <a:chOff x="1642882" y="3855859"/>
            <a:chExt cx="416516" cy="376726"/>
          </a:xfrm>
        </p:grpSpPr>
        <p:sp>
          <p:nvSpPr>
            <p:cNvPr id="8" name="Google Shape;1305;p44">
              <a:extLst>
                <a:ext uri="{FF2B5EF4-FFF2-40B4-BE49-F238E27FC236}">
                  <a16:creationId xmlns:a16="http://schemas.microsoft.com/office/drawing/2014/main" id="{956EDB31-015C-5B9D-D5B4-01AF788C4170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6;p44">
              <a:extLst>
                <a:ext uri="{FF2B5EF4-FFF2-40B4-BE49-F238E27FC236}">
                  <a16:creationId xmlns:a16="http://schemas.microsoft.com/office/drawing/2014/main" id="{1656B93E-3901-CEE3-491F-4E9AB264F43F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558163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1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5;p40">
            <a:extLst>
              <a:ext uri="{FF2B5EF4-FFF2-40B4-BE49-F238E27FC236}">
                <a16:creationId xmlns:a16="http://schemas.microsoft.com/office/drawing/2014/main" id="{C7C3C719-8C45-85CF-ACD8-B92D0F194B17}"/>
              </a:ext>
            </a:extLst>
          </p:cNvPr>
          <p:cNvGrpSpPr/>
          <p:nvPr/>
        </p:nvGrpSpPr>
        <p:grpSpPr>
          <a:xfrm>
            <a:off x="152363" y="3118387"/>
            <a:ext cx="1530314" cy="1617904"/>
            <a:chOff x="457162" y="1897613"/>
            <a:chExt cx="2145005" cy="2267778"/>
          </a:xfrm>
        </p:grpSpPr>
        <p:sp>
          <p:nvSpPr>
            <p:cNvPr id="3" name="Google Shape;1066;p40">
              <a:extLst>
                <a:ext uri="{FF2B5EF4-FFF2-40B4-BE49-F238E27FC236}">
                  <a16:creationId xmlns:a16="http://schemas.microsoft.com/office/drawing/2014/main" id="{C868C0CC-BF9F-6302-EE26-18F5CC476DC3}"/>
                </a:ext>
              </a:extLst>
            </p:cNvPr>
            <p:cNvSpPr/>
            <p:nvPr/>
          </p:nvSpPr>
          <p:spPr>
            <a:xfrm>
              <a:off x="884958" y="3119860"/>
              <a:ext cx="490771" cy="618911"/>
            </a:xfrm>
            <a:custGeom>
              <a:avLst/>
              <a:gdLst/>
              <a:ahLst/>
              <a:cxnLst/>
              <a:rect l="l" t="t" r="r" b="b"/>
              <a:pathLst>
                <a:path w="8643" h="10892" extrusionOk="0">
                  <a:moveTo>
                    <a:pt x="4041" y="0"/>
                  </a:moveTo>
                  <a:cubicBezTo>
                    <a:pt x="3709" y="1046"/>
                    <a:pt x="3384" y="2085"/>
                    <a:pt x="3053" y="3130"/>
                  </a:cubicBezTo>
                  <a:cubicBezTo>
                    <a:pt x="1326" y="4035"/>
                    <a:pt x="57" y="6112"/>
                    <a:pt x="6" y="9000"/>
                  </a:cubicBezTo>
                  <a:cubicBezTo>
                    <a:pt x="1" y="9475"/>
                    <a:pt x="1445" y="10892"/>
                    <a:pt x="2100" y="10892"/>
                  </a:cubicBezTo>
                  <a:cubicBezTo>
                    <a:pt x="2218" y="10892"/>
                    <a:pt x="2311" y="10846"/>
                    <a:pt x="2364" y="10740"/>
                  </a:cubicBezTo>
                  <a:cubicBezTo>
                    <a:pt x="3199" y="9057"/>
                    <a:pt x="4665" y="7457"/>
                    <a:pt x="5411" y="6699"/>
                  </a:cubicBezTo>
                  <a:cubicBezTo>
                    <a:pt x="6979" y="5125"/>
                    <a:pt x="8247" y="3213"/>
                    <a:pt x="8642" y="1020"/>
                  </a:cubicBezTo>
                  <a:lnTo>
                    <a:pt x="4041" y="0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;p40">
              <a:extLst>
                <a:ext uri="{FF2B5EF4-FFF2-40B4-BE49-F238E27FC236}">
                  <a16:creationId xmlns:a16="http://schemas.microsoft.com/office/drawing/2014/main" id="{E82C02EF-03FA-5AC1-9DFB-30CE728FA950}"/>
                </a:ext>
              </a:extLst>
            </p:cNvPr>
            <p:cNvSpPr/>
            <p:nvPr/>
          </p:nvSpPr>
          <p:spPr>
            <a:xfrm>
              <a:off x="1173695" y="3317885"/>
              <a:ext cx="71035" cy="49038"/>
            </a:xfrm>
            <a:custGeom>
              <a:avLst/>
              <a:gdLst/>
              <a:ahLst/>
              <a:cxnLst/>
              <a:rect l="l" t="t" r="r" b="b"/>
              <a:pathLst>
                <a:path w="1251" h="863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8"/>
                    <a:pt x="1" y="40"/>
                    <a:pt x="7" y="78"/>
                  </a:cubicBezTo>
                  <a:cubicBezTo>
                    <a:pt x="46" y="339"/>
                    <a:pt x="205" y="582"/>
                    <a:pt x="428" y="722"/>
                  </a:cubicBezTo>
                  <a:cubicBezTo>
                    <a:pt x="575" y="811"/>
                    <a:pt x="747" y="862"/>
                    <a:pt x="919" y="862"/>
                  </a:cubicBezTo>
                  <a:cubicBezTo>
                    <a:pt x="1008" y="862"/>
                    <a:pt x="1104" y="849"/>
                    <a:pt x="1193" y="817"/>
                  </a:cubicBezTo>
                  <a:cubicBezTo>
                    <a:pt x="1225" y="811"/>
                    <a:pt x="1250" y="773"/>
                    <a:pt x="1237" y="735"/>
                  </a:cubicBezTo>
                  <a:cubicBezTo>
                    <a:pt x="1227" y="704"/>
                    <a:pt x="1201" y="686"/>
                    <a:pt x="1172" y="686"/>
                  </a:cubicBezTo>
                  <a:cubicBezTo>
                    <a:pt x="1164" y="686"/>
                    <a:pt x="1156" y="687"/>
                    <a:pt x="1148" y="690"/>
                  </a:cubicBezTo>
                  <a:cubicBezTo>
                    <a:pt x="1077" y="711"/>
                    <a:pt x="1002" y="722"/>
                    <a:pt x="926" y="722"/>
                  </a:cubicBezTo>
                  <a:cubicBezTo>
                    <a:pt x="777" y="722"/>
                    <a:pt x="627" y="681"/>
                    <a:pt x="504" y="601"/>
                  </a:cubicBezTo>
                  <a:cubicBezTo>
                    <a:pt x="313" y="486"/>
                    <a:pt x="173" y="282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8;p40">
              <a:extLst>
                <a:ext uri="{FF2B5EF4-FFF2-40B4-BE49-F238E27FC236}">
                  <a16:creationId xmlns:a16="http://schemas.microsoft.com/office/drawing/2014/main" id="{0E284944-834A-A8D7-1878-65E037D3D796}"/>
                </a:ext>
              </a:extLst>
            </p:cNvPr>
            <p:cNvSpPr/>
            <p:nvPr/>
          </p:nvSpPr>
          <p:spPr>
            <a:xfrm>
              <a:off x="785760" y="3531992"/>
              <a:ext cx="291010" cy="463501"/>
            </a:xfrm>
            <a:custGeom>
              <a:avLst/>
              <a:gdLst/>
              <a:ahLst/>
              <a:cxnLst/>
              <a:rect l="l" t="t" r="r" b="b"/>
              <a:pathLst>
                <a:path w="5125" h="8157" extrusionOk="0">
                  <a:moveTo>
                    <a:pt x="1741" y="0"/>
                  </a:moveTo>
                  <a:cubicBezTo>
                    <a:pt x="1" y="3639"/>
                    <a:pt x="664" y="6992"/>
                    <a:pt x="664" y="6992"/>
                  </a:cubicBezTo>
                  <a:cubicBezTo>
                    <a:pt x="664" y="6992"/>
                    <a:pt x="1598" y="8156"/>
                    <a:pt x="2901" y="8156"/>
                  </a:cubicBezTo>
                  <a:cubicBezTo>
                    <a:pt x="3005" y="8156"/>
                    <a:pt x="3111" y="8149"/>
                    <a:pt x="3219" y="8133"/>
                  </a:cubicBezTo>
                  <a:cubicBezTo>
                    <a:pt x="3461" y="7209"/>
                    <a:pt x="3704" y="5469"/>
                    <a:pt x="4054" y="4576"/>
                  </a:cubicBezTo>
                  <a:cubicBezTo>
                    <a:pt x="4373" y="3754"/>
                    <a:pt x="4806" y="2868"/>
                    <a:pt x="5125" y="2046"/>
                  </a:cubicBezTo>
                  <a:lnTo>
                    <a:pt x="5125" y="2046"/>
                  </a:lnTo>
                  <a:cubicBezTo>
                    <a:pt x="4800" y="2295"/>
                    <a:pt x="4456" y="2556"/>
                    <a:pt x="4137" y="2805"/>
                  </a:cubicBezTo>
                  <a:cubicBezTo>
                    <a:pt x="4150" y="2486"/>
                    <a:pt x="4124" y="2161"/>
                    <a:pt x="4054" y="1849"/>
                  </a:cubicBezTo>
                  <a:cubicBezTo>
                    <a:pt x="4022" y="1676"/>
                    <a:pt x="3965" y="1492"/>
                    <a:pt x="3818" y="1396"/>
                  </a:cubicBezTo>
                  <a:cubicBezTo>
                    <a:pt x="3752" y="1356"/>
                    <a:pt x="3679" y="1340"/>
                    <a:pt x="3603" y="1340"/>
                  </a:cubicBezTo>
                  <a:cubicBezTo>
                    <a:pt x="3461" y="1340"/>
                    <a:pt x="3310" y="1397"/>
                    <a:pt x="3181" y="1460"/>
                  </a:cubicBezTo>
                  <a:cubicBezTo>
                    <a:pt x="2894" y="1600"/>
                    <a:pt x="2633" y="1810"/>
                    <a:pt x="2384" y="2008"/>
                  </a:cubicBezTo>
                  <a:cubicBezTo>
                    <a:pt x="2174" y="1307"/>
                    <a:pt x="1951" y="701"/>
                    <a:pt x="1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40">
              <a:extLst>
                <a:ext uri="{FF2B5EF4-FFF2-40B4-BE49-F238E27FC236}">
                  <a16:creationId xmlns:a16="http://schemas.microsoft.com/office/drawing/2014/main" id="{A325D302-1AEB-B52B-C9F0-99E242FF6452}"/>
                </a:ext>
              </a:extLst>
            </p:cNvPr>
            <p:cNvSpPr/>
            <p:nvPr/>
          </p:nvSpPr>
          <p:spPr>
            <a:xfrm>
              <a:off x="819432" y="3833263"/>
              <a:ext cx="160013" cy="136260"/>
            </a:xfrm>
            <a:custGeom>
              <a:avLst/>
              <a:gdLst/>
              <a:ahLst/>
              <a:cxnLst/>
              <a:rect l="l" t="t" r="r" b="b"/>
              <a:pathLst>
                <a:path w="2818" h="2398" extrusionOk="0">
                  <a:moveTo>
                    <a:pt x="74" y="0"/>
                  </a:moveTo>
                  <a:cubicBezTo>
                    <a:pt x="71" y="0"/>
                    <a:pt x="67" y="0"/>
                    <a:pt x="64" y="1"/>
                  </a:cubicBezTo>
                  <a:cubicBezTo>
                    <a:pt x="26" y="7"/>
                    <a:pt x="0" y="39"/>
                    <a:pt x="7" y="77"/>
                  </a:cubicBezTo>
                  <a:cubicBezTo>
                    <a:pt x="64" y="587"/>
                    <a:pt x="262" y="1072"/>
                    <a:pt x="580" y="1473"/>
                  </a:cubicBezTo>
                  <a:cubicBezTo>
                    <a:pt x="663" y="1582"/>
                    <a:pt x="778" y="1709"/>
                    <a:pt x="944" y="1734"/>
                  </a:cubicBezTo>
                  <a:cubicBezTo>
                    <a:pt x="972" y="1740"/>
                    <a:pt x="999" y="1743"/>
                    <a:pt x="1026" y="1743"/>
                  </a:cubicBezTo>
                  <a:cubicBezTo>
                    <a:pt x="1146" y="1743"/>
                    <a:pt x="1255" y="1691"/>
                    <a:pt x="1364" y="1639"/>
                  </a:cubicBezTo>
                  <a:cubicBezTo>
                    <a:pt x="1463" y="1592"/>
                    <a:pt x="1558" y="1549"/>
                    <a:pt x="1652" y="1549"/>
                  </a:cubicBezTo>
                  <a:cubicBezTo>
                    <a:pt x="1673" y="1549"/>
                    <a:pt x="1694" y="1551"/>
                    <a:pt x="1715" y="1556"/>
                  </a:cubicBezTo>
                  <a:cubicBezTo>
                    <a:pt x="1823" y="1582"/>
                    <a:pt x="1919" y="1690"/>
                    <a:pt x="2002" y="1881"/>
                  </a:cubicBezTo>
                  <a:lnTo>
                    <a:pt x="2021" y="1932"/>
                  </a:lnTo>
                  <a:cubicBezTo>
                    <a:pt x="2084" y="2079"/>
                    <a:pt x="2155" y="2238"/>
                    <a:pt x="2295" y="2340"/>
                  </a:cubicBezTo>
                  <a:cubicBezTo>
                    <a:pt x="2352" y="2378"/>
                    <a:pt x="2429" y="2397"/>
                    <a:pt x="2499" y="2397"/>
                  </a:cubicBezTo>
                  <a:cubicBezTo>
                    <a:pt x="2556" y="2397"/>
                    <a:pt x="2607" y="2385"/>
                    <a:pt x="2658" y="2365"/>
                  </a:cubicBezTo>
                  <a:cubicBezTo>
                    <a:pt x="2747" y="2327"/>
                    <a:pt x="2805" y="2251"/>
                    <a:pt x="2811" y="2168"/>
                  </a:cubicBezTo>
                  <a:cubicBezTo>
                    <a:pt x="2817" y="2130"/>
                    <a:pt x="2792" y="2091"/>
                    <a:pt x="2754" y="2085"/>
                  </a:cubicBezTo>
                  <a:cubicBezTo>
                    <a:pt x="2715" y="2085"/>
                    <a:pt x="2677" y="2111"/>
                    <a:pt x="2677" y="2149"/>
                  </a:cubicBezTo>
                  <a:cubicBezTo>
                    <a:pt x="2671" y="2200"/>
                    <a:pt x="2633" y="2225"/>
                    <a:pt x="2601" y="2238"/>
                  </a:cubicBezTo>
                  <a:cubicBezTo>
                    <a:pt x="2570" y="2252"/>
                    <a:pt x="2535" y="2258"/>
                    <a:pt x="2500" y="2258"/>
                  </a:cubicBezTo>
                  <a:cubicBezTo>
                    <a:pt x="2454" y="2258"/>
                    <a:pt x="2407" y="2247"/>
                    <a:pt x="2371" y="2225"/>
                  </a:cubicBezTo>
                  <a:cubicBezTo>
                    <a:pt x="2263" y="2149"/>
                    <a:pt x="2206" y="2009"/>
                    <a:pt x="2148" y="1875"/>
                  </a:cubicBezTo>
                  <a:lnTo>
                    <a:pt x="2129" y="1824"/>
                  </a:lnTo>
                  <a:cubicBezTo>
                    <a:pt x="2027" y="1594"/>
                    <a:pt x="1900" y="1460"/>
                    <a:pt x="1747" y="1422"/>
                  </a:cubicBezTo>
                  <a:cubicBezTo>
                    <a:pt x="1715" y="1415"/>
                    <a:pt x="1684" y="1411"/>
                    <a:pt x="1654" y="1411"/>
                  </a:cubicBezTo>
                  <a:cubicBezTo>
                    <a:pt x="1532" y="1411"/>
                    <a:pt x="1419" y="1465"/>
                    <a:pt x="1307" y="1511"/>
                  </a:cubicBezTo>
                  <a:cubicBezTo>
                    <a:pt x="1204" y="1560"/>
                    <a:pt x="1109" y="1605"/>
                    <a:pt x="1017" y="1605"/>
                  </a:cubicBezTo>
                  <a:cubicBezTo>
                    <a:pt x="1001" y="1605"/>
                    <a:pt x="985" y="1603"/>
                    <a:pt x="969" y="1601"/>
                  </a:cubicBezTo>
                  <a:cubicBezTo>
                    <a:pt x="854" y="1582"/>
                    <a:pt x="759" y="1480"/>
                    <a:pt x="689" y="1384"/>
                  </a:cubicBezTo>
                  <a:cubicBezTo>
                    <a:pt x="389" y="1002"/>
                    <a:pt x="198" y="549"/>
                    <a:pt x="141" y="65"/>
                  </a:cubicBezTo>
                  <a:cubicBezTo>
                    <a:pt x="141" y="30"/>
                    <a:pt x="10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40">
              <a:extLst>
                <a:ext uri="{FF2B5EF4-FFF2-40B4-BE49-F238E27FC236}">
                  <a16:creationId xmlns:a16="http://schemas.microsoft.com/office/drawing/2014/main" id="{7FC07EF3-49D0-C658-271B-FC81B8AEC3FB}"/>
                </a:ext>
              </a:extLst>
            </p:cNvPr>
            <p:cNvSpPr/>
            <p:nvPr/>
          </p:nvSpPr>
          <p:spPr>
            <a:xfrm>
              <a:off x="833173" y="3641318"/>
              <a:ext cx="91647" cy="247803"/>
            </a:xfrm>
            <a:custGeom>
              <a:avLst/>
              <a:gdLst/>
              <a:ahLst/>
              <a:cxnLst/>
              <a:rect l="l" t="t" r="r" b="b"/>
              <a:pathLst>
                <a:path w="1614" h="4361" extrusionOk="0">
                  <a:moveTo>
                    <a:pt x="1533" y="0"/>
                  </a:moveTo>
                  <a:cubicBezTo>
                    <a:pt x="1499" y="0"/>
                    <a:pt x="1472" y="30"/>
                    <a:pt x="1466" y="65"/>
                  </a:cubicBezTo>
                  <a:cubicBezTo>
                    <a:pt x="1403" y="1550"/>
                    <a:pt x="893" y="3041"/>
                    <a:pt x="26" y="4252"/>
                  </a:cubicBezTo>
                  <a:cubicBezTo>
                    <a:pt x="1" y="4284"/>
                    <a:pt x="13" y="4329"/>
                    <a:pt x="39" y="4348"/>
                  </a:cubicBezTo>
                  <a:cubicBezTo>
                    <a:pt x="52" y="4354"/>
                    <a:pt x="71" y="4360"/>
                    <a:pt x="83" y="4360"/>
                  </a:cubicBezTo>
                  <a:cubicBezTo>
                    <a:pt x="103" y="4360"/>
                    <a:pt x="128" y="4348"/>
                    <a:pt x="141" y="4335"/>
                  </a:cubicBezTo>
                  <a:cubicBezTo>
                    <a:pt x="1020" y="3099"/>
                    <a:pt x="1543" y="1588"/>
                    <a:pt x="1607" y="71"/>
                  </a:cubicBezTo>
                  <a:cubicBezTo>
                    <a:pt x="1613" y="33"/>
                    <a:pt x="1581" y="1"/>
                    <a:pt x="1543" y="1"/>
                  </a:cubicBezTo>
                  <a:cubicBezTo>
                    <a:pt x="1540" y="1"/>
                    <a:pt x="1536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1;p40">
              <a:extLst>
                <a:ext uri="{FF2B5EF4-FFF2-40B4-BE49-F238E27FC236}">
                  <a16:creationId xmlns:a16="http://schemas.microsoft.com/office/drawing/2014/main" id="{7A3CE18E-CAEB-FFAA-B923-1750FA3FD339}"/>
                </a:ext>
              </a:extLst>
            </p:cNvPr>
            <p:cNvSpPr/>
            <p:nvPr/>
          </p:nvSpPr>
          <p:spPr>
            <a:xfrm>
              <a:off x="994945" y="3682400"/>
              <a:ext cx="34410" cy="169388"/>
            </a:xfrm>
            <a:custGeom>
              <a:avLst/>
              <a:gdLst/>
              <a:ahLst/>
              <a:cxnLst/>
              <a:rect l="l" t="t" r="r" b="b"/>
              <a:pathLst>
                <a:path w="606" h="2981" extrusionOk="0">
                  <a:moveTo>
                    <a:pt x="525" y="1"/>
                  </a:moveTo>
                  <a:cubicBezTo>
                    <a:pt x="496" y="1"/>
                    <a:pt x="469" y="19"/>
                    <a:pt x="459" y="49"/>
                  </a:cubicBezTo>
                  <a:cubicBezTo>
                    <a:pt x="160" y="973"/>
                    <a:pt x="0" y="1936"/>
                    <a:pt x="0" y="2911"/>
                  </a:cubicBezTo>
                  <a:cubicBezTo>
                    <a:pt x="0" y="2949"/>
                    <a:pt x="26" y="2981"/>
                    <a:pt x="71" y="2981"/>
                  </a:cubicBezTo>
                  <a:cubicBezTo>
                    <a:pt x="109" y="2981"/>
                    <a:pt x="134" y="2949"/>
                    <a:pt x="141" y="2911"/>
                  </a:cubicBezTo>
                  <a:cubicBezTo>
                    <a:pt x="141" y="1948"/>
                    <a:pt x="294" y="1005"/>
                    <a:pt x="593" y="94"/>
                  </a:cubicBezTo>
                  <a:cubicBezTo>
                    <a:pt x="606" y="56"/>
                    <a:pt x="587" y="17"/>
                    <a:pt x="549" y="5"/>
                  </a:cubicBezTo>
                  <a:cubicBezTo>
                    <a:pt x="541" y="2"/>
                    <a:pt x="533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2;p40">
              <a:extLst>
                <a:ext uri="{FF2B5EF4-FFF2-40B4-BE49-F238E27FC236}">
                  <a16:creationId xmlns:a16="http://schemas.microsoft.com/office/drawing/2014/main" id="{471510A2-1C3F-47E0-6CFF-07FF6793051B}"/>
                </a:ext>
              </a:extLst>
            </p:cNvPr>
            <p:cNvSpPr/>
            <p:nvPr/>
          </p:nvSpPr>
          <p:spPr>
            <a:xfrm>
              <a:off x="937027" y="3686548"/>
              <a:ext cx="68082" cy="32332"/>
            </a:xfrm>
            <a:custGeom>
              <a:avLst/>
              <a:gdLst/>
              <a:ahLst/>
              <a:cxnLst/>
              <a:rect l="l" t="t" r="r" b="b"/>
              <a:pathLst>
                <a:path w="1199" h="569" extrusionOk="0">
                  <a:moveTo>
                    <a:pt x="78" y="0"/>
                  </a:moveTo>
                  <a:cubicBezTo>
                    <a:pt x="51" y="0"/>
                    <a:pt x="27" y="17"/>
                    <a:pt x="13" y="40"/>
                  </a:cubicBezTo>
                  <a:cubicBezTo>
                    <a:pt x="1" y="78"/>
                    <a:pt x="20" y="116"/>
                    <a:pt x="52" y="136"/>
                  </a:cubicBezTo>
                  <a:lnTo>
                    <a:pt x="1097" y="563"/>
                  </a:lnTo>
                  <a:cubicBezTo>
                    <a:pt x="1103" y="569"/>
                    <a:pt x="1110" y="569"/>
                    <a:pt x="1122" y="569"/>
                  </a:cubicBezTo>
                  <a:cubicBezTo>
                    <a:pt x="1148" y="569"/>
                    <a:pt x="1173" y="556"/>
                    <a:pt x="1186" y="524"/>
                  </a:cubicBezTo>
                  <a:cubicBezTo>
                    <a:pt x="1199" y="492"/>
                    <a:pt x="1186" y="448"/>
                    <a:pt x="1148" y="435"/>
                  </a:cubicBezTo>
                  <a:lnTo>
                    <a:pt x="109" y="8"/>
                  </a:lnTo>
                  <a:cubicBezTo>
                    <a:pt x="99" y="3"/>
                    <a:pt x="8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;p40">
              <a:extLst>
                <a:ext uri="{FF2B5EF4-FFF2-40B4-BE49-F238E27FC236}">
                  <a16:creationId xmlns:a16="http://schemas.microsoft.com/office/drawing/2014/main" id="{FB38D606-1B0D-2280-5E26-CC871B6F42AD}"/>
                </a:ext>
              </a:extLst>
            </p:cNvPr>
            <p:cNvSpPr/>
            <p:nvPr/>
          </p:nvSpPr>
          <p:spPr>
            <a:xfrm>
              <a:off x="925841" y="3734904"/>
              <a:ext cx="68082" cy="34321"/>
            </a:xfrm>
            <a:custGeom>
              <a:avLst/>
              <a:gdLst/>
              <a:ahLst/>
              <a:cxnLst/>
              <a:rect l="l" t="t" r="r" b="b"/>
              <a:pathLst>
                <a:path w="1199" h="604" extrusionOk="0">
                  <a:moveTo>
                    <a:pt x="82" y="0"/>
                  </a:moveTo>
                  <a:cubicBezTo>
                    <a:pt x="60" y="0"/>
                    <a:pt x="38" y="10"/>
                    <a:pt x="26" y="30"/>
                  </a:cubicBezTo>
                  <a:cubicBezTo>
                    <a:pt x="0" y="62"/>
                    <a:pt x="13" y="107"/>
                    <a:pt x="45" y="126"/>
                  </a:cubicBezTo>
                  <a:cubicBezTo>
                    <a:pt x="370" y="336"/>
                    <a:pt x="727" y="496"/>
                    <a:pt x="1103" y="597"/>
                  </a:cubicBezTo>
                  <a:cubicBezTo>
                    <a:pt x="1109" y="604"/>
                    <a:pt x="1116" y="604"/>
                    <a:pt x="1122" y="604"/>
                  </a:cubicBezTo>
                  <a:cubicBezTo>
                    <a:pt x="1154" y="604"/>
                    <a:pt x="1179" y="585"/>
                    <a:pt x="1192" y="553"/>
                  </a:cubicBezTo>
                  <a:cubicBezTo>
                    <a:pt x="1198" y="515"/>
                    <a:pt x="1179" y="476"/>
                    <a:pt x="1141" y="464"/>
                  </a:cubicBezTo>
                  <a:cubicBezTo>
                    <a:pt x="778" y="368"/>
                    <a:pt x="434" y="215"/>
                    <a:pt x="121" y="11"/>
                  </a:cubicBezTo>
                  <a:cubicBezTo>
                    <a:pt x="109" y="4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4;p40">
              <a:extLst>
                <a:ext uri="{FF2B5EF4-FFF2-40B4-BE49-F238E27FC236}">
                  <a16:creationId xmlns:a16="http://schemas.microsoft.com/office/drawing/2014/main" id="{2EC0E7BD-7EA2-4574-ECC8-787DC0E72AFB}"/>
                </a:ext>
              </a:extLst>
            </p:cNvPr>
            <p:cNvSpPr/>
            <p:nvPr/>
          </p:nvSpPr>
          <p:spPr>
            <a:xfrm>
              <a:off x="913519" y="3778771"/>
              <a:ext cx="77508" cy="33582"/>
            </a:xfrm>
            <a:custGeom>
              <a:avLst/>
              <a:gdLst/>
              <a:ahLst/>
              <a:cxnLst/>
              <a:rect l="l" t="t" r="r" b="b"/>
              <a:pathLst>
                <a:path w="1365" h="591" extrusionOk="0">
                  <a:moveTo>
                    <a:pt x="79" y="0"/>
                  </a:moveTo>
                  <a:cubicBezTo>
                    <a:pt x="49" y="0"/>
                    <a:pt x="23" y="18"/>
                    <a:pt x="13" y="49"/>
                  </a:cubicBezTo>
                  <a:cubicBezTo>
                    <a:pt x="0" y="87"/>
                    <a:pt x="20" y="125"/>
                    <a:pt x="51" y="138"/>
                  </a:cubicBezTo>
                  <a:lnTo>
                    <a:pt x="1262" y="584"/>
                  </a:lnTo>
                  <a:cubicBezTo>
                    <a:pt x="1269" y="584"/>
                    <a:pt x="1275" y="590"/>
                    <a:pt x="1288" y="590"/>
                  </a:cubicBezTo>
                  <a:cubicBezTo>
                    <a:pt x="1313" y="590"/>
                    <a:pt x="1339" y="571"/>
                    <a:pt x="1352" y="539"/>
                  </a:cubicBezTo>
                  <a:cubicBezTo>
                    <a:pt x="1364" y="507"/>
                    <a:pt x="1345" y="469"/>
                    <a:pt x="1307" y="450"/>
                  </a:cubicBezTo>
                  <a:lnTo>
                    <a:pt x="102" y="4"/>
                  </a:lnTo>
                  <a:cubicBezTo>
                    <a:pt x="94" y="1"/>
                    <a:pt x="86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75;p40">
              <a:extLst>
                <a:ext uri="{FF2B5EF4-FFF2-40B4-BE49-F238E27FC236}">
                  <a16:creationId xmlns:a16="http://schemas.microsoft.com/office/drawing/2014/main" id="{3024B2AB-495C-75D1-85E6-B76CEB630332}"/>
                </a:ext>
              </a:extLst>
            </p:cNvPr>
            <p:cNvSpPr/>
            <p:nvPr/>
          </p:nvSpPr>
          <p:spPr>
            <a:xfrm>
              <a:off x="1472993" y="3183955"/>
              <a:ext cx="395263" cy="796367"/>
            </a:xfrm>
            <a:custGeom>
              <a:avLst/>
              <a:gdLst/>
              <a:ahLst/>
              <a:cxnLst/>
              <a:rect l="l" t="t" r="r" b="b"/>
              <a:pathLst>
                <a:path w="6961" h="14015" extrusionOk="0">
                  <a:moveTo>
                    <a:pt x="4781" y="1"/>
                  </a:moveTo>
                  <a:cubicBezTo>
                    <a:pt x="3092" y="147"/>
                    <a:pt x="1473" y="689"/>
                    <a:pt x="1" y="1536"/>
                  </a:cubicBezTo>
                  <a:cubicBezTo>
                    <a:pt x="511" y="2830"/>
                    <a:pt x="1027" y="4130"/>
                    <a:pt x="1543" y="5424"/>
                  </a:cubicBezTo>
                  <a:cubicBezTo>
                    <a:pt x="2493" y="7821"/>
                    <a:pt x="2499" y="10497"/>
                    <a:pt x="3640" y="12811"/>
                  </a:cubicBezTo>
                  <a:cubicBezTo>
                    <a:pt x="3799" y="13136"/>
                    <a:pt x="4073" y="13359"/>
                    <a:pt x="4366" y="13569"/>
                  </a:cubicBezTo>
                  <a:cubicBezTo>
                    <a:pt x="4722" y="13832"/>
                    <a:pt x="5152" y="14014"/>
                    <a:pt x="5594" y="14014"/>
                  </a:cubicBezTo>
                  <a:cubicBezTo>
                    <a:pt x="5635" y="14014"/>
                    <a:pt x="5676" y="14012"/>
                    <a:pt x="5718" y="14009"/>
                  </a:cubicBezTo>
                  <a:cubicBezTo>
                    <a:pt x="6202" y="13977"/>
                    <a:pt x="6960" y="13544"/>
                    <a:pt x="6903" y="13066"/>
                  </a:cubicBezTo>
                  <a:cubicBezTo>
                    <a:pt x="6553" y="10344"/>
                    <a:pt x="6623" y="7598"/>
                    <a:pt x="5985" y="4940"/>
                  </a:cubicBezTo>
                  <a:cubicBezTo>
                    <a:pt x="5577" y="3257"/>
                    <a:pt x="5189" y="1677"/>
                    <a:pt x="4781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6;p40">
              <a:extLst>
                <a:ext uri="{FF2B5EF4-FFF2-40B4-BE49-F238E27FC236}">
                  <a16:creationId xmlns:a16="http://schemas.microsoft.com/office/drawing/2014/main" id="{9D1F4C08-EBB2-0313-B35C-57F892FBDA4D}"/>
                </a:ext>
              </a:extLst>
            </p:cNvPr>
            <p:cNvSpPr/>
            <p:nvPr/>
          </p:nvSpPr>
          <p:spPr>
            <a:xfrm>
              <a:off x="1653220" y="3881733"/>
              <a:ext cx="382941" cy="283658"/>
            </a:xfrm>
            <a:custGeom>
              <a:avLst/>
              <a:gdLst/>
              <a:ahLst/>
              <a:cxnLst/>
              <a:rect l="l" t="t" r="r" b="b"/>
              <a:pathLst>
                <a:path w="6744" h="4992" extrusionOk="0">
                  <a:moveTo>
                    <a:pt x="2694" y="1"/>
                  </a:moveTo>
                  <a:cubicBezTo>
                    <a:pt x="2683" y="1"/>
                    <a:pt x="2670" y="1"/>
                    <a:pt x="2658" y="2"/>
                  </a:cubicBezTo>
                  <a:cubicBezTo>
                    <a:pt x="2352" y="21"/>
                    <a:pt x="2136" y="289"/>
                    <a:pt x="2021" y="550"/>
                  </a:cubicBezTo>
                  <a:cubicBezTo>
                    <a:pt x="1906" y="811"/>
                    <a:pt x="1849" y="1105"/>
                    <a:pt x="1658" y="1321"/>
                  </a:cubicBezTo>
                  <a:cubicBezTo>
                    <a:pt x="1141" y="990"/>
                    <a:pt x="536" y="556"/>
                    <a:pt x="20" y="225"/>
                  </a:cubicBezTo>
                  <a:lnTo>
                    <a:pt x="20" y="225"/>
                  </a:lnTo>
                  <a:cubicBezTo>
                    <a:pt x="45" y="1175"/>
                    <a:pt x="1" y="2239"/>
                    <a:pt x="26" y="3189"/>
                  </a:cubicBezTo>
                  <a:cubicBezTo>
                    <a:pt x="1161" y="3514"/>
                    <a:pt x="2199" y="4138"/>
                    <a:pt x="3296" y="4565"/>
                  </a:cubicBezTo>
                  <a:cubicBezTo>
                    <a:pt x="3925" y="4813"/>
                    <a:pt x="4625" y="4992"/>
                    <a:pt x="5301" y="4992"/>
                  </a:cubicBezTo>
                  <a:cubicBezTo>
                    <a:pt x="5809" y="4992"/>
                    <a:pt x="6303" y="4891"/>
                    <a:pt x="6744" y="4642"/>
                  </a:cubicBezTo>
                  <a:cubicBezTo>
                    <a:pt x="6578" y="4438"/>
                    <a:pt x="6406" y="4234"/>
                    <a:pt x="6240" y="4030"/>
                  </a:cubicBezTo>
                  <a:cubicBezTo>
                    <a:pt x="5316" y="2915"/>
                    <a:pt x="4335" y="1767"/>
                    <a:pt x="3761" y="442"/>
                  </a:cubicBezTo>
                  <a:lnTo>
                    <a:pt x="3761" y="442"/>
                  </a:lnTo>
                  <a:cubicBezTo>
                    <a:pt x="3761" y="678"/>
                    <a:pt x="3806" y="901"/>
                    <a:pt x="3806" y="1130"/>
                  </a:cubicBezTo>
                  <a:cubicBezTo>
                    <a:pt x="3608" y="926"/>
                    <a:pt x="3506" y="665"/>
                    <a:pt x="3353" y="429"/>
                  </a:cubicBezTo>
                  <a:cubicBezTo>
                    <a:pt x="3206" y="209"/>
                    <a:pt x="2972" y="1"/>
                    <a:pt x="2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7;p40">
              <a:extLst>
                <a:ext uri="{FF2B5EF4-FFF2-40B4-BE49-F238E27FC236}">
                  <a16:creationId xmlns:a16="http://schemas.microsoft.com/office/drawing/2014/main" id="{BE6B805F-B0CB-3028-6DA7-5222A85E37E4}"/>
                </a:ext>
              </a:extLst>
            </p:cNvPr>
            <p:cNvSpPr/>
            <p:nvPr/>
          </p:nvSpPr>
          <p:spPr>
            <a:xfrm>
              <a:off x="1654298" y="4021345"/>
              <a:ext cx="366304" cy="134328"/>
            </a:xfrm>
            <a:custGeom>
              <a:avLst/>
              <a:gdLst/>
              <a:ahLst/>
              <a:cxnLst/>
              <a:rect l="l" t="t" r="r" b="b"/>
              <a:pathLst>
                <a:path w="6451" h="2364" extrusionOk="0">
                  <a:moveTo>
                    <a:pt x="76" y="1"/>
                  </a:moveTo>
                  <a:cubicBezTo>
                    <a:pt x="54" y="1"/>
                    <a:pt x="32" y="11"/>
                    <a:pt x="20" y="31"/>
                  </a:cubicBezTo>
                  <a:cubicBezTo>
                    <a:pt x="1" y="62"/>
                    <a:pt x="7" y="107"/>
                    <a:pt x="39" y="126"/>
                  </a:cubicBezTo>
                  <a:cubicBezTo>
                    <a:pt x="1333" y="916"/>
                    <a:pt x="2690" y="1611"/>
                    <a:pt x="4086" y="2198"/>
                  </a:cubicBezTo>
                  <a:cubicBezTo>
                    <a:pt x="4284" y="2280"/>
                    <a:pt x="4513" y="2363"/>
                    <a:pt x="4736" y="2363"/>
                  </a:cubicBezTo>
                  <a:cubicBezTo>
                    <a:pt x="4876" y="2363"/>
                    <a:pt x="5017" y="2331"/>
                    <a:pt x="5131" y="2242"/>
                  </a:cubicBezTo>
                  <a:cubicBezTo>
                    <a:pt x="5221" y="2178"/>
                    <a:pt x="5278" y="2102"/>
                    <a:pt x="5342" y="2025"/>
                  </a:cubicBezTo>
                  <a:cubicBezTo>
                    <a:pt x="5412" y="1936"/>
                    <a:pt x="5475" y="1853"/>
                    <a:pt x="5571" y="1809"/>
                  </a:cubicBezTo>
                  <a:cubicBezTo>
                    <a:pt x="5619" y="1782"/>
                    <a:pt x="5677" y="1769"/>
                    <a:pt x="5740" y="1769"/>
                  </a:cubicBezTo>
                  <a:cubicBezTo>
                    <a:pt x="5810" y="1769"/>
                    <a:pt x="5886" y="1785"/>
                    <a:pt x="5960" y="1815"/>
                  </a:cubicBezTo>
                  <a:cubicBezTo>
                    <a:pt x="6094" y="1872"/>
                    <a:pt x="6215" y="1968"/>
                    <a:pt x="6330" y="2057"/>
                  </a:cubicBezTo>
                  <a:cubicBezTo>
                    <a:pt x="6341" y="2068"/>
                    <a:pt x="6356" y="2074"/>
                    <a:pt x="6371" y="2074"/>
                  </a:cubicBezTo>
                  <a:cubicBezTo>
                    <a:pt x="6390" y="2074"/>
                    <a:pt x="6411" y="2065"/>
                    <a:pt x="6425" y="2051"/>
                  </a:cubicBezTo>
                  <a:cubicBezTo>
                    <a:pt x="6451" y="2019"/>
                    <a:pt x="6444" y="1974"/>
                    <a:pt x="6412" y="1949"/>
                  </a:cubicBezTo>
                  <a:cubicBezTo>
                    <a:pt x="6291" y="1853"/>
                    <a:pt x="6164" y="1751"/>
                    <a:pt x="6011" y="1688"/>
                  </a:cubicBezTo>
                  <a:cubicBezTo>
                    <a:pt x="5920" y="1649"/>
                    <a:pt x="5827" y="1629"/>
                    <a:pt x="5739" y="1629"/>
                  </a:cubicBezTo>
                  <a:cubicBezTo>
                    <a:pt x="5655" y="1629"/>
                    <a:pt x="5576" y="1647"/>
                    <a:pt x="5507" y="1681"/>
                  </a:cubicBezTo>
                  <a:cubicBezTo>
                    <a:pt x="5386" y="1745"/>
                    <a:pt x="5310" y="1841"/>
                    <a:pt x="5233" y="1943"/>
                  </a:cubicBezTo>
                  <a:cubicBezTo>
                    <a:pt x="5176" y="2013"/>
                    <a:pt x="5119" y="2083"/>
                    <a:pt x="5048" y="2134"/>
                  </a:cubicBezTo>
                  <a:cubicBezTo>
                    <a:pt x="4958" y="2199"/>
                    <a:pt x="4851" y="2224"/>
                    <a:pt x="4738" y="2224"/>
                  </a:cubicBezTo>
                  <a:cubicBezTo>
                    <a:pt x="4541" y="2224"/>
                    <a:pt x="4323" y="2147"/>
                    <a:pt x="4137" y="2070"/>
                  </a:cubicBezTo>
                  <a:cubicBezTo>
                    <a:pt x="2754" y="1484"/>
                    <a:pt x="1397" y="795"/>
                    <a:pt x="115" y="11"/>
                  </a:cubicBezTo>
                  <a:cubicBezTo>
                    <a:pt x="104" y="4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8;p40">
              <a:extLst>
                <a:ext uri="{FF2B5EF4-FFF2-40B4-BE49-F238E27FC236}">
                  <a16:creationId xmlns:a16="http://schemas.microsoft.com/office/drawing/2014/main" id="{5E1AA0FB-4B17-D923-855A-EEDCD589D0C1}"/>
                </a:ext>
              </a:extLst>
            </p:cNvPr>
            <p:cNvSpPr/>
            <p:nvPr/>
          </p:nvSpPr>
          <p:spPr>
            <a:xfrm>
              <a:off x="1742992" y="3947760"/>
              <a:ext cx="103571" cy="174559"/>
            </a:xfrm>
            <a:custGeom>
              <a:avLst/>
              <a:gdLst/>
              <a:ahLst/>
              <a:cxnLst/>
              <a:rect l="l" t="t" r="r" b="b"/>
              <a:pathLst>
                <a:path w="1824" h="3072" extrusionOk="0">
                  <a:moveTo>
                    <a:pt x="77" y="1"/>
                  </a:moveTo>
                  <a:cubicBezTo>
                    <a:pt x="60" y="1"/>
                    <a:pt x="44" y="7"/>
                    <a:pt x="32" y="19"/>
                  </a:cubicBezTo>
                  <a:cubicBezTo>
                    <a:pt x="7" y="45"/>
                    <a:pt x="0" y="89"/>
                    <a:pt x="26" y="121"/>
                  </a:cubicBezTo>
                  <a:cubicBezTo>
                    <a:pt x="797" y="943"/>
                    <a:pt x="1371" y="1944"/>
                    <a:pt x="1683" y="3027"/>
                  </a:cubicBezTo>
                  <a:cubicBezTo>
                    <a:pt x="1689" y="3053"/>
                    <a:pt x="1715" y="3072"/>
                    <a:pt x="1747" y="3072"/>
                  </a:cubicBezTo>
                  <a:lnTo>
                    <a:pt x="1766" y="3072"/>
                  </a:lnTo>
                  <a:cubicBezTo>
                    <a:pt x="1804" y="3059"/>
                    <a:pt x="1823" y="3021"/>
                    <a:pt x="1817" y="2983"/>
                  </a:cubicBezTo>
                  <a:cubicBezTo>
                    <a:pt x="1498" y="1886"/>
                    <a:pt x="912" y="860"/>
                    <a:pt x="128" y="25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79;p40">
              <a:extLst>
                <a:ext uri="{FF2B5EF4-FFF2-40B4-BE49-F238E27FC236}">
                  <a16:creationId xmlns:a16="http://schemas.microsoft.com/office/drawing/2014/main" id="{9C79B1C1-AB6B-C255-8D09-B9A26149C222}"/>
                </a:ext>
              </a:extLst>
            </p:cNvPr>
            <p:cNvSpPr/>
            <p:nvPr/>
          </p:nvSpPr>
          <p:spPr>
            <a:xfrm>
              <a:off x="1858430" y="3929918"/>
              <a:ext cx="133609" cy="157285"/>
            </a:xfrm>
            <a:custGeom>
              <a:avLst/>
              <a:gdLst/>
              <a:ahLst/>
              <a:cxnLst/>
              <a:rect l="l" t="t" r="r" b="b"/>
              <a:pathLst>
                <a:path w="2353" h="2768" extrusionOk="0">
                  <a:moveTo>
                    <a:pt x="83" y="0"/>
                  </a:moveTo>
                  <a:cubicBezTo>
                    <a:pt x="72" y="0"/>
                    <a:pt x="62" y="3"/>
                    <a:pt x="51" y="8"/>
                  </a:cubicBezTo>
                  <a:cubicBezTo>
                    <a:pt x="19" y="21"/>
                    <a:pt x="0" y="59"/>
                    <a:pt x="19" y="97"/>
                  </a:cubicBezTo>
                  <a:cubicBezTo>
                    <a:pt x="485" y="1162"/>
                    <a:pt x="1275" y="2105"/>
                    <a:pt x="2237" y="2755"/>
                  </a:cubicBezTo>
                  <a:cubicBezTo>
                    <a:pt x="2250" y="2768"/>
                    <a:pt x="2263" y="2768"/>
                    <a:pt x="2276" y="2768"/>
                  </a:cubicBezTo>
                  <a:cubicBezTo>
                    <a:pt x="2295" y="2768"/>
                    <a:pt x="2320" y="2761"/>
                    <a:pt x="2333" y="2736"/>
                  </a:cubicBezTo>
                  <a:cubicBezTo>
                    <a:pt x="2352" y="2704"/>
                    <a:pt x="2346" y="2666"/>
                    <a:pt x="2314" y="2640"/>
                  </a:cubicBezTo>
                  <a:cubicBezTo>
                    <a:pt x="1371" y="2009"/>
                    <a:pt x="599" y="1085"/>
                    <a:pt x="147" y="40"/>
                  </a:cubicBezTo>
                  <a:cubicBezTo>
                    <a:pt x="133" y="17"/>
                    <a:pt x="10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0;p40">
              <a:extLst>
                <a:ext uri="{FF2B5EF4-FFF2-40B4-BE49-F238E27FC236}">
                  <a16:creationId xmlns:a16="http://schemas.microsoft.com/office/drawing/2014/main" id="{183B969C-F569-A427-617B-88F691568ED0}"/>
                </a:ext>
              </a:extLst>
            </p:cNvPr>
            <p:cNvSpPr/>
            <p:nvPr/>
          </p:nvSpPr>
          <p:spPr>
            <a:xfrm>
              <a:off x="1804487" y="3964693"/>
              <a:ext cx="53262" cy="13524"/>
            </a:xfrm>
            <a:custGeom>
              <a:avLst/>
              <a:gdLst/>
              <a:ahLst/>
              <a:cxnLst/>
              <a:rect l="l" t="t" r="r" b="b"/>
              <a:pathLst>
                <a:path w="938" h="238" extrusionOk="0">
                  <a:moveTo>
                    <a:pt x="873" y="0"/>
                  </a:moveTo>
                  <a:cubicBezTo>
                    <a:pt x="869" y="0"/>
                    <a:pt x="865" y="1"/>
                    <a:pt x="861" y="1"/>
                  </a:cubicBezTo>
                  <a:lnTo>
                    <a:pt x="64" y="97"/>
                  </a:lnTo>
                  <a:cubicBezTo>
                    <a:pt x="26" y="103"/>
                    <a:pt x="1" y="135"/>
                    <a:pt x="7" y="174"/>
                  </a:cubicBezTo>
                  <a:cubicBezTo>
                    <a:pt x="7" y="205"/>
                    <a:pt x="39" y="237"/>
                    <a:pt x="71" y="237"/>
                  </a:cubicBezTo>
                  <a:cubicBezTo>
                    <a:pt x="77" y="237"/>
                    <a:pt x="77" y="237"/>
                    <a:pt x="84" y="231"/>
                  </a:cubicBezTo>
                  <a:lnTo>
                    <a:pt x="874" y="142"/>
                  </a:lnTo>
                  <a:cubicBezTo>
                    <a:pt x="912" y="135"/>
                    <a:pt x="938" y="97"/>
                    <a:pt x="938" y="59"/>
                  </a:cubicBezTo>
                  <a:cubicBezTo>
                    <a:pt x="932" y="25"/>
                    <a:pt x="906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1;p40">
              <a:extLst>
                <a:ext uri="{FF2B5EF4-FFF2-40B4-BE49-F238E27FC236}">
                  <a16:creationId xmlns:a16="http://schemas.microsoft.com/office/drawing/2014/main" id="{B7521807-A92A-B1D0-AA75-D084D7BEF7AD}"/>
                </a:ext>
              </a:extLst>
            </p:cNvPr>
            <p:cNvSpPr/>
            <p:nvPr/>
          </p:nvSpPr>
          <p:spPr>
            <a:xfrm>
              <a:off x="1832708" y="3999468"/>
              <a:ext cx="52524" cy="14603"/>
            </a:xfrm>
            <a:custGeom>
              <a:avLst/>
              <a:gdLst/>
              <a:ahLst/>
              <a:cxnLst/>
              <a:rect l="l" t="t" r="r" b="b"/>
              <a:pathLst>
                <a:path w="925" h="257" extrusionOk="0">
                  <a:moveTo>
                    <a:pt x="854" y="0"/>
                  </a:moveTo>
                  <a:cubicBezTo>
                    <a:pt x="850" y="0"/>
                    <a:pt x="846" y="1"/>
                    <a:pt x="842" y="1"/>
                  </a:cubicBezTo>
                  <a:lnTo>
                    <a:pt x="65" y="116"/>
                  </a:lnTo>
                  <a:cubicBezTo>
                    <a:pt x="26" y="122"/>
                    <a:pt x="1" y="161"/>
                    <a:pt x="7" y="199"/>
                  </a:cubicBezTo>
                  <a:cubicBezTo>
                    <a:pt x="7" y="231"/>
                    <a:pt x="39" y="256"/>
                    <a:pt x="71" y="256"/>
                  </a:cubicBezTo>
                  <a:lnTo>
                    <a:pt x="84" y="256"/>
                  </a:lnTo>
                  <a:lnTo>
                    <a:pt x="861" y="142"/>
                  </a:lnTo>
                  <a:cubicBezTo>
                    <a:pt x="899" y="135"/>
                    <a:pt x="925" y="97"/>
                    <a:pt x="919" y="59"/>
                  </a:cubicBezTo>
                  <a:cubicBezTo>
                    <a:pt x="913" y="24"/>
                    <a:pt x="887" y="0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2;p40">
              <a:extLst>
                <a:ext uri="{FF2B5EF4-FFF2-40B4-BE49-F238E27FC236}">
                  <a16:creationId xmlns:a16="http://schemas.microsoft.com/office/drawing/2014/main" id="{FD8F656A-0A2A-9FC0-B970-DC92C0E7F95E}"/>
                </a:ext>
              </a:extLst>
            </p:cNvPr>
            <p:cNvSpPr/>
            <p:nvPr/>
          </p:nvSpPr>
          <p:spPr>
            <a:xfrm>
              <a:off x="1854796" y="4037482"/>
              <a:ext cx="59054" cy="16763"/>
            </a:xfrm>
            <a:custGeom>
              <a:avLst/>
              <a:gdLst/>
              <a:ahLst/>
              <a:cxnLst/>
              <a:rect l="l" t="t" r="r" b="b"/>
              <a:pathLst>
                <a:path w="1040" h="295" extrusionOk="0">
                  <a:moveTo>
                    <a:pt x="962" y="1"/>
                  </a:moveTo>
                  <a:cubicBezTo>
                    <a:pt x="958" y="1"/>
                    <a:pt x="954" y="1"/>
                    <a:pt x="950" y="2"/>
                  </a:cubicBezTo>
                  <a:lnTo>
                    <a:pt x="64" y="154"/>
                  </a:lnTo>
                  <a:cubicBezTo>
                    <a:pt x="26" y="161"/>
                    <a:pt x="1" y="199"/>
                    <a:pt x="7" y="237"/>
                  </a:cubicBezTo>
                  <a:cubicBezTo>
                    <a:pt x="13" y="269"/>
                    <a:pt x="39" y="295"/>
                    <a:pt x="71" y="295"/>
                  </a:cubicBezTo>
                  <a:lnTo>
                    <a:pt x="83" y="295"/>
                  </a:lnTo>
                  <a:lnTo>
                    <a:pt x="976" y="135"/>
                  </a:lnTo>
                  <a:cubicBezTo>
                    <a:pt x="1014" y="129"/>
                    <a:pt x="1039" y="97"/>
                    <a:pt x="1033" y="59"/>
                  </a:cubicBezTo>
                  <a:cubicBezTo>
                    <a:pt x="1027" y="25"/>
                    <a:pt x="996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3;p40">
              <a:extLst>
                <a:ext uri="{FF2B5EF4-FFF2-40B4-BE49-F238E27FC236}">
                  <a16:creationId xmlns:a16="http://schemas.microsoft.com/office/drawing/2014/main" id="{D1C82DB7-3079-EB4E-CB06-4C323606376B}"/>
                </a:ext>
              </a:extLst>
            </p:cNvPr>
            <p:cNvSpPr/>
            <p:nvPr/>
          </p:nvSpPr>
          <p:spPr>
            <a:xfrm>
              <a:off x="1076370" y="2789211"/>
              <a:ext cx="695245" cy="524472"/>
            </a:xfrm>
            <a:custGeom>
              <a:avLst/>
              <a:gdLst/>
              <a:ahLst/>
              <a:cxnLst/>
              <a:rect l="l" t="t" r="r" b="b"/>
              <a:pathLst>
                <a:path w="12244" h="9230" extrusionOk="0">
                  <a:moveTo>
                    <a:pt x="5021" y="1"/>
                  </a:moveTo>
                  <a:cubicBezTo>
                    <a:pt x="4291" y="1"/>
                    <a:pt x="3561" y="45"/>
                    <a:pt x="2837" y="134"/>
                  </a:cubicBezTo>
                  <a:cubicBezTo>
                    <a:pt x="1549" y="1919"/>
                    <a:pt x="587" y="3933"/>
                    <a:pt x="0" y="6049"/>
                  </a:cubicBezTo>
                  <a:cubicBezTo>
                    <a:pt x="1893" y="6508"/>
                    <a:pt x="3640" y="7209"/>
                    <a:pt x="5265" y="8286"/>
                  </a:cubicBezTo>
                  <a:cubicBezTo>
                    <a:pt x="5482" y="8107"/>
                    <a:pt x="5584" y="7904"/>
                    <a:pt x="5800" y="7731"/>
                  </a:cubicBezTo>
                  <a:cubicBezTo>
                    <a:pt x="6189" y="8146"/>
                    <a:pt x="6457" y="8668"/>
                    <a:pt x="6571" y="9229"/>
                  </a:cubicBezTo>
                  <a:cubicBezTo>
                    <a:pt x="8122" y="8281"/>
                    <a:pt x="9936" y="7731"/>
                    <a:pt x="11756" y="7731"/>
                  </a:cubicBezTo>
                  <a:cubicBezTo>
                    <a:pt x="11919" y="7731"/>
                    <a:pt x="12081" y="7735"/>
                    <a:pt x="12244" y="7744"/>
                  </a:cubicBezTo>
                  <a:cubicBezTo>
                    <a:pt x="11874" y="6164"/>
                    <a:pt x="11466" y="4768"/>
                    <a:pt x="10746" y="3321"/>
                  </a:cubicBezTo>
                  <a:cubicBezTo>
                    <a:pt x="10867" y="2798"/>
                    <a:pt x="11033" y="2282"/>
                    <a:pt x="11154" y="1766"/>
                  </a:cubicBezTo>
                  <a:cubicBezTo>
                    <a:pt x="10638" y="912"/>
                    <a:pt x="9586" y="561"/>
                    <a:pt x="8611" y="364"/>
                  </a:cubicBezTo>
                  <a:cubicBezTo>
                    <a:pt x="7429" y="122"/>
                    <a:pt x="6224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84;p40">
              <a:extLst>
                <a:ext uri="{FF2B5EF4-FFF2-40B4-BE49-F238E27FC236}">
                  <a16:creationId xmlns:a16="http://schemas.microsoft.com/office/drawing/2014/main" id="{577886A2-D597-0383-08F7-63C532A83A6F}"/>
                </a:ext>
              </a:extLst>
            </p:cNvPr>
            <p:cNvSpPr/>
            <p:nvPr/>
          </p:nvSpPr>
          <p:spPr>
            <a:xfrm>
              <a:off x="1395542" y="3145657"/>
              <a:ext cx="94543" cy="94837"/>
            </a:xfrm>
            <a:custGeom>
              <a:avLst/>
              <a:gdLst/>
              <a:ahLst/>
              <a:cxnLst/>
              <a:rect l="l" t="t" r="r" b="b"/>
              <a:pathLst>
                <a:path w="1665" h="1669" extrusionOk="0">
                  <a:moveTo>
                    <a:pt x="1584" y="1"/>
                  </a:moveTo>
                  <a:cubicBezTo>
                    <a:pt x="1575" y="1"/>
                    <a:pt x="1565" y="2"/>
                    <a:pt x="1556" y="5"/>
                  </a:cubicBezTo>
                  <a:cubicBezTo>
                    <a:pt x="1448" y="56"/>
                    <a:pt x="1346" y="95"/>
                    <a:pt x="1244" y="139"/>
                  </a:cubicBezTo>
                  <a:cubicBezTo>
                    <a:pt x="1148" y="177"/>
                    <a:pt x="1040" y="222"/>
                    <a:pt x="931" y="267"/>
                  </a:cubicBezTo>
                  <a:cubicBezTo>
                    <a:pt x="925" y="273"/>
                    <a:pt x="912" y="279"/>
                    <a:pt x="906" y="292"/>
                  </a:cubicBezTo>
                  <a:lnTo>
                    <a:pt x="20" y="1554"/>
                  </a:lnTo>
                  <a:cubicBezTo>
                    <a:pt x="1" y="1586"/>
                    <a:pt x="7" y="1631"/>
                    <a:pt x="39" y="1656"/>
                  </a:cubicBezTo>
                  <a:cubicBezTo>
                    <a:pt x="52" y="1662"/>
                    <a:pt x="65" y="1669"/>
                    <a:pt x="77" y="1669"/>
                  </a:cubicBezTo>
                  <a:cubicBezTo>
                    <a:pt x="96" y="1669"/>
                    <a:pt x="122" y="1656"/>
                    <a:pt x="135" y="1637"/>
                  </a:cubicBezTo>
                  <a:lnTo>
                    <a:pt x="1008" y="388"/>
                  </a:lnTo>
                  <a:cubicBezTo>
                    <a:pt x="1110" y="343"/>
                    <a:pt x="1205" y="305"/>
                    <a:pt x="1301" y="267"/>
                  </a:cubicBezTo>
                  <a:cubicBezTo>
                    <a:pt x="1403" y="222"/>
                    <a:pt x="1505" y="184"/>
                    <a:pt x="1613" y="133"/>
                  </a:cubicBezTo>
                  <a:cubicBezTo>
                    <a:pt x="1652" y="120"/>
                    <a:pt x="1664" y="75"/>
                    <a:pt x="1645" y="44"/>
                  </a:cubicBezTo>
                  <a:cubicBezTo>
                    <a:pt x="1636" y="15"/>
                    <a:pt x="1612" y="1"/>
                    <a:pt x="1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85;p40">
              <a:extLst>
                <a:ext uri="{FF2B5EF4-FFF2-40B4-BE49-F238E27FC236}">
                  <a16:creationId xmlns:a16="http://schemas.microsoft.com/office/drawing/2014/main" id="{8C46D345-8A2F-D5CE-0DCE-36F8C458A9F6}"/>
                </a:ext>
              </a:extLst>
            </p:cNvPr>
            <p:cNvSpPr/>
            <p:nvPr/>
          </p:nvSpPr>
          <p:spPr>
            <a:xfrm>
              <a:off x="1167903" y="2888650"/>
              <a:ext cx="178127" cy="33866"/>
            </a:xfrm>
            <a:custGeom>
              <a:avLst/>
              <a:gdLst/>
              <a:ahLst/>
              <a:cxnLst/>
              <a:rect l="l" t="t" r="r" b="b"/>
              <a:pathLst>
                <a:path w="3137" h="596" extrusionOk="0">
                  <a:moveTo>
                    <a:pt x="3052" y="1"/>
                  </a:moveTo>
                  <a:cubicBezTo>
                    <a:pt x="3040" y="1"/>
                    <a:pt x="3028" y="3"/>
                    <a:pt x="3016" y="10"/>
                  </a:cubicBezTo>
                  <a:cubicBezTo>
                    <a:pt x="2512" y="304"/>
                    <a:pt x="1921" y="455"/>
                    <a:pt x="1330" y="455"/>
                  </a:cubicBezTo>
                  <a:cubicBezTo>
                    <a:pt x="912" y="455"/>
                    <a:pt x="495" y="380"/>
                    <a:pt x="109" y="226"/>
                  </a:cubicBezTo>
                  <a:cubicBezTo>
                    <a:pt x="99" y="221"/>
                    <a:pt x="89" y="219"/>
                    <a:pt x="79" y="219"/>
                  </a:cubicBezTo>
                  <a:cubicBezTo>
                    <a:pt x="52" y="219"/>
                    <a:pt x="29" y="237"/>
                    <a:pt x="20" y="265"/>
                  </a:cubicBezTo>
                  <a:cubicBezTo>
                    <a:pt x="1" y="296"/>
                    <a:pt x="20" y="341"/>
                    <a:pt x="58" y="354"/>
                  </a:cubicBezTo>
                  <a:cubicBezTo>
                    <a:pt x="460" y="513"/>
                    <a:pt x="893" y="596"/>
                    <a:pt x="1333" y="596"/>
                  </a:cubicBezTo>
                  <a:cubicBezTo>
                    <a:pt x="1945" y="596"/>
                    <a:pt x="2563" y="437"/>
                    <a:pt x="3092" y="131"/>
                  </a:cubicBezTo>
                  <a:cubicBezTo>
                    <a:pt x="3124" y="112"/>
                    <a:pt x="3137" y="67"/>
                    <a:pt x="3111" y="35"/>
                  </a:cubicBezTo>
                  <a:cubicBezTo>
                    <a:pt x="3098" y="13"/>
                    <a:pt x="3076" y="1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86;p40">
              <a:extLst>
                <a:ext uri="{FF2B5EF4-FFF2-40B4-BE49-F238E27FC236}">
                  <a16:creationId xmlns:a16="http://schemas.microsoft.com/office/drawing/2014/main" id="{67B10CDD-A602-1A2C-0546-624F81BED977}"/>
                </a:ext>
              </a:extLst>
            </p:cNvPr>
            <p:cNvSpPr/>
            <p:nvPr/>
          </p:nvSpPr>
          <p:spPr>
            <a:xfrm>
              <a:off x="1597516" y="2943597"/>
              <a:ext cx="110442" cy="87223"/>
            </a:xfrm>
            <a:custGeom>
              <a:avLst/>
              <a:gdLst/>
              <a:ahLst/>
              <a:cxnLst/>
              <a:rect l="l" t="t" r="r" b="b"/>
              <a:pathLst>
                <a:path w="1945" h="1535" extrusionOk="0">
                  <a:moveTo>
                    <a:pt x="73" y="0"/>
                  </a:moveTo>
                  <a:cubicBezTo>
                    <a:pt x="64" y="0"/>
                    <a:pt x="54" y="2"/>
                    <a:pt x="45" y="5"/>
                  </a:cubicBezTo>
                  <a:cubicBezTo>
                    <a:pt x="13" y="24"/>
                    <a:pt x="0" y="69"/>
                    <a:pt x="13" y="101"/>
                  </a:cubicBezTo>
                  <a:cubicBezTo>
                    <a:pt x="363" y="827"/>
                    <a:pt x="1064" y="1375"/>
                    <a:pt x="1855" y="1535"/>
                  </a:cubicBezTo>
                  <a:lnTo>
                    <a:pt x="1868" y="1535"/>
                  </a:lnTo>
                  <a:cubicBezTo>
                    <a:pt x="1899" y="1535"/>
                    <a:pt x="1925" y="1515"/>
                    <a:pt x="1931" y="1477"/>
                  </a:cubicBezTo>
                  <a:cubicBezTo>
                    <a:pt x="1944" y="1445"/>
                    <a:pt x="1919" y="1407"/>
                    <a:pt x="1880" y="1401"/>
                  </a:cubicBezTo>
                  <a:cubicBezTo>
                    <a:pt x="1135" y="1248"/>
                    <a:pt x="472" y="725"/>
                    <a:pt x="140" y="43"/>
                  </a:cubicBezTo>
                  <a:cubicBezTo>
                    <a:pt x="126" y="15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87;p40">
              <a:extLst>
                <a:ext uri="{FF2B5EF4-FFF2-40B4-BE49-F238E27FC236}">
                  <a16:creationId xmlns:a16="http://schemas.microsoft.com/office/drawing/2014/main" id="{329B203D-A5FE-23E1-010B-70B315F42BC5}"/>
                </a:ext>
              </a:extLst>
            </p:cNvPr>
            <p:cNvSpPr/>
            <p:nvPr/>
          </p:nvSpPr>
          <p:spPr>
            <a:xfrm>
              <a:off x="1085399" y="3087812"/>
              <a:ext cx="321446" cy="147966"/>
            </a:xfrm>
            <a:custGeom>
              <a:avLst/>
              <a:gdLst/>
              <a:ahLst/>
              <a:cxnLst/>
              <a:rect l="l" t="t" r="r" b="b"/>
              <a:pathLst>
                <a:path w="5661" h="2604" extrusionOk="0">
                  <a:moveTo>
                    <a:pt x="76" y="0"/>
                  </a:moveTo>
                  <a:cubicBezTo>
                    <a:pt x="45" y="0"/>
                    <a:pt x="19" y="22"/>
                    <a:pt x="14" y="48"/>
                  </a:cubicBezTo>
                  <a:cubicBezTo>
                    <a:pt x="1" y="86"/>
                    <a:pt x="20" y="125"/>
                    <a:pt x="58" y="137"/>
                  </a:cubicBezTo>
                  <a:cubicBezTo>
                    <a:pt x="1983" y="717"/>
                    <a:pt x="3825" y="1540"/>
                    <a:pt x="5539" y="2591"/>
                  </a:cubicBezTo>
                  <a:cubicBezTo>
                    <a:pt x="5552" y="2598"/>
                    <a:pt x="5565" y="2604"/>
                    <a:pt x="5578" y="2604"/>
                  </a:cubicBezTo>
                  <a:cubicBezTo>
                    <a:pt x="5603" y="2604"/>
                    <a:pt x="5622" y="2591"/>
                    <a:pt x="5635" y="2566"/>
                  </a:cubicBezTo>
                  <a:cubicBezTo>
                    <a:pt x="5660" y="2534"/>
                    <a:pt x="5648" y="2496"/>
                    <a:pt x="5616" y="2470"/>
                  </a:cubicBezTo>
                  <a:cubicBezTo>
                    <a:pt x="3889" y="1418"/>
                    <a:pt x="2034" y="584"/>
                    <a:pt x="96" y="4"/>
                  </a:cubicBezTo>
                  <a:cubicBezTo>
                    <a:pt x="90" y="1"/>
                    <a:pt x="83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88;p40">
              <a:extLst>
                <a:ext uri="{FF2B5EF4-FFF2-40B4-BE49-F238E27FC236}">
                  <a16:creationId xmlns:a16="http://schemas.microsoft.com/office/drawing/2014/main" id="{65BFCF7B-B21F-4B31-8BAB-FEC02275EBDC}"/>
                </a:ext>
              </a:extLst>
            </p:cNvPr>
            <p:cNvSpPr/>
            <p:nvPr/>
          </p:nvSpPr>
          <p:spPr>
            <a:xfrm>
              <a:off x="1139001" y="2914959"/>
              <a:ext cx="78587" cy="194106"/>
            </a:xfrm>
            <a:custGeom>
              <a:avLst/>
              <a:gdLst/>
              <a:ahLst/>
              <a:cxnLst/>
              <a:rect l="l" t="t" r="r" b="b"/>
              <a:pathLst>
                <a:path w="1384" h="3416" extrusionOk="0">
                  <a:moveTo>
                    <a:pt x="1300" y="1"/>
                  </a:moveTo>
                  <a:cubicBezTo>
                    <a:pt x="1274" y="1"/>
                    <a:pt x="1246" y="15"/>
                    <a:pt x="1237" y="44"/>
                  </a:cubicBezTo>
                  <a:lnTo>
                    <a:pt x="13" y="3326"/>
                  </a:lnTo>
                  <a:cubicBezTo>
                    <a:pt x="0" y="3358"/>
                    <a:pt x="19" y="3402"/>
                    <a:pt x="57" y="3415"/>
                  </a:cubicBezTo>
                  <a:lnTo>
                    <a:pt x="83" y="3415"/>
                  </a:lnTo>
                  <a:cubicBezTo>
                    <a:pt x="108" y="3415"/>
                    <a:pt x="134" y="3402"/>
                    <a:pt x="147" y="3371"/>
                  </a:cubicBezTo>
                  <a:lnTo>
                    <a:pt x="1370" y="95"/>
                  </a:lnTo>
                  <a:cubicBezTo>
                    <a:pt x="1383" y="56"/>
                    <a:pt x="1364" y="18"/>
                    <a:pt x="1326" y="5"/>
                  </a:cubicBezTo>
                  <a:cubicBezTo>
                    <a:pt x="1318" y="2"/>
                    <a:pt x="1309" y="1"/>
                    <a:pt x="1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9;p40">
              <a:extLst>
                <a:ext uri="{FF2B5EF4-FFF2-40B4-BE49-F238E27FC236}">
                  <a16:creationId xmlns:a16="http://schemas.microsoft.com/office/drawing/2014/main" id="{1FB99F9C-9B00-2793-334F-D322C49F1261}"/>
                </a:ext>
              </a:extLst>
            </p:cNvPr>
            <p:cNvSpPr/>
            <p:nvPr/>
          </p:nvSpPr>
          <p:spPr>
            <a:xfrm>
              <a:off x="1432451" y="3178387"/>
              <a:ext cx="38442" cy="76256"/>
            </a:xfrm>
            <a:custGeom>
              <a:avLst/>
              <a:gdLst/>
              <a:ahLst/>
              <a:cxnLst/>
              <a:rect l="l" t="t" r="r" b="b"/>
              <a:pathLst>
                <a:path w="677" h="1342" extrusionOk="0">
                  <a:moveTo>
                    <a:pt x="79" y="0"/>
                  </a:moveTo>
                  <a:cubicBezTo>
                    <a:pt x="67" y="0"/>
                    <a:pt x="56" y="3"/>
                    <a:pt x="45" y="9"/>
                  </a:cubicBezTo>
                  <a:cubicBezTo>
                    <a:pt x="14" y="28"/>
                    <a:pt x="1" y="73"/>
                    <a:pt x="20" y="105"/>
                  </a:cubicBezTo>
                  <a:cubicBezTo>
                    <a:pt x="230" y="481"/>
                    <a:pt x="402" y="876"/>
                    <a:pt x="536" y="1290"/>
                  </a:cubicBezTo>
                  <a:cubicBezTo>
                    <a:pt x="543" y="1322"/>
                    <a:pt x="568" y="1341"/>
                    <a:pt x="600" y="1341"/>
                  </a:cubicBezTo>
                  <a:cubicBezTo>
                    <a:pt x="606" y="1341"/>
                    <a:pt x="613" y="1335"/>
                    <a:pt x="619" y="1335"/>
                  </a:cubicBezTo>
                  <a:cubicBezTo>
                    <a:pt x="657" y="1322"/>
                    <a:pt x="676" y="1284"/>
                    <a:pt x="670" y="1246"/>
                  </a:cubicBezTo>
                  <a:cubicBezTo>
                    <a:pt x="530" y="825"/>
                    <a:pt x="358" y="417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0;p40">
              <a:extLst>
                <a:ext uri="{FF2B5EF4-FFF2-40B4-BE49-F238E27FC236}">
                  <a16:creationId xmlns:a16="http://schemas.microsoft.com/office/drawing/2014/main" id="{7AD8C1BD-49AF-27CD-0E3C-AC3018A1EAB8}"/>
                </a:ext>
              </a:extLst>
            </p:cNvPr>
            <p:cNvSpPr/>
            <p:nvPr/>
          </p:nvSpPr>
          <p:spPr>
            <a:xfrm>
              <a:off x="457162" y="2495497"/>
              <a:ext cx="858495" cy="280760"/>
            </a:xfrm>
            <a:custGeom>
              <a:avLst/>
              <a:gdLst/>
              <a:ahLst/>
              <a:cxnLst/>
              <a:rect l="l" t="t" r="r" b="b"/>
              <a:pathLst>
                <a:path w="15119" h="4941" extrusionOk="0">
                  <a:moveTo>
                    <a:pt x="12403" y="1"/>
                  </a:moveTo>
                  <a:lnTo>
                    <a:pt x="10319" y="1135"/>
                  </a:lnTo>
                  <a:cubicBezTo>
                    <a:pt x="9887" y="1123"/>
                    <a:pt x="9452" y="1115"/>
                    <a:pt x="9016" y="1115"/>
                  </a:cubicBezTo>
                  <a:cubicBezTo>
                    <a:pt x="7465" y="1115"/>
                    <a:pt x="5899" y="1209"/>
                    <a:pt x="4392" y="1492"/>
                  </a:cubicBezTo>
                  <a:cubicBezTo>
                    <a:pt x="2728" y="1804"/>
                    <a:pt x="1199" y="2627"/>
                    <a:pt x="1" y="3818"/>
                  </a:cubicBezTo>
                  <a:cubicBezTo>
                    <a:pt x="128" y="3893"/>
                    <a:pt x="250" y="3932"/>
                    <a:pt x="368" y="3932"/>
                  </a:cubicBezTo>
                  <a:cubicBezTo>
                    <a:pt x="503" y="3932"/>
                    <a:pt x="633" y="3880"/>
                    <a:pt x="759" y="3767"/>
                  </a:cubicBezTo>
                  <a:lnTo>
                    <a:pt x="759" y="3767"/>
                  </a:lnTo>
                  <a:cubicBezTo>
                    <a:pt x="523" y="4003"/>
                    <a:pt x="249" y="4258"/>
                    <a:pt x="20" y="4494"/>
                  </a:cubicBezTo>
                  <a:cubicBezTo>
                    <a:pt x="55" y="4571"/>
                    <a:pt x="179" y="4648"/>
                    <a:pt x="273" y="4648"/>
                  </a:cubicBezTo>
                  <a:cubicBezTo>
                    <a:pt x="280" y="4648"/>
                    <a:pt x="287" y="4648"/>
                    <a:pt x="294" y="4647"/>
                  </a:cubicBezTo>
                  <a:cubicBezTo>
                    <a:pt x="389" y="4641"/>
                    <a:pt x="472" y="4590"/>
                    <a:pt x="555" y="4545"/>
                  </a:cubicBezTo>
                  <a:cubicBezTo>
                    <a:pt x="842" y="4386"/>
                    <a:pt x="1135" y="4220"/>
                    <a:pt x="1422" y="4061"/>
                  </a:cubicBezTo>
                  <a:lnTo>
                    <a:pt x="1422" y="4061"/>
                  </a:lnTo>
                  <a:cubicBezTo>
                    <a:pt x="1237" y="4271"/>
                    <a:pt x="1027" y="4475"/>
                    <a:pt x="842" y="4685"/>
                  </a:cubicBezTo>
                  <a:cubicBezTo>
                    <a:pt x="879" y="4790"/>
                    <a:pt x="995" y="4896"/>
                    <a:pt x="1106" y="4896"/>
                  </a:cubicBezTo>
                  <a:cubicBezTo>
                    <a:pt x="1110" y="4896"/>
                    <a:pt x="1113" y="4896"/>
                    <a:pt x="1116" y="4895"/>
                  </a:cubicBezTo>
                  <a:cubicBezTo>
                    <a:pt x="1224" y="4889"/>
                    <a:pt x="1333" y="4832"/>
                    <a:pt x="1428" y="4774"/>
                  </a:cubicBezTo>
                  <a:cubicBezTo>
                    <a:pt x="1900" y="4519"/>
                    <a:pt x="2372" y="4265"/>
                    <a:pt x="2843" y="4003"/>
                  </a:cubicBezTo>
                  <a:lnTo>
                    <a:pt x="2843" y="4003"/>
                  </a:lnTo>
                  <a:cubicBezTo>
                    <a:pt x="2728" y="4169"/>
                    <a:pt x="2652" y="4360"/>
                    <a:pt x="2544" y="4532"/>
                  </a:cubicBezTo>
                  <a:cubicBezTo>
                    <a:pt x="2454" y="4653"/>
                    <a:pt x="2486" y="4819"/>
                    <a:pt x="2582" y="4940"/>
                  </a:cubicBezTo>
                  <a:cubicBezTo>
                    <a:pt x="2964" y="4711"/>
                    <a:pt x="3366" y="4500"/>
                    <a:pt x="3755" y="4271"/>
                  </a:cubicBezTo>
                  <a:cubicBezTo>
                    <a:pt x="4137" y="4035"/>
                    <a:pt x="4558" y="3927"/>
                    <a:pt x="4870" y="3608"/>
                  </a:cubicBezTo>
                  <a:cubicBezTo>
                    <a:pt x="5826" y="3818"/>
                    <a:pt x="6788" y="3971"/>
                    <a:pt x="7751" y="4182"/>
                  </a:cubicBezTo>
                  <a:cubicBezTo>
                    <a:pt x="8543" y="4357"/>
                    <a:pt x="9371" y="4505"/>
                    <a:pt x="10185" y="4505"/>
                  </a:cubicBezTo>
                  <a:cubicBezTo>
                    <a:pt x="10705" y="4505"/>
                    <a:pt x="11220" y="4444"/>
                    <a:pt x="11715" y="4290"/>
                  </a:cubicBezTo>
                  <a:cubicBezTo>
                    <a:pt x="12983" y="3888"/>
                    <a:pt x="14118" y="3130"/>
                    <a:pt x="15118" y="2251"/>
                  </a:cubicBezTo>
                  <a:lnTo>
                    <a:pt x="12403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1;p40">
              <a:extLst>
                <a:ext uri="{FF2B5EF4-FFF2-40B4-BE49-F238E27FC236}">
                  <a16:creationId xmlns:a16="http://schemas.microsoft.com/office/drawing/2014/main" id="{572B9944-ECD7-379F-64CD-5F527166FC5E}"/>
                </a:ext>
              </a:extLst>
            </p:cNvPr>
            <p:cNvSpPr/>
            <p:nvPr/>
          </p:nvSpPr>
          <p:spPr>
            <a:xfrm>
              <a:off x="609508" y="2695170"/>
              <a:ext cx="45312" cy="36537"/>
            </a:xfrm>
            <a:custGeom>
              <a:avLst/>
              <a:gdLst/>
              <a:ahLst/>
              <a:cxnLst/>
              <a:rect l="l" t="t" r="r" b="b"/>
              <a:pathLst>
                <a:path w="798" h="643" extrusionOk="0">
                  <a:moveTo>
                    <a:pt x="718" y="0"/>
                  </a:moveTo>
                  <a:cubicBezTo>
                    <a:pt x="704" y="0"/>
                    <a:pt x="689" y="4"/>
                    <a:pt x="676" y="11"/>
                  </a:cubicBezTo>
                  <a:lnTo>
                    <a:pt x="33" y="521"/>
                  </a:lnTo>
                  <a:cubicBezTo>
                    <a:pt x="7" y="540"/>
                    <a:pt x="1" y="585"/>
                    <a:pt x="26" y="617"/>
                  </a:cubicBezTo>
                  <a:cubicBezTo>
                    <a:pt x="39" y="636"/>
                    <a:pt x="58" y="642"/>
                    <a:pt x="77" y="642"/>
                  </a:cubicBezTo>
                  <a:cubicBezTo>
                    <a:pt x="96" y="642"/>
                    <a:pt x="109" y="636"/>
                    <a:pt x="122" y="629"/>
                  </a:cubicBezTo>
                  <a:lnTo>
                    <a:pt x="766" y="126"/>
                  </a:lnTo>
                  <a:cubicBezTo>
                    <a:pt x="791" y="100"/>
                    <a:pt x="798" y="56"/>
                    <a:pt x="778" y="24"/>
                  </a:cubicBezTo>
                  <a:cubicBezTo>
                    <a:pt x="763" y="9"/>
                    <a:pt x="741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2;p40">
              <a:extLst>
                <a:ext uri="{FF2B5EF4-FFF2-40B4-BE49-F238E27FC236}">
                  <a16:creationId xmlns:a16="http://schemas.microsoft.com/office/drawing/2014/main" id="{2626087A-773A-29C0-63B4-E104F38A2691}"/>
                </a:ext>
              </a:extLst>
            </p:cNvPr>
            <p:cNvSpPr/>
            <p:nvPr/>
          </p:nvSpPr>
          <p:spPr>
            <a:xfrm>
              <a:off x="523370" y="2682840"/>
              <a:ext cx="67742" cy="53186"/>
            </a:xfrm>
            <a:custGeom>
              <a:avLst/>
              <a:gdLst/>
              <a:ahLst/>
              <a:cxnLst/>
              <a:rect l="l" t="t" r="r" b="b"/>
              <a:pathLst>
                <a:path w="1193" h="936" extrusionOk="0">
                  <a:moveTo>
                    <a:pt x="1113" y="0"/>
                  </a:moveTo>
                  <a:cubicBezTo>
                    <a:pt x="1099" y="0"/>
                    <a:pt x="1084" y="4"/>
                    <a:pt x="1072" y="12"/>
                  </a:cubicBezTo>
                  <a:lnTo>
                    <a:pt x="39" y="808"/>
                  </a:lnTo>
                  <a:cubicBezTo>
                    <a:pt x="7" y="834"/>
                    <a:pt x="1" y="878"/>
                    <a:pt x="26" y="910"/>
                  </a:cubicBezTo>
                  <a:cubicBezTo>
                    <a:pt x="39" y="923"/>
                    <a:pt x="58" y="936"/>
                    <a:pt x="84" y="936"/>
                  </a:cubicBezTo>
                  <a:cubicBezTo>
                    <a:pt x="97" y="936"/>
                    <a:pt x="109" y="929"/>
                    <a:pt x="122" y="923"/>
                  </a:cubicBezTo>
                  <a:lnTo>
                    <a:pt x="1161" y="126"/>
                  </a:lnTo>
                  <a:cubicBezTo>
                    <a:pt x="1186" y="101"/>
                    <a:pt x="1193" y="56"/>
                    <a:pt x="1174" y="24"/>
                  </a:cubicBezTo>
                  <a:cubicBezTo>
                    <a:pt x="1158" y="9"/>
                    <a:pt x="113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3;p40">
              <a:extLst>
                <a:ext uri="{FF2B5EF4-FFF2-40B4-BE49-F238E27FC236}">
                  <a16:creationId xmlns:a16="http://schemas.microsoft.com/office/drawing/2014/main" id="{B487C426-A742-68CC-3747-3432E05F1BAD}"/>
                </a:ext>
              </a:extLst>
            </p:cNvPr>
            <p:cNvSpPr/>
            <p:nvPr/>
          </p:nvSpPr>
          <p:spPr>
            <a:xfrm>
              <a:off x="474878" y="2657554"/>
              <a:ext cx="89092" cy="71596"/>
            </a:xfrm>
            <a:custGeom>
              <a:avLst/>
              <a:gdLst/>
              <a:ahLst/>
              <a:cxnLst/>
              <a:rect l="l" t="t" r="r" b="b"/>
              <a:pathLst>
                <a:path w="1569" h="1260" extrusionOk="0">
                  <a:moveTo>
                    <a:pt x="1488" y="1"/>
                  </a:moveTo>
                  <a:cubicBezTo>
                    <a:pt x="1472" y="1"/>
                    <a:pt x="1455" y="6"/>
                    <a:pt x="1441" y="17"/>
                  </a:cubicBezTo>
                  <a:lnTo>
                    <a:pt x="39" y="1138"/>
                  </a:lnTo>
                  <a:cubicBezTo>
                    <a:pt x="7" y="1164"/>
                    <a:pt x="1" y="1202"/>
                    <a:pt x="26" y="1234"/>
                  </a:cubicBezTo>
                  <a:cubicBezTo>
                    <a:pt x="39" y="1253"/>
                    <a:pt x="58" y="1260"/>
                    <a:pt x="77" y="1260"/>
                  </a:cubicBezTo>
                  <a:cubicBezTo>
                    <a:pt x="97" y="1260"/>
                    <a:pt x="109" y="1260"/>
                    <a:pt x="122" y="1247"/>
                  </a:cubicBezTo>
                  <a:lnTo>
                    <a:pt x="1531" y="125"/>
                  </a:lnTo>
                  <a:cubicBezTo>
                    <a:pt x="1562" y="100"/>
                    <a:pt x="1569" y="55"/>
                    <a:pt x="1543" y="23"/>
                  </a:cubicBezTo>
                  <a:cubicBezTo>
                    <a:pt x="1529" y="9"/>
                    <a:pt x="1509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4;p40">
              <a:extLst>
                <a:ext uri="{FF2B5EF4-FFF2-40B4-BE49-F238E27FC236}">
                  <a16:creationId xmlns:a16="http://schemas.microsoft.com/office/drawing/2014/main" id="{EF61B3B8-1008-8BFA-ACB2-79E64D31951B}"/>
                </a:ext>
              </a:extLst>
            </p:cNvPr>
            <p:cNvSpPr/>
            <p:nvPr/>
          </p:nvSpPr>
          <p:spPr>
            <a:xfrm>
              <a:off x="730738" y="2673123"/>
              <a:ext cx="30095" cy="32843"/>
            </a:xfrm>
            <a:custGeom>
              <a:avLst/>
              <a:gdLst/>
              <a:ahLst/>
              <a:cxnLst/>
              <a:rect l="l" t="t" r="r" b="b"/>
              <a:pathLst>
                <a:path w="530" h="578" extrusionOk="0">
                  <a:moveTo>
                    <a:pt x="451" y="1"/>
                  </a:moveTo>
                  <a:cubicBezTo>
                    <a:pt x="431" y="1"/>
                    <a:pt x="410" y="9"/>
                    <a:pt x="396" y="23"/>
                  </a:cubicBezTo>
                  <a:lnTo>
                    <a:pt x="26" y="463"/>
                  </a:lnTo>
                  <a:cubicBezTo>
                    <a:pt x="1" y="495"/>
                    <a:pt x="1" y="539"/>
                    <a:pt x="33" y="565"/>
                  </a:cubicBezTo>
                  <a:cubicBezTo>
                    <a:pt x="46" y="571"/>
                    <a:pt x="58" y="578"/>
                    <a:pt x="77" y="578"/>
                  </a:cubicBezTo>
                  <a:cubicBezTo>
                    <a:pt x="97" y="578"/>
                    <a:pt x="116" y="571"/>
                    <a:pt x="128" y="552"/>
                  </a:cubicBezTo>
                  <a:lnTo>
                    <a:pt x="504" y="112"/>
                  </a:lnTo>
                  <a:cubicBezTo>
                    <a:pt x="530" y="87"/>
                    <a:pt x="524" y="42"/>
                    <a:pt x="498" y="17"/>
                  </a:cubicBezTo>
                  <a:cubicBezTo>
                    <a:pt x="484" y="6"/>
                    <a:pt x="468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5;p40">
              <a:extLst>
                <a:ext uri="{FF2B5EF4-FFF2-40B4-BE49-F238E27FC236}">
                  <a16:creationId xmlns:a16="http://schemas.microsoft.com/office/drawing/2014/main" id="{4CB401D1-3711-E609-8997-D61A067797B2}"/>
                </a:ext>
              </a:extLst>
            </p:cNvPr>
            <p:cNvSpPr/>
            <p:nvPr/>
          </p:nvSpPr>
          <p:spPr>
            <a:xfrm>
              <a:off x="1038724" y="2556694"/>
              <a:ext cx="9483" cy="25797"/>
            </a:xfrm>
            <a:custGeom>
              <a:avLst/>
              <a:gdLst/>
              <a:ahLst/>
              <a:cxnLst/>
              <a:rect l="l" t="t" r="r" b="b"/>
              <a:pathLst>
                <a:path w="167" h="454" extrusionOk="0">
                  <a:moveTo>
                    <a:pt x="71" y="1"/>
                  </a:moveTo>
                  <a:cubicBezTo>
                    <a:pt x="33" y="7"/>
                    <a:pt x="1" y="39"/>
                    <a:pt x="7" y="77"/>
                  </a:cubicBezTo>
                  <a:lnTo>
                    <a:pt x="20" y="390"/>
                  </a:lnTo>
                  <a:cubicBezTo>
                    <a:pt x="26" y="428"/>
                    <a:pt x="58" y="453"/>
                    <a:pt x="90" y="453"/>
                  </a:cubicBezTo>
                  <a:lnTo>
                    <a:pt x="96" y="453"/>
                  </a:lnTo>
                  <a:cubicBezTo>
                    <a:pt x="135" y="453"/>
                    <a:pt x="166" y="421"/>
                    <a:pt x="160" y="383"/>
                  </a:cubicBezTo>
                  <a:lnTo>
                    <a:pt x="141" y="71"/>
                  </a:lnTo>
                  <a:cubicBezTo>
                    <a:pt x="141" y="33"/>
                    <a:pt x="10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;p40">
              <a:extLst>
                <a:ext uri="{FF2B5EF4-FFF2-40B4-BE49-F238E27FC236}">
                  <a16:creationId xmlns:a16="http://schemas.microsoft.com/office/drawing/2014/main" id="{7CA76EE0-4E81-96BE-4551-4E54F0F20260}"/>
                </a:ext>
              </a:extLst>
            </p:cNvPr>
            <p:cNvSpPr/>
            <p:nvPr/>
          </p:nvSpPr>
          <p:spPr>
            <a:xfrm>
              <a:off x="1922139" y="1897613"/>
              <a:ext cx="680027" cy="587431"/>
            </a:xfrm>
            <a:custGeom>
              <a:avLst/>
              <a:gdLst/>
              <a:ahLst/>
              <a:cxnLst/>
              <a:rect l="l" t="t" r="r" b="b"/>
              <a:pathLst>
                <a:path w="11976" h="10338" extrusionOk="0">
                  <a:moveTo>
                    <a:pt x="11829" y="0"/>
                  </a:moveTo>
                  <a:lnTo>
                    <a:pt x="11829" y="0"/>
                  </a:lnTo>
                  <a:cubicBezTo>
                    <a:pt x="11638" y="115"/>
                    <a:pt x="11447" y="230"/>
                    <a:pt x="11249" y="351"/>
                  </a:cubicBezTo>
                  <a:cubicBezTo>
                    <a:pt x="11345" y="147"/>
                    <a:pt x="11230" y="83"/>
                    <a:pt x="11230" y="83"/>
                  </a:cubicBezTo>
                  <a:cubicBezTo>
                    <a:pt x="10115" y="536"/>
                    <a:pt x="8987" y="650"/>
                    <a:pt x="8062" y="1422"/>
                  </a:cubicBezTo>
                  <a:cubicBezTo>
                    <a:pt x="6424" y="2785"/>
                    <a:pt x="4927" y="4258"/>
                    <a:pt x="3537" y="5870"/>
                  </a:cubicBezTo>
                  <a:lnTo>
                    <a:pt x="574" y="6565"/>
                  </a:lnTo>
                  <a:lnTo>
                    <a:pt x="0" y="10338"/>
                  </a:lnTo>
                  <a:cubicBezTo>
                    <a:pt x="1797" y="9720"/>
                    <a:pt x="3875" y="9446"/>
                    <a:pt x="5245" y="8139"/>
                  </a:cubicBezTo>
                  <a:cubicBezTo>
                    <a:pt x="6552" y="6890"/>
                    <a:pt x="7667" y="5469"/>
                    <a:pt x="8489" y="3863"/>
                  </a:cubicBezTo>
                  <a:cubicBezTo>
                    <a:pt x="9477" y="3295"/>
                    <a:pt x="10522" y="2805"/>
                    <a:pt x="11580" y="2378"/>
                  </a:cubicBezTo>
                  <a:cubicBezTo>
                    <a:pt x="11517" y="2186"/>
                    <a:pt x="11236" y="2097"/>
                    <a:pt x="11039" y="2084"/>
                  </a:cubicBezTo>
                  <a:cubicBezTo>
                    <a:pt x="10981" y="2081"/>
                    <a:pt x="10922" y="2080"/>
                    <a:pt x="10860" y="2080"/>
                  </a:cubicBezTo>
                  <a:cubicBezTo>
                    <a:pt x="10650" y="2080"/>
                    <a:pt x="10421" y="2096"/>
                    <a:pt x="10210" y="2096"/>
                  </a:cubicBezTo>
                  <a:cubicBezTo>
                    <a:pt x="10149" y="2096"/>
                    <a:pt x="10089" y="2094"/>
                    <a:pt x="10032" y="2091"/>
                  </a:cubicBezTo>
                  <a:cubicBezTo>
                    <a:pt x="10561" y="1555"/>
                    <a:pt x="11217" y="1192"/>
                    <a:pt x="11784" y="504"/>
                  </a:cubicBezTo>
                  <a:cubicBezTo>
                    <a:pt x="11918" y="344"/>
                    <a:pt x="11976" y="147"/>
                    <a:pt x="1182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7;p40">
              <a:extLst>
                <a:ext uri="{FF2B5EF4-FFF2-40B4-BE49-F238E27FC236}">
                  <a16:creationId xmlns:a16="http://schemas.microsoft.com/office/drawing/2014/main" id="{C7CA2955-B922-DB5A-442B-084DDEC6D16D}"/>
                </a:ext>
              </a:extLst>
            </p:cNvPr>
            <p:cNvSpPr/>
            <p:nvPr/>
          </p:nvSpPr>
          <p:spPr>
            <a:xfrm>
              <a:off x="2113893" y="2228262"/>
              <a:ext cx="37704" cy="9092"/>
            </a:xfrm>
            <a:custGeom>
              <a:avLst/>
              <a:gdLst/>
              <a:ahLst/>
              <a:cxnLst/>
              <a:rect l="l" t="t" r="r" b="b"/>
              <a:pathLst>
                <a:path w="664" h="160" extrusionOk="0">
                  <a:moveTo>
                    <a:pt x="71" y="0"/>
                  </a:moveTo>
                  <a:cubicBezTo>
                    <a:pt x="39" y="0"/>
                    <a:pt x="7" y="32"/>
                    <a:pt x="7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587" y="160"/>
                  </a:lnTo>
                  <a:lnTo>
                    <a:pt x="594" y="160"/>
                  </a:lnTo>
                  <a:cubicBezTo>
                    <a:pt x="626" y="160"/>
                    <a:pt x="657" y="134"/>
                    <a:pt x="657" y="96"/>
                  </a:cubicBezTo>
                  <a:cubicBezTo>
                    <a:pt x="664" y="58"/>
                    <a:pt x="632" y="26"/>
                    <a:pt x="594" y="19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8;p40">
              <a:extLst>
                <a:ext uri="{FF2B5EF4-FFF2-40B4-BE49-F238E27FC236}">
                  <a16:creationId xmlns:a16="http://schemas.microsoft.com/office/drawing/2014/main" id="{3897C392-55BC-36B7-CD8F-EBB763D7CA76}"/>
                </a:ext>
              </a:extLst>
            </p:cNvPr>
            <p:cNvSpPr/>
            <p:nvPr/>
          </p:nvSpPr>
          <p:spPr>
            <a:xfrm>
              <a:off x="2469632" y="2003757"/>
              <a:ext cx="32650" cy="33355"/>
            </a:xfrm>
            <a:custGeom>
              <a:avLst/>
              <a:gdLst/>
              <a:ahLst/>
              <a:cxnLst/>
              <a:rect l="l" t="t" r="r" b="b"/>
              <a:pathLst>
                <a:path w="575" h="587" extrusionOk="0">
                  <a:moveTo>
                    <a:pt x="499" y="0"/>
                  </a:moveTo>
                  <a:cubicBezTo>
                    <a:pt x="479" y="0"/>
                    <a:pt x="461" y="8"/>
                    <a:pt x="447" y="25"/>
                  </a:cubicBezTo>
                  <a:lnTo>
                    <a:pt x="26" y="471"/>
                  </a:lnTo>
                  <a:cubicBezTo>
                    <a:pt x="1" y="497"/>
                    <a:pt x="1" y="541"/>
                    <a:pt x="26" y="567"/>
                  </a:cubicBezTo>
                  <a:cubicBezTo>
                    <a:pt x="46" y="580"/>
                    <a:pt x="58" y="586"/>
                    <a:pt x="77" y="586"/>
                  </a:cubicBezTo>
                  <a:cubicBezTo>
                    <a:pt x="97" y="586"/>
                    <a:pt x="116" y="580"/>
                    <a:pt x="128" y="567"/>
                  </a:cubicBezTo>
                  <a:lnTo>
                    <a:pt x="549" y="121"/>
                  </a:lnTo>
                  <a:cubicBezTo>
                    <a:pt x="575" y="89"/>
                    <a:pt x="575" y="44"/>
                    <a:pt x="549" y="19"/>
                  </a:cubicBezTo>
                  <a:cubicBezTo>
                    <a:pt x="534" y="7"/>
                    <a:pt x="516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9;p40">
              <a:extLst>
                <a:ext uri="{FF2B5EF4-FFF2-40B4-BE49-F238E27FC236}">
                  <a16:creationId xmlns:a16="http://schemas.microsoft.com/office/drawing/2014/main" id="{26182DE9-3C7B-19FC-4CAB-FC4B6EF6BAC3}"/>
                </a:ext>
              </a:extLst>
            </p:cNvPr>
            <p:cNvSpPr/>
            <p:nvPr/>
          </p:nvSpPr>
          <p:spPr>
            <a:xfrm>
              <a:off x="2472528" y="1905795"/>
              <a:ext cx="101754" cy="59209"/>
            </a:xfrm>
            <a:custGeom>
              <a:avLst/>
              <a:gdLst/>
              <a:ahLst/>
              <a:cxnLst/>
              <a:rect l="l" t="t" r="r" b="b"/>
              <a:pathLst>
                <a:path w="1792" h="1042" extrusionOk="0">
                  <a:moveTo>
                    <a:pt x="1715" y="0"/>
                  </a:moveTo>
                  <a:cubicBezTo>
                    <a:pt x="1705" y="0"/>
                    <a:pt x="1694" y="3"/>
                    <a:pt x="1684" y="9"/>
                  </a:cubicBezTo>
                  <a:lnTo>
                    <a:pt x="46" y="914"/>
                  </a:lnTo>
                  <a:cubicBezTo>
                    <a:pt x="14" y="933"/>
                    <a:pt x="1" y="972"/>
                    <a:pt x="20" y="1010"/>
                  </a:cubicBezTo>
                  <a:cubicBezTo>
                    <a:pt x="33" y="1029"/>
                    <a:pt x="58" y="1042"/>
                    <a:pt x="84" y="1042"/>
                  </a:cubicBezTo>
                  <a:cubicBezTo>
                    <a:pt x="97" y="1042"/>
                    <a:pt x="103" y="1042"/>
                    <a:pt x="116" y="1035"/>
                  </a:cubicBezTo>
                  <a:lnTo>
                    <a:pt x="1747" y="130"/>
                  </a:lnTo>
                  <a:cubicBezTo>
                    <a:pt x="1779" y="111"/>
                    <a:pt x="1792" y="67"/>
                    <a:pt x="1773" y="35"/>
                  </a:cubicBezTo>
                  <a:cubicBezTo>
                    <a:pt x="1760" y="13"/>
                    <a:pt x="173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0;p40">
              <a:extLst>
                <a:ext uri="{FF2B5EF4-FFF2-40B4-BE49-F238E27FC236}">
                  <a16:creationId xmlns:a16="http://schemas.microsoft.com/office/drawing/2014/main" id="{166C7EE5-5BE6-0C4D-D395-53F88E5562D9}"/>
                </a:ext>
              </a:extLst>
            </p:cNvPr>
            <p:cNvSpPr/>
            <p:nvPr/>
          </p:nvSpPr>
          <p:spPr>
            <a:xfrm>
              <a:off x="2442888" y="1921365"/>
              <a:ext cx="50707" cy="31366"/>
            </a:xfrm>
            <a:custGeom>
              <a:avLst/>
              <a:gdLst/>
              <a:ahLst/>
              <a:cxnLst/>
              <a:rect l="l" t="t" r="r" b="b"/>
              <a:pathLst>
                <a:path w="893" h="552" extrusionOk="0">
                  <a:moveTo>
                    <a:pt x="818" y="0"/>
                  </a:moveTo>
                  <a:cubicBezTo>
                    <a:pt x="806" y="0"/>
                    <a:pt x="794" y="3"/>
                    <a:pt x="784" y="9"/>
                  </a:cubicBezTo>
                  <a:lnTo>
                    <a:pt x="45" y="417"/>
                  </a:lnTo>
                  <a:cubicBezTo>
                    <a:pt x="13" y="436"/>
                    <a:pt x="0" y="481"/>
                    <a:pt x="19" y="513"/>
                  </a:cubicBezTo>
                  <a:cubicBezTo>
                    <a:pt x="32" y="538"/>
                    <a:pt x="51" y="551"/>
                    <a:pt x="77" y="551"/>
                  </a:cubicBezTo>
                  <a:cubicBezTo>
                    <a:pt x="90" y="551"/>
                    <a:pt x="102" y="551"/>
                    <a:pt x="115" y="545"/>
                  </a:cubicBezTo>
                  <a:lnTo>
                    <a:pt x="848" y="130"/>
                  </a:lnTo>
                  <a:cubicBezTo>
                    <a:pt x="886" y="111"/>
                    <a:pt x="893" y="73"/>
                    <a:pt x="880" y="35"/>
                  </a:cubicBezTo>
                  <a:cubicBezTo>
                    <a:pt x="867" y="13"/>
                    <a:pt x="842" y="0"/>
                    <a:pt x="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1;p40">
              <a:extLst>
                <a:ext uri="{FF2B5EF4-FFF2-40B4-BE49-F238E27FC236}">
                  <a16:creationId xmlns:a16="http://schemas.microsoft.com/office/drawing/2014/main" id="{D3BB4309-E7BA-79B0-568A-092D7934D277}"/>
                </a:ext>
              </a:extLst>
            </p:cNvPr>
            <p:cNvSpPr/>
            <p:nvPr/>
          </p:nvSpPr>
          <p:spPr>
            <a:xfrm>
              <a:off x="1086137" y="2251786"/>
              <a:ext cx="926861" cy="712725"/>
            </a:xfrm>
            <a:custGeom>
              <a:avLst/>
              <a:gdLst/>
              <a:ahLst/>
              <a:cxnLst/>
              <a:rect l="l" t="t" r="r" b="b"/>
              <a:pathLst>
                <a:path w="16323" h="12543" extrusionOk="0">
                  <a:moveTo>
                    <a:pt x="15972" y="0"/>
                  </a:moveTo>
                  <a:lnTo>
                    <a:pt x="15972" y="0"/>
                  </a:lnTo>
                  <a:cubicBezTo>
                    <a:pt x="13952" y="268"/>
                    <a:pt x="11963" y="434"/>
                    <a:pt x="9962" y="816"/>
                  </a:cubicBezTo>
                  <a:cubicBezTo>
                    <a:pt x="7623" y="1269"/>
                    <a:pt x="5214" y="1830"/>
                    <a:pt x="3104" y="2945"/>
                  </a:cubicBezTo>
                  <a:cubicBezTo>
                    <a:pt x="2072" y="3493"/>
                    <a:pt x="1039" y="4035"/>
                    <a:pt x="1" y="4583"/>
                  </a:cubicBezTo>
                  <a:cubicBezTo>
                    <a:pt x="746" y="5979"/>
                    <a:pt x="1466" y="7355"/>
                    <a:pt x="2206" y="8745"/>
                  </a:cubicBezTo>
                  <a:cubicBezTo>
                    <a:pt x="2512" y="8541"/>
                    <a:pt x="2818" y="8279"/>
                    <a:pt x="3117" y="8076"/>
                  </a:cubicBezTo>
                  <a:lnTo>
                    <a:pt x="3117" y="8076"/>
                  </a:lnTo>
                  <a:cubicBezTo>
                    <a:pt x="2709" y="8745"/>
                    <a:pt x="2257" y="9452"/>
                    <a:pt x="1842" y="10121"/>
                  </a:cubicBezTo>
                  <a:cubicBezTo>
                    <a:pt x="4486" y="11653"/>
                    <a:pt x="7591" y="12542"/>
                    <a:pt x="10656" y="12542"/>
                  </a:cubicBezTo>
                  <a:cubicBezTo>
                    <a:pt x="11123" y="12542"/>
                    <a:pt x="11589" y="12522"/>
                    <a:pt x="12053" y="12480"/>
                  </a:cubicBezTo>
                  <a:cubicBezTo>
                    <a:pt x="12677" y="10128"/>
                    <a:pt x="13423" y="7789"/>
                    <a:pt x="14047" y="5437"/>
                  </a:cubicBezTo>
                  <a:cubicBezTo>
                    <a:pt x="14634" y="5220"/>
                    <a:pt x="15303" y="4991"/>
                    <a:pt x="15896" y="4774"/>
                  </a:cubicBezTo>
                  <a:cubicBezTo>
                    <a:pt x="16297" y="3238"/>
                    <a:pt x="16323" y="1549"/>
                    <a:pt x="15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2;p40">
              <a:extLst>
                <a:ext uri="{FF2B5EF4-FFF2-40B4-BE49-F238E27FC236}">
                  <a16:creationId xmlns:a16="http://schemas.microsoft.com/office/drawing/2014/main" id="{FAE74E71-44F3-80D9-1D3B-8CF5A216E9C8}"/>
                </a:ext>
              </a:extLst>
            </p:cNvPr>
            <p:cNvSpPr/>
            <p:nvPr/>
          </p:nvSpPr>
          <p:spPr>
            <a:xfrm>
              <a:off x="1484577" y="2339406"/>
              <a:ext cx="182442" cy="105122"/>
            </a:xfrm>
            <a:custGeom>
              <a:avLst/>
              <a:gdLst/>
              <a:ahLst/>
              <a:cxnLst/>
              <a:rect l="l" t="t" r="r" b="b"/>
              <a:pathLst>
                <a:path w="3213" h="1850" extrusionOk="0">
                  <a:moveTo>
                    <a:pt x="77" y="1"/>
                  </a:moveTo>
                  <a:cubicBezTo>
                    <a:pt x="45" y="1"/>
                    <a:pt x="13" y="33"/>
                    <a:pt x="13" y="71"/>
                  </a:cubicBezTo>
                  <a:cubicBezTo>
                    <a:pt x="1" y="817"/>
                    <a:pt x="511" y="1524"/>
                    <a:pt x="1212" y="1766"/>
                  </a:cubicBezTo>
                  <a:cubicBezTo>
                    <a:pt x="1390" y="1824"/>
                    <a:pt x="1568" y="1849"/>
                    <a:pt x="1753" y="1849"/>
                  </a:cubicBezTo>
                  <a:cubicBezTo>
                    <a:pt x="2308" y="1849"/>
                    <a:pt x="2862" y="1594"/>
                    <a:pt x="3194" y="1148"/>
                  </a:cubicBezTo>
                  <a:cubicBezTo>
                    <a:pt x="3213" y="1116"/>
                    <a:pt x="3206" y="1072"/>
                    <a:pt x="3181" y="1046"/>
                  </a:cubicBezTo>
                  <a:cubicBezTo>
                    <a:pt x="3169" y="1039"/>
                    <a:pt x="3155" y="1035"/>
                    <a:pt x="3141" y="1035"/>
                  </a:cubicBezTo>
                  <a:cubicBezTo>
                    <a:pt x="3118" y="1035"/>
                    <a:pt x="3095" y="1045"/>
                    <a:pt x="3079" y="1065"/>
                  </a:cubicBezTo>
                  <a:cubicBezTo>
                    <a:pt x="2773" y="1477"/>
                    <a:pt x="2265" y="1712"/>
                    <a:pt x="1756" y="1712"/>
                  </a:cubicBezTo>
                  <a:cubicBezTo>
                    <a:pt x="1587" y="1712"/>
                    <a:pt x="1418" y="1686"/>
                    <a:pt x="1256" y="1632"/>
                  </a:cubicBezTo>
                  <a:cubicBezTo>
                    <a:pt x="606" y="1416"/>
                    <a:pt x="141" y="759"/>
                    <a:pt x="147" y="71"/>
                  </a:cubicBezTo>
                  <a:cubicBezTo>
                    <a:pt x="154" y="33"/>
                    <a:pt x="12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3;p40">
              <a:extLst>
                <a:ext uri="{FF2B5EF4-FFF2-40B4-BE49-F238E27FC236}">
                  <a16:creationId xmlns:a16="http://schemas.microsoft.com/office/drawing/2014/main" id="{F9CE2695-E4C3-9AB6-6DD7-0F8D48DAC141}"/>
                </a:ext>
              </a:extLst>
            </p:cNvPr>
            <p:cNvSpPr/>
            <p:nvPr/>
          </p:nvSpPr>
          <p:spPr>
            <a:xfrm>
              <a:off x="1955754" y="2247411"/>
              <a:ext cx="23962" cy="293431"/>
            </a:xfrm>
            <a:custGeom>
              <a:avLst/>
              <a:gdLst/>
              <a:ahLst/>
              <a:cxnLst/>
              <a:rect l="l" t="t" r="r" b="b"/>
              <a:pathLst>
                <a:path w="422" h="5164" extrusionOk="0">
                  <a:moveTo>
                    <a:pt x="76" y="0"/>
                  </a:moveTo>
                  <a:cubicBezTo>
                    <a:pt x="72" y="0"/>
                    <a:pt x="68" y="0"/>
                    <a:pt x="65" y="1"/>
                  </a:cubicBezTo>
                  <a:cubicBezTo>
                    <a:pt x="26" y="7"/>
                    <a:pt x="1" y="39"/>
                    <a:pt x="1" y="77"/>
                  </a:cubicBezTo>
                  <a:cubicBezTo>
                    <a:pt x="256" y="1735"/>
                    <a:pt x="281" y="3417"/>
                    <a:pt x="84" y="5081"/>
                  </a:cubicBezTo>
                  <a:cubicBezTo>
                    <a:pt x="77" y="5119"/>
                    <a:pt x="103" y="5157"/>
                    <a:pt x="141" y="5163"/>
                  </a:cubicBezTo>
                  <a:lnTo>
                    <a:pt x="154" y="5163"/>
                  </a:lnTo>
                  <a:cubicBezTo>
                    <a:pt x="186" y="5163"/>
                    <a:pt x="217" y="5138"/>
                    <a:pt x="217" y="5100"/>
                  </a:cubicBezTo>
                  <a:cubicBezTo>
                    <a:pt x="421" y="3423"/>
                    <a:pt x="396" y="1728"/>
                    <a:pt x="141" y="58"/>
                  </a:cubicBezTo>
                  <a:cubicBezTo>
                    <a:pt x="135" y="24"/>
                    <a:pt x="10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4;p40">
              <a:extLst>
                <a:ext uri="{FF2B5EF4-FFF2-40B4-BE49-F238E27FC236}">
                  <a16:creationId xmlns:a16="http://schemas.microsoft.com/office/drawing/2014/main" id="{EEE4F80A-1CED-1339-8FBA-5936017B9845}"/>
                </a:ext>
              </a:extLst>
            </p:cNvPr>
            <p:cNvSpPr/>
            <p:nvPr/>
          </p:nvSpPr>
          <p:spPr>
            <a:xfrm>
              <a:off x="1877225" y="2515725"/>
              <a:ext cx="26461" cy="59152"/>
            </a:xfrm>
            <a:custGeom>
              <a:avLst/>
              <a:gdLst/>
              <a:ahLst/>
              <a:cxnLst/>
              <a:rect l="l" t="t" r="r" b="b"/>
              <a:pathLst>
                <a:path w="466" h="1041" extrusionOk="0">
                  <a:moveTo>
                    <a:pt x="201" y="1"/>
                  </a:moveTo>
                  <a:cubicBezTo>
                    <a:pt x="168" y="1"/>
                    <a:pt x="140" y="30"/>
                    <a:pt x="135" y="65"/>
                  </a:cubicBezTo>
                  <a:lnTo>
                    <a:pt x="7" y="958"/>
                  </a:lnTo>
                  <a:cubicBezTo>
                    <a:pt x="1" y="990"/>
                    <a:pt x="20" y="1021"/>
                    <a:pt x="52" y="1034"/>
                  </a:cubicBezTo>
                  <a:cubicBezTo>
                    <a:pt x="58" y="1034"/>
                    <a:pt x="64" y="1041"/>
                    <a:pt x="77" y="1041"/>
                  </a:cubicBezTo>
                  <a:cubicBezTo>
                    <a:pt x="103" y="1041"/>
                    <a:pt x="122" y="1021"/>
                    <a:pt x="135" y="1002"/>
                  </a:cubicBezTo>
                  <a:lnTo>
                    <a:pt x="447" y="435"/>
                  </a:lnTo>
                  <a:cubicBezTo>
                    <a:pt x="466" y="397"/>
                    <a:pt x="453" y="359"/>
                    <a:pt x="421" y="339"/>
                  </a:cubicBezTo>
                  <a:cubicBezTo>
                    <a:pt x="409" y="333"/>
                    <a:pt x="397" y="330"/>
                    <a:pt x="385" y="330"/>
                  </a:cubicBezTo>
                  <a:cubicBezTo>
                    <a:pt x="361" y="330"/>
                    <a:pt x="339" y="343"/>
                    <a:pt x="326" y="365"/>
                  </a:cubicBezTo>
                  <a:lnTo>
                    <a:pt x="198" y="601"/>
                  </a:lnTo>
                  <a:lnTo>
                    <a:pt x="268" y="85"/>
                  </a:lnTo>
                  <a:cubicBezTo>
                    <a:pt x="275" y="46"/>
                    <a:pt x="249" y="8"/>
                    <a:pt x="211" y="2"/>
                  </a:cubicBezTo>
                  <a:cubicBezTo>
                    <a:pt x="208" y="1"/>
                    <a:pt x="205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5;p40">
              <a:extLst>
                <a:ext uri="{FF2B5EF4-FFF2-40B4-BE49-F238E27FC236}">
                  <a16:creationId xmlns:a16="http://schemas.microsoft.com/office/drawing/2014/main" id="{68BCA765-F9AB-43F1-12E0-BEE8808758AC}"/>
                </a:ext>
              </a:extLst>
            </p:cNvPr>
            <p:cNvSpPr/>
            <p:nvPr/>
          </p:nvSpPr>
          <p:spPr>
            <a:xfrm>
              <a:off x="1254780" y="2587151"/>
              <a:ext cx="36625" cy="135863"/>
            </a:xfrm>
            <a:custGeom>
              <a:avLst/>
              <a:gdLst/>
              <a:ahLst/>
              <a:cxnLst/>
              <a:rect l="l" t="t" r="r" b="b"/>
              <a:pathLst>
                <a:path w="645" h="2391" extrusionOk="0">
                  <a:moveTo>
                    <a:pt x="574" y="0"/>
                  </a:moveTo>
                  <a:cubicBezTo>
                    <a:pt x="536" y="0"/>
                    <a:pt x="504" y="32"/>
                    <a:pt x="504" y="70"/>
                  </a:cubicBezTo>
                  <a:cubicBezTo>
                    <a:pt x="485" y="829"/>
                    <a:pt x="313" y="1594"/>
                    <a:pt x="13" y="2295"/>
                  </a:cubicBezTo>
                  <a:cubicBezTo>
                    <a:pt x="1" y="2326"/>
                    <a:pt x="13" y="2365"/>
                    <a:pt x="45" y="2384"/>
                  </a:cubicBezTo>
                  <a:cubicBezTo>
                    <a:pt x="58" y="2384"/>
                    <a:pt x="64" y="2390"/>
                    <a:pt x="77" y="2390"/>
                  </a:cubicBezTo>
                  <a:cubicBezTo>
                    <a:pt x="103" y="2390"/>
                    <a:pt x="122" y="2377"/>
                    <a:pt x="134" y="2358"/>
                  </a:cubicBezTo>
                  <a:cubicBezTo>
                    <a:pt x="198" y="2263"/>
                    <a:pt x="275" y="2161"/>
                    <a:pt x="351" y="2065"/>
                  </a:cubicBezTo>
                  <a:cubicBezTo>
                    <a:pt x="428" y="1963"/>
                    <a:pt x="504" y="1855"/>
                    <a:pt x="568" y="1759"/>
                  </a:cubicBezTo>
                  <a:cubicBezTo>
                    <a:pt x="587" y="1727"/>
                    <a:pt x="581" y="1683"/>
                    <a:pt x="542" y="1664"/>
                  </a:cubicBezTo>
                  <a:cubicBezTo>
                    <a:pt x="530" y="1656"/>
                    <a:pt x="518" y="1653"/>
                    <a:pt x="505" y="1653"/>
                  </a:cubicBezTo>
                  <a:cubicBezTo>
                    <a:pt x="484" y="1653"/>
                    <a:pt x="463" y="1663"/>
                    <a:pt x="447" y="1683"/>
                  </a:cubicBezTo>
                  <a:cubicBezTo>
                    <a:pt x="415" y="1740"/>
                    <a:pt x="370" y="1797"/>
                    <a:pt x="326" y="1855"/>
                  </a:cubicBezTo>
                  <a:cubicBezTo>
                    <a:pt x="517" y="1281"/>
                    <a:pt x="625" y="676"/>
                    <a:pt x="644" y="70"/>
                  </a:cubicBezTo>
                  <a:cubicBezTo>
                    <a:pt x="644" y="32"/>
                    <a:pt x="612" y="0"/>
                    <a:pt x="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6;p40">
              <a:extLst>
                <a:ext uri="{FF2B5EF4-FFF2-40B4-BE49-F238E27FC236}">
                  <a16:creationId xmlns:a16="http://schemas.microsoft.com/office/drawing/2014/main" id="{6298EDF5-9DF8-7EAF-731C-10EA3185D33E}"/>
                </a:ext>
              </a:extLst>
            </p:cNvPr>
            <p:cNvSpPr/>
            <p:nvPr/>
          </p:nvSpPr>
          <p:spPr>
            <a:xfrm>
              <a:off x="1120547" y="2488905"/>
              <a:ext cx="117256" cy="247860"/>
            </a:xfrm>
            <a:custGeom>
              <a:avLst/>
              <a:gdLst/>
              <a:ahLst/>
              <a:cxnLst/>
              <a:rect l="l" t="t" r="r" b="b"/>
              <a:pathLst>
                <a:path w="2065" h="4362" extrusionOk="0">
                  <a:moveTo>
                    <a:pt x="82" y="1"/>
                  </a:moveTo>
                  <a:cubicBezTo>
                    <a:pt x="72" y="1"/>
                    <a:pt x="62" y="3"/>
                    <a:pt x="51" y="8"/>
                  </a:cubicBezTo>
                  <a:cubicBezTo>
                    <a:pt x="19" y="21"/>
                    <a:pt x="0" y="66"/>
                    <a:pt x="19" y="98"/>
                  </a:cubicBezTo>
                  <a:lnTo>
                    <a:pt x="1925" y="4317"/>
                  </a:lnTo>
                  <a:cubicBezTo>
                    <a:pt x="1938" y="4342"/>
                    <a:pt x="1963" y="4361"/>
                    <a:pt x="1989" y="4361"/>
                  </a:cubicBezTo>
                  <a:cubicBezTo>
                    <a:pt x="1995" y="4361"/>
                    <a:pt x="2008" y="4355"/>
                    <a:pt x="2014" y="4355"/>
                  </a:cubicBezTo>
                  <a:cubicBezTo>
                    <a:pt x="2052" y="4336"/>
                    <a:pt x="2065" y="4298"/>
                    <a:pt x="2052" y="4259"/>
                  </a:cubicBezTo>
                  <a:lnTo>
                    <a:pt x="147" y="40"/>
                  </a:lnTo>
                  <a:cubicBezTo>
                    <a:pt x="133" y="17"/>
                    <a:pt x="109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07;p40">
              <a:extLst>
                <a:ext uri="{FF2B5EF4-FFF2-40B4-BE49-F238E27FC236}">
                  <a16:creationId xmlns:a16="http://schemas.microsoft.com/office/drawing/2014/main" id="{10A42898-18A5-9208-A053-74AF2A29CDA1}"/>
                </a:ext>
              </a:extLst>
            </p:cNvPr>
            <p:cNvSpPr/>
            <p:nvPr/>
          </p:nvSpPr>
          <p:spPr>
            <a:xfrm>
              <a:off x="1216395" y="2785802"/>
              <a:ext cx="572254" cy="142511"/>
            </a:xfrm>
            <a:custGeom>
              <a:avLst/>
              <a:gdLst/>
              <a:ahLst/>
              <a:cxnLst/>
              <a:rect l="l" t="t" r="r" b="b"/>
              <a:pathLst>
                <a:path w="10078" h="2508" extrusionOk="0">
                  <a:moveTo>
                    <a:pt x="82" y="1"/>
                  </a:moveTo>
                  <a:cubicBezTo>
                    <a:pt x="58" y="1"/>
                    <a:pt x="33" y="13"/>
                    <a:pt x="20" y="35"/>
                  </a:cubicBezTo>
                  <a:cubicBezTo>
                    <a:pt x="1" y="67"/>
                    <a:pt x="7" y="112"/>
                    <a:pt x="39" y="131"/>
                  </a:cubicBezTo>
                  <a:cubicBezTo>
                    <a:pt x="2576" y="1686"/>
                    <a:pt x="5533" y="2508"/>
                    <a:pt x="8503" y="2508"/>
                  </a:cubicBezTo>
                  <a:cubicBezTo>
                    <a:pt x="9007" y="2508"/>
                    <a:pt x="9510" y="2489"/>
                    <a:pt x="10014" y="2438"/>
                  </a:cubicBezTo>
                  <a:cubicBezTo>
                    <a:pt x="10052" y="2438"/>
                    <a:pt x="10077" y="2400"/>
                    <a:pt x="10077" y="2361"/>
                  </a:cubicBezTo>
                  <a:cubicBezTo>
                    <a:pt x="10071" y="2323"/>
                    <a:pt x="10039" y="2298"/>
                    <a:pt x="10001" y="2298"/>
                  </a:cubicBezTo>
                  <a:cubicBezTo>
                    <a:pt x="9500" y="2346"/>
                    <a:pt x="8997" y="2370"/>
                    <a:pt x="8494" y="2370"/>
                  </a:cubicBezTo>
                  <a:cubicBezTo>
                    <a:pt x="5553" y="2370"/>
                    <a:pt x="2625" y="1550"/>
                    <a:pt x="116" y="10"/>
                  </a:cubicBezTo>
                  <a:cubicBezTo>
                    <a:pt x="105" y="3"/>
                    <a:pt x="9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08;p40">
              <a:extLst>
                <a:ext uri="{FF2B5EF4-FFF2-40B4-BE49-F238E27FC236}">
                  <a16:creationId xmlns:a16="http://schemas.microsoft.com/office/drawing/2014/main" id="{1FEC1493-0B82-877C-2204-D7FA4DFBC998}"/>
                </a:ext>
              </a:extLst>
            </p:cNvPr>
            <p:cNvSpPr/>
            <p:nvPr/>
          </p:nvSpPr>
          <p:spPr>
            <a:xfrm>
              <a:off x="1445511" y="2118140"/>
              <a:ext cx="70637" cy="53640"/>
            </a:xfrm>
            <a:custGeom>
              <a:avLst/>
              <a:gdLst/>
              <a:ahLst/>
              <a:cxnLst/>
              <a:rect l="l" t="t" r="r" b="b"/>
              <a:pathLst>
                <a:path w="1244" h="944" extrusionOk="0">
                  <a:moveTo>
                    <a:pt x="791" y="1"/>
                  </a:moveTo>
                  <a:cubicBezTo>
                    <a:pt x="752" y="7"/>
                    <a:pt x="721" y="39"/>
                    <a:pt x="727" y="77"/>
                  </a:cubicBezTo>
                  <a:cubicBezTo>
                    <a:pt x="746" y="294"/>
                    <a:pt x="816" y="504"/>
                    <a:pt x="931" y="683"/>
                  </a:cubicBezTo>
                  <a:cubicBezTo>
                    <a:pt x="791" y="635"/>
                    <a:pt x="641" y="611"/>
                    <a:pt x="491" y="611"/>
                  </a:cubicBezTo>
                  <a:cubicBezTo>
                    <a:pt x="341" y="611"/>
                    <a:pt x="192" y="635"/>
                    <a:pt x="51" y="683"/>
                  </a:cubicBezTo>
                  <a:cubicBezTo>
                    <a:pt x="19" y="695"/>
                    <a:pt x="0" y="734"/>
                    <a:pt x="13" y="772"/>
                  </a:cubicBezTo>
                  <a:cubicBezTo>
                    <a:pt x="23" y="797"/>
                    <a:pt x="49" y="814"/>
                    <a:pt x="75" y="814"/>
                  </a:cubicBezTo>
                  <a:cubicBezTo>
                    <a:pt x="82" y="814"/>
                    <a:pt x="89" y="813"/>
                    <a:pt x="96" y="810"/>
                  </a:cubicBezTo>
                  <a:cubicBezTo>
                    <a:pt x="218" y="769"/>
                    <a:pt x="348" y="748"/>
                    <a:pt x="479" y="748"/>
                  </a:cubicBezTo>
                  <a:cubicBezTo>
                    <a:pt x="708" y="748"/>
                    <a:pt x="937" y="812"/>
                    <a:pt x="1128" y="938"/>
                  </a:cubicBezTo>
                  <a:cubicBezTo>
                    <a:pt x="1141" y="944"/>
                    <a:pt x="1154" y="944"/>
                    <a:pt x="1167" y="944"/>
                  </a:cubicBezTo>
                  <a:cubicBezTo>
                    <a:pt x="1186" y="944"/>
                    <a:pt x="1205" y="938"/>
                    <a:pt x="1224" y="918"/>
                  </a:cubicBezTo>
                  <a:cubicBezTo>
                    <a:pt x="1243" y="893"/>
                    <a:pt x="1243" y="855"/>
                    <a:pt x="1218" y="829"/>
                  </a:cubicBezTo>
                  <a:cubicBezTo>
                    <a:pt x="1020" y="625"/>
                    <a:pt x="886" y="345"/>
                    <a:pt x="867" y="64"/>
                  </a:cubicBezTo>
                  <a:cubicBezTo>
                    <a:pt x="861" y="26"/>
                    <a:pt x="829" y="1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09;p40">
              <a:extLst>
                <a:ext uri="{FF2B5EF4-FFF2-40B4-BE49-F238E27FC236}">
                  <a16:creationId xmlns:a16="http://schemas.microsoft.com/office/drawing/2014/main" id="{FCE0DEC6-F153-D463-F126-BB4693644CD8}"/>
                </a:ext>
              </a:extLst>
            </p:cNvPr>
            <p:cNvSpPr/>
            <p:nvPr/>
          </p:nvSpPr>
          <p:spPr>
            <a:xfrm>
              <a:off x="1449485" y="2073137"/>
              <a:ext cx="312758" cy="228483"/>
            </a:xfrm>
            <a:custGeom>
              <a:avLst/>
              <a:gdLst/>
              <a:ahLst/>
              <a:cxnLst/>
              <a:rect l="l" t="t" r="r" b="b"/>
              <a:pathLst>
                <a:path w="5508" h="4021" extrusionOk="0">
                  <a:moveTo>
                    <a:pt x="3107" y="1"/>
                  </a:moveTo>
                  <a:cubicBezTo>
                    <a:pt x="2769" y="1"/>
                    <a:pt x="2462" y="254"/>
                    <a:pt x="2365" y="589"/>
                  </a:cubicBezTo>
                  <a:cubicBezTo>
                    <a:pt x="2213" y="460"/>
                    <a:pt x="2016" y="396"/>
                    <a:pt x="1818" y="396"/>
                  </a:cubicBezTo>
                  <a:cubicBezTo>
                    <a:pt x="1625" y="396"/>
                    <a:pt x="1432" y="456"/>
                    <a:pt x="1281" y="576"/>
                  </a:cubicBezTo>
                  <a:cubicBezTo>
                    <a:pt x="976" y="825"/>
                    <a:pt x="912" y="1309"/>
                    <a:pt x="1090" y="1653"/>
                  </a:cubicBezTo>
                  <a:cubicBezTo>
                    <a:pt x="1017" y="1628"/>
                    <a:pt x="940" y="1616"/>
                    <a:pt x="863" y="1616"/>
                  </a:cubicBezTo>
                  <a:cubicBezTo>
                    <a:pt x="571" y="1616"/>
                    <a:pt x="274" y="1787"/>
                    <a:pt x="153" y="2055"/>
                  </a:cubicBezTo>
                  <a:cubicBezTo>
                    <a:pt x="0" y="2399"/>
                    <a:pt x="160" y="2851"/>
                    <a:pt x="485" y="3036"/>
                  </a:cubicBezTo>
                  <a:cubicBezTo>
                    <a:pt x="268" y="3253"/>
                    <a:pt x="268" y="3642"/>
                    <a:pt x="478" y="3858"/>
                  </a:cubicBezTo>
                  <a:cubicBezTo>
                    <a:pt x="587" y="3967"/>
                    <a:pt x="740" y="4021"/>
                    <a:pt x="892" y="4021"/>
                  </a:cubicBezTo>
                  <a:cubicBezTo>
                    <a:pt x="1044" y="4021"/>
                    <a:pt x="1195" y="3967"/>
                    <a:pt x="1301" y="3858"/>
                  </a:cubicBezTo>
                  <a:lnTo>
                    <a:pt x="4373" y="3622"/>
                  </a:lnTo>
                  <a:cubicBezTo>
                    <a:pt x="4485" y="3670"/>
                    <a:pt x="4610" y="3696"/>
                    <a:pt x="4734" y="3696"/>
                  </a:cubicBezTo>
                  <a:cubicBezTo>
                    <a:pt x="4828" y="3696"/>
                    <a:pt x="4922" y="3681"/>
                    <a:pt x="5010" y="3648"/>
                  </a:cubicBezTo>
                  <a:cubicBezTo>
                    <a:pt x="5214" y="3571"/>
                    <a:pt x="5380" y="3380"/>
                    <a:pt x="5399" y="3164"/>
                  </a:cubicBezTo>
                  <a:cubicBezTo>
                    <a:pt x="5418" y="2947"/>
                    <a:pt x="5297" y="2717"/>
                    <a:pt x="5086" y="2666"/>
                  </a:cubicBezTo>
                  <a:cubicBezTo>
                    <a:pt x="5341" y="2558"/>
                    <a:pt x="5507" y="2271"/>
                    <a:pt x="5482" y="1997"/>
                  </a:cubicBezTo>
                  <a:cubicBezTo>
                    <a:pt x="5450" y="1723"/>
                    <a:pt x="5220" y="1494"/>
                    <a:pt x="4946" y="1436"/>
                  </a:cubicBezTo>
                  <a:cubicBezTo>
                    <a:pt x="5125" y="1156"/>
                    <a:pt x="5042" y="742"/>
                    <a:pt x="4768" y="551"/>
                  </a:cubicBezTo>
                  <a:cubicBezTo>
                    <a:pt x="4664" y="478"/>
                    <a:pt x="4541" y="444"/>
                    <a:pt x="4418" y="444"/>
                  </a:cubicBezTo>
                  <a:cubicBezTo>
                    <a:pt x="4216" y="444"/>
                    <a:pt x="4012" y="535"/>
                    <a:pt x="3882" y="697"/>
                  </a:cubicBezTo>
                  <a:cubicBezTo>
                    <a:pt x="3837" y="334"/>
                    <a:pt x="3519" y="28"/>
                    <a:pt x="3155" y="2"/>
                  </a:cubicBezTo>
                  <a:cubicBezTo>
                    <a:pt x="3139" y="1"/>
                    <a:pt x="3123" y="1"/>
                    <a:pt x="3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10;p40">
              <a:extLst>
                <a:ext uri="{FF2B5EF4-FFF2-40B4-BE49-F238E27FC236}">
                  <a16:creationId xmlns:a16="http://schemas.microsoft.com/office/drawing/2014/main" id="{C62D3466-A859-C116-A157-4208E0F5637A}"/>
                </a:ext>
              </a:extLst>
            </p:cNvPr>
            <p:cNvSpPr/>
            <p:nvPr/>
          </p:nvSpPr>
          <p:spPr>
            <a:xfrm>
              <a:off x="1510980" y="2291050"/>
              <a:ext cx="122423" cy="120805"/>
            </a:xfrm>
            <a:custGeom>
              <a:avLst/>
              <a:gdLst/>
              <a:ahLst/>
              <a:cxnLst/>
              <a:rect l="l" t="t" r="r" b="b"/>
              <a:pathLst>
                <a:path w="2156" h="2126" extrusionOk="0">
                  <a:moveTo>
                    <a:pt x="1046" y="0"/>
                  </a:moveTo>
                  <a:cubicBezTo>
                    <a:pt x="857" y="0"/>
                    <a:pt x="688" y="53"/>
                    <a:pt x="613" y="214"/>
                  </a:cubicBezTo>
                  <a:cubicBezTo>
                    <a:pt x="466" y="508"/>
                    <a:pt x="326" y="801"/>
                    <a:pt x="186" y="1094"/>
                  </a:cubicBezTo>
                  <a:cubicBezTo>
                    <a:pt x="1" y="1470"/>
                    <a:pt x="428" y="1910"/>
                    <a:pt x="823" y="2063"/>
                  </a:cubicBezTo>
                  <a:cubicBezTo>
                    <a:pt x="938" y="2105"/>
                    <a:pt x="1060" y="2126"/>
                    <a:pt x="1182" y="2126"/>
                  </a:cubicBezTo>
                  <a:cubicBezTo>
                    <a:pt x="1480" y="2126"/>
                    <a:pt x="1780" y="2004"/>
                    <a:pt x="1983" y="1782"/>
                  </a:cubicBezTo>
                  <a:cubicBezTo>
                    <a:pt x="2034" y="1425"/>
                    <a:pt x="2060" y="1075"/>
                    <a:pt x="2110" y="718"/>
                  </a:cubicBezTo>
                  <a:cubicBezTo>
                    <a:pt x="2155" y="406"/>
                    <a:pt x="1792" y="151"/>
                    <a:pt x="1486" y="68"/>
                  </a:cubicBezTo>
                  <a:cubicBezTo>
                    <a:pt x="1350" y="32"/>
                    <a:pt x="1192" y="0"/>
                    <a:pt x="1046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11;p40">
              <a:extLst>
                <a:ext uri="{FF2B5EF4-FFF2-40B4-BE49-F238E27FC236}">
                  <a16:creationId xmlns:a16="http://schemas.microsoft.com/office/drawing/2014/main" id="{2ABE6116-482B-CB5E-BD4A-6D9247A5EA2F}"/>
                </a:ext>
              </a:extLst>
            </p:cNvPr>
            <p:cNvSpPr/>
            <p:nvPr/>
          </p:nvSpPr>
          <p:spPr>
            <a:xfrm>
              <a:off x="1508085" y="2206896"/>
              <a:ext cx="219408" cy="188310"/>
            </a:xfrm>
            <a:custGeom>
              <a:avLst/>
              <a:gdLst/>
              <a:ahLst/>
              <a:cxnLst/>
              <a:rect l="l" t="t" r="r" b="b"/>
              <a:pathLst>
                <a:path w="3864" h="3314" extrusionOk="0">
                  <a:moveTo>
                    <a:pt x="3035" y="0"/>
                  </a:moveTo>
                  <a:cubicBezTo>
                    <a:pt x="2965" y="191"/>
                    <a:pt x="2786" y="338"/>
                    <a:pt x="2589" y="376"/>
                  </a:cubicBezTo>
                  <a:cubicBezTo>
                    <a:pt x="2544" y="385"/>
                    <a:pt x="2497" y="389"/>
                    <a:pt x="2450" y="389"/>
                  </a:cubicBezTo>
                  <a:cubicBezTo>
                    <a:pt x="2287" y="389"/>
                    <a:pt x="2119" y="337"/>
                    <a:pt x="2015" y="223"/>
                  </a:cubicBezTo>
                  <a:cubicBezTo>
                    <a:pt x="1868" y="638"/>
                    <a:pt x="1480" y="950"/>
                    <a:pt x="1040" y="963"/>
                  </a:cubicBezTo>
                  <a:cubicBezTo>
                    <a:pt x="957" y="867"/>
                    <a:pt x="874" y="778"/>
                    <a:pt x="772" y="708"/>
                  </a:cubicBezTo>
                  <a:cubicBezTo>
                    <a:pt x="687" y="652"/>
                    <a:pt x="589" y="617"/>
                    <a:pt x="493" y="617"/>
                  </a:cubicBezTo>
                  <a:cubicBezTo>
                    <a:pt x="467" y="617"/>
                    <a:pt x="441" y="619"/>
                    <a:pt x="415" y="625"/>
                  </a:cubicBezTo>
                  <a:cubicBezTo>
                    <a:pt x="249" y="663"/>
                    <a:pt x="135" y="822"/>
                    <a:pt x="84" y="988"/>
                  </a:cubicBezTo>
                  <a:cubicBezTo>
                    <a:pt x="1" y="1237"/>
                    <a:pt x="46" y="1523"/>
                    <a:pt x="192" y="1746"/>
                  </a:cubicBezTo>
                  <a:cubicBezTo>
                    <a:pt x="339" y="1963"/>
                    <a:pt x="594" y="2103"/>
                    <a:pt x="855" y="2123"/>
                  </a:cubicBezTo>
                  <a:cubicBezTo>
                    <a:pt x="1008" y="2486"/>
                    <a:pt x="1307" y="2824"/>
                    <a:pt x="1633" y="3053"/>
                  </a:cubicBezTo>
                  <a:cubicBezTo>
                    <a:pt x="1869" y="3215"/>
                    <a:pt x="2155" y="3313"/>
                    <a:pt x="2439" y="3313"/>
                  </a:cubicBezTo>
                  <a:cubicBezTo>
                    <a:pt x="2545" y="3313"/>
                    <a:pt x="2651" y="3299"/>
                    <a:pt x="2754" y="3270"/>
                  </a:cubicBezTo>
                  <a:cubicBezTo>
                    <a:pt x="3341" y="3110"/>
                    <a:pt x="3710" y="2511"/>
                    <a:pt x="3787" y="1912"/>
                  </a:cubicBezTo>
                  <a:cubicBezTo>
                    <a:pt x="3863" y="1313"/>
                    <a:pt x="3704" y="714"/>
                    <a:pt x="3545" y="134"/>
                  </a:cubicBezTo>
                  <a:cubicBezTo>
                    <a:pt x="3496" y="150"/>
                    <a:pt x="3445" y="157"/>
                    <a:pt x="3395" y="157"/>
                  </a:cubicBezTo>
                  <a:cubicBezTo>
                    <a:pt x="3259" y="157"/>
                    <a:pt x="3123" y="102"/>
                    <a:pt x="303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12;p40">
              <a:extLst>
                <a:ext uri="{FF2B5EF4-FFF2-40B4-BE49-F238E27FC236}">
                  <a16:creationId xmlns:a16="http://schemas.microsoft.com/office/drawing/2014/main" id="{CFBF651E-402F-B676-485C-2E0AB9676DFF}"/>
                </a:ext>
              </a:extLst>
            </p:cNvPr>
            <p:cNvSpPr/>
            <p:nvPr/>
          </p:nvSpPr>
          <p:spPr>
            <a:xfrm>
              <a:off x="1530570" y="2263037"/>
              <a:ext cx="26461" cy="26082"/>
            </a:xfrm>
            <a:custGeom>
              <a:avLst/>
              <a:gdLst/>
              <a:ahLst/>
              <a:cxnLst/>
              <a:rect l="l" t="t" r="r" b="b"/>
              <a:pathLst>
                <a:path w="466" h="459" extrusionOk="0">
                  <a:moveTo>
                    <a:pt x="73" y="0"/>
                  </a:moveTo>
                  <a:cubicBezTo>
                    <a:pt x="56" y="0"/>
                    <a:pt x="38" y="6"/>
                    <a:pt x="26" y="19"/>
                  </a:cubicBezTo>
                  <a:cubicBezTo>
                    <a:pt x="0" y="45"/>
                    <a:pt x="0" y="89"/>
                    <a:pt x="26" y="121"/>
                  </a:cubicBezTo>
                  <a:lnTo>
                    <a:pt x="338" y="433"/>
                  </a:lnTo>
                  <a:cubicBezTo>
                    <a:pt x="351" y="446"/>
                    <a:pt x="370" y="459"/>
                    <a:pt x="382" y="459"/>
                  </a:cubicBezTo>
                  <a:cubicBezTo>
                    <a:pt x="402" y="459"/>
                    <a:pt x="421" y="446"/>
                    <a:pt x="433" y="433"/>
                  </a:cubicBezTo>
                  <a:cubicBezTo>
                    <a:pt x="459" y="408"/>
                    <a:pt x="465" y="363"/>
                    <a:pt x="433" y="338"/>
                  </a:cubicBezTo>
                  <a:lnTo>
                    <a:pt x="121" y="19"/>
                  </a:lnTo>
                  <a:cubicBezTo>
                    <a:pt x="108" y="6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13;p40">
              <a:extLst>
                <a:ext uri="{FF2B5EF4-FFF2-40B4-BE49-F238E27FC236}">
                  <a16:creationId xmlns:a16="http://schemas.microsoft.com/office/drawing/2014/main" id="{BF3814AD-2525-AF35-66AC-9342D02962A9}"/>
                </a:ext>
              </a:extLst>
            </p:cNvPr>
            <p:cNvSpPr/>
            <p:nvPr/>
          </p:nvSpPr>
          <p:spPr>
            <a:xfrm>
              <a:off x="1579744" y="2369863"/>
              <a:ext cx="50764" cy="31196"/>
            </a:xfrm>
            <a:custGeom>
              <a:avLst/>
              <a:gdLst/>
              <a:ahLst/>
              <a:cxnLst/>
              <a:rect l="l" t="t" r="r" b="b"/>
              <a:pathLst>
                <a:path w="894" h="549" extrusionOk="0">
                  <a:moveTo>
                    <a:pt x="81" y="0"/>
                  </a:moveTo>
                  <a:cubicBezTo>
                    <a:pt x="63" y="0"/>
                    <a:pt x="45" y="7"/>
                    <a:pt x="33" y="19"/>
                  </a:cubicBezTo>
                  <a:cubicBezTo>
                    <a:pt x="1" y="45"/>
                    <a:pt x="1" y="89"/>
                    <a:pt x="26" y="121"/>
                  </a:cubicBezTo>
                  <a:cubicBezTo>
                    <a:pt x="237" y="332"/>
                    <a:pt x="511" y="491"/>
                    <a:pt x="804" y="548"/>
                  </a:cubicBezTo>
                  <a:lnTo>
                    <a:pt x="817" y="548"/>
                  </a:lnTo>
                  <a:cubicBezTo>
                    <a:pt x="849" y="548"/>
                    <a:pt x="874" y="529"/>
                    <a:pt x="887" y="497"/>
                  </a:cubicBezTo>
                  <a:cubicBezTo>
                    <a:pt x="893" y="459"/>
                    <a:pt x="868" y="421"/>
                    <a:pt x="829" y="414"/>
                  </a:cubicBezTo>
                  <a:cubicBezTo>
                    <a:pt x="568" y="357"/>
                    <a:pt x="320" y="217"/>
                    <a:pt x="128" y="19"/>
                  </a:cubicBezTo>
                  <a:cubicBezTo>
                    <a:pt x="116" y="7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14;p40">
              <a:extLst>
                <a:ext uri="{FF2B5EF4-FFF2-40B4-BE49-F238E27FC236}">
                  <a16:creationId xmlns:a16="http://schemas.microsoft.com/office/drawing/2014/main" id="{82457370-5826-43EC-43E8-2767AD9D66E2}"/>
                </a:ext>
              </a:extLst>
            </p:cNvPr>
            <p:cNvSpPr/>
            <p:nvPr/>
          </p:nvSpPr>
          <p:spPr>
            <a:xfrm>
              <a:off x="1613415" y="2302131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15;p40">
              <a:extLst>
                <a:ext uri="{FF2B5EF4-FFF2-40B4-BE49-F238E27FC236}">
                  <a16:creationId xmlns:a16="http://schemas.microsoft.com/office/drawing/2014/main" id="{F86B3C54-47B3-4333-7A4C-0BC0F634A6FF}"/>
                </a:ext>
              </a:extLst>
            </p:cNvPr>
            <p:cNvSpPr/>
            <p:nvPr/>
          </p:nvSpPr>
          <p:spPr>
            <a:xfrm>
              <a:off x="1689787" y="2293437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16;p40">
              <a:extLst>
                <a:ext uri="{FF2B5EF4-FFF2-40B4-BE49-F238E27FC236}">
                  <a16:creationId xmlns:a16="http://schemas.microsoft.com/office/drawing/2014/main" id="{0D4708C3-2F9A-C9D0-DE10-A60A26B9E375}"/>
                </a:ext>
              </a:extLst>
            </p:cNvPr>
            <p:cNvSpPr/>
            <p:nvPr/>
          </p:nvSpPr>
          <p:spPr>
            <a:xfrm>
              <a:off x="1652879" y="2296505"/>
              <a:ext cx="24303" cy="46594"/>
            </a:xfrm>
            <a:custGeom>
              <a:avLst/>
              <a:gdLst/>
              <a:ahLst/>
              <a:cxnLst/>
              <a:rect l="l" t="t" r="r" b="b"/>
              <a:pathLst>
                <a:path w="428" h="820" extrusionOk="0">
                  <a:moveTo>
                    <a:pt x="231" y="0"/>
                  </a:moveTo>
                  <a:cubicBezTo>
                    <a:pt x="224" y="0"/>
                    <a:pt x="217" y="2"/>
                    <a:pt x="211" y="4"/>
                  </a:cubicBezTo>
                  <a:cubicBezTo>
                    <a:pt x="172" y="10"/>
                    <a:pt x="147" y="42"/>
                    <a:pt x="160" y="80"/>
                  </a:cubicBezTo>
                  <a:lnTo>
                    <a:pt x="268" y="673"/>
                  </a:lnTo>
                  <a:lnTo>
                    <a:pt x="83" y="647"/>
                  </a:lnTo>
                  <a:cubicBezTo>
                    <a:pt x="80" y="647"/>
                    <a:pt x="77" y="647"/>
                    <a:pt x="73" y="647"/>
                  </a:cubicBezTo>
                  <a:cubicBezTo>
                    <a:pt x="39" y="647"/>
                    <a:pt x="7" y="676"/>
                    <a:pt x="7" y="711"/>
                  </a:cubicBezTo>
                  <a:cubicBezTo>
                    <a:pt x="0" y="749"/>
                    <a:pt x="26" y="781"/>
                    <a:pt x="64" y="788"/>
                  </a:cubicBezTo>
                  <a:lnTo>
                    <a:pt x="344" y="820"/>
                  </a:lnTo>
                  <a:lnTo>
                    <a:pt x="351" y="820"/>
                  </a:lnTo>
                  <a:cubicBezTo>
                    <a:pt x="370" y="820"/>
                    <a:pt x="389" y="813"/>
                    <a:pt x="402" y="800"/>
                  </a:cubicBezTo>
                  <a:cubicBezTo>
                    <a:pt x="421" y="781"/>
                    <a:pt x="427" y="762"/>
                    <a:pt x="421" y="737"/>
                  </a:cubicBezTo>
                  <a:lnTo>
                    <a:pt x="293" y="55"/>
                  </a:lnTo>
                  <a:cubicBezTo>
                    <a:pt x="288" y="23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7;p40">
              <a:extLst>
                <a:ext uri="{FF2B5EF4-FFF2-40B4-BE49-F238E27FC236}">
                  <a16:creationId xmlns:a16="http://schemas.microsoft.com/office/drawing/2014/main" id="{2FC2DB24-CA85-B1E7-8CE2-1DA0862CC807}"/>
                </a:ext>
              </a:extLst>
            </p:cNvPr>
            <p:cNvSpPr/>
            <p:nvPr/>
          </p:nvSpPr>
          <p:spPr>
            <a:xfrm>
              <a:off x="1599333" y="2260991"/>
              <a:ext cx="44177" cy="19092"/>
            </a:xfrm>
            <a:custGeom>
              <a:avLst/>
              <a:gdLst/>
              <a:ahLst/>
              <a:cxnLst/>
              <a:rect l="l" t="t" r="r" b="b"/>
              <a:pathLst>
                <a:path w="778" h="336" extrusionOk="0">
                  <a:moveTo>
                    <a:pt x="415" y="1"/>
                  </a:moveTo>
                  <a:cubicBezTo>
                    <a:pt x="398" y="1"/>
                    <a:pt x="381" y="2"/>
                    <a:pt x="363" y="4"/>
                  </a:cubicBezTo>
                  <a:cubicBezTo>
                    <a:pt x="217" y="17"/>
                    <a:pt x="83" y="106"/>
                    <a:pt x="19" y="234"/>
                  </a:cubicBezTo>
                  <a:cubicBezTo>
                    <a:pt x="0" y="272"/>
                    <a:pt x="13" y="310"/>
                    <a:pt x="45" y="329"/>
                  </a:cubicBezTo>
                  <a:cubicBezTo>
                    <a:pt x="57" y="336"/>
                    <a:pt x="70" y="336"/>
                    <a:pt x="76" y="336"/>
                  </a:cubicBezTo>
                  <a:cubicBezTo>
                    <a:pt x="102" y="336"/>
                    <a:pt x="127" y="323"/>
                    <a:pt x="140" y="304"/>
                  </a:cubicBezTo>
                  <a:cubicBezTo>
                    <a:pt x="185" y="214"/>
                    <a:pt x="280" y="151"/>
                    <a:pt x="376" y="138"/>
                  </a:cubicBezTo>
                  <a:cubicBezTo>
                    <a:pt x="383" y="138"/>
                    <a:pt x="391" y="137"/>
                    <a:pt x="398" y="137"/>
                  </a:cubicBezTo>
                  <a:cubicBezTo>
                    <a:pt x="492" y="137"/>
                    <a:pt x="585" y="175"/>
                    <a:pt x="644" y="246"/>
                  </a:cubicBezTo>
                  <a:cubicBezTo>
                    <a:pt x="659" y="265"/>
                    <a:pt x="680" y="275"/>
                    <a:pt x="701" y="275"/>
                  </a:cubicBezTo>
                  <a:cubicBezTo>
                    <a:pt x="717" y="275"/>
                    <a:pt x="732" y="270"/>
                    <a:pt x="746" y="259"/>
                  </a:cubicBezTo>
                  <a:cubicBezTo>
                    <a:pt x="778" y="234"/>
                    <a:pt x="778" y="189"/>
                    <a:pt x="752" y="157"/>
                  </a:cubicBezTo>
                  <a:cubicBezTo>
                    <a:pt x="668" y="62"/>
                    <a:pt x="5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18;p40">
              <a:extLst>
                <a:ext uri="{FF2B5EF4-FFF2-40B4-BE49-F238E27FC236}">
                  <a16:creationId xmlns:a16="http://schemas.microsoft.com/office/drawing/2014/main" id="{AB2D34D8-700A-7C91-04BA-F08CC2B4EFC7}"/>
                </a:ext>
              </a:extLst>
            </p:cNvPr>
            <p:cNvSpPr/>
            <p:nvPr/>
          </p:nvSpPr>
          <p:spPr>
            <a:xfrm>
              <a:off x="1684336" y="2249229"/>
              <a:ext cx="38782" cy="19661"/>
            </a:xfrm>
            <a:custGeom>
              <a:avLst/>
              <a:gdLst/>
              <a:ahLst/>
              <a:cxnLst/>
              <a:rect l="l" t="t" r="r" b="b"/>
              <a:pathLst>
                <a:path w="683" h="346" extrusionOk="0">
                  <a:moveTo>
                    <a:pt x="419" y="0"/>
                  </a:moveTo>
                  <a:cubicBezTo>
                    <a:pt x="376" y="0"/>
                    <a:pt x="332" y="7"/>
                    <a:pt x="288" y="20"/>
                  </a:cubicBezTo>
                  <a:cubicBezTo>
                    <a:pt x="166" y="58"/>
                    <a:pt x="64" y="141"/>
                    <a:pt x="20" y="249"/>
                  </a:cubicBezTo>
                  <a:cubicBezTo>
                    <a:pt x="1" y="281"/>
                    <a:pt x="20" y="326"/>
                    <a:pt x="52" y="339"/>
                  </a:cubicBezTo>
                  <a:cubicBezTo>
                    <a:pt x="64" y="345"/>
                    <a:pt x="71" y="345"/>
                    <a:pt x="84" y="345"/>
                  </a:cubicBezTo>
                  <a:cubicBezTo>
                    <a:pt x="109" y="345"/>
                    <a:pt x="135" y="332"/>
                    <a:pt x="141" y="300"/>
                  </a:cubicBezTo>
                  <a:cubicBezTo>
                    <a:pt x="179" y="230"/>
                    <a:pt x="243" y="179"/>
                    <a:pt x="332" y="154"/>
                  </a:cubicBezTo>
                  <a:cubicBezTo>
                    <a:pt x="362" y="145"/>
                    <a:pt x="391" y="141"/>
                    <a:pt x="420" y="141"/>
                  </a:cubicBezTo>
                  <a:cubicBezTo>
                    <a:pt x="472" y="141"/>
                    <a:pt x="523" y="155"/>
                    <a:pt x="568" y="179"/>
                  </a:cubicBezTo>
                  <a:cubicBezTo>
                    <a:pt x="580" y="189"/>
                    <a:pt x="592" y="193"/>
                    <a:pt x="605" y="193"/>
                  </a:cubicBezTo>
                  <a:cubicBezTo>
                    <a:pt x="626" y="193"/>
                    <a:pt x="647" y="180"/>
                    <a:pt x="664" y="160"/>
                  </a:cubicBezTo>
                  <a:cubicBezTo>
                    <a:pt x="683" y="128"/>
                    <a:pt x="676" y="84"/>
                    <a:pt x="644" y="65"/>
                  </a:cubicBezTo>
                  <a:cubicBezTo>
                    <a:pt x="578" y="23"/>
                    <a:pt x="500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19;p40">
              <a:extLst>
                <a:ext uri="{FF2B5EF4-FFF2-40B4-BE49-F238E27FC236}">
                  <a16:creationId xmlns:a16="http://schemas.microsoft.com/office/drawing/2014/main" id="{90B4BA7D-8C77-34AE-04CD-A3DDF59A5837}"/>
                </a:ext>
              </a:extLst>
            </p:cNvPr>
            <p:cNvSpPr/>
            <p:nvPr/>
          </p:nvSpPr>
          <p:spPr>
            <a:xfrm>
              <a:off x="1625340" y="2335031"/>
              <a:ext cx="27596" cy="23638"/>
            </a:xfrm>
            <a:custGeom>
              <a:avLst/>
              <a:gdLst/>
              <a:ahLst/>
              <a:cxnLst/>
              <a:rect l="l" t="t" r="r" b="b"/>
              <a:pathLst>
                <a:path w="486" h="416" extrusionOk="0">
                  <a:moveTo>
                    <a:pt x="85" y="0"/>
                  </a:moveTo>
                  <a:cubicBezTo>
                    <a:pt x="51" y="0"/>
                    <a:pt x="19" y="24"/>
                    <a:pt x="14" y="59"/>
                  </a:cubicBezTo>
                  <a:cubicBezTo>
                    <a:pt x="1" y="167"/>
                    <a:pt x="46" y="282"/>
                    <a:pt x="128" y="346"/>
                  </a:cubicBezTo>
                  <a:cubicBezTo>
                    <a:pt x="186" y="396"/>
                    <a:pt x="256" y="416"/>
                    <a:pt x="326" y="416"/>
                  </a:cubicBezTo>
                  <a:cubicBezTo>
                    <a:pt x="364" y="416"/>
                    <a:pt x="396" y="416"/>
                    <a:pt x="428" y="403"/>
                  </a:cubicBezTo>
                  <a:cubicBezTo>
                    <a:pt x="466" y="390"/>
                    <a:pt x="485" y="346"/>
                    <a:pt x="473" y="314"/>
                  </a:cubicBezTo>
                  <a:cubicBezTo>
                    <a:pt x="462" y="283"/>
                    <a:pt x="436" y="265"/>
                    <a:pt x="407" y="265"/>
                  </a:cubicBezTo>
                  <a:cubicBezTo>
                    <a:pt x="399" y="265"/>
                    <a:pt x="391" y="266"/>
                    <a:pt x="383" y="269"/>
                  </a:cubicBezTo>
                  <a:cubicBezTo>
                    <a:pt x="365" y="275"/>
                    <a:pt x="346" y="278"/>
                    <a:pt x="327" y="278"/>
                  </a:cubicBezTo>
                  <a:cubicBezTo>
                    <a:pt x="287" y="278"/>
                    <a:pt x="248" y="265"/>
                    <a:pt x="218" y="244"/>
                  </a:cubicBezTo>
                  <a:cubicBezTo>
                    <a:pt x="173" y="205"/>
                    <a:pt x="147" y="142"/>
                    <a:pt x="154" y="84"/>
                  </a:cubicBezTo>
                  <a:cubicBezTo>
                    <a:pt x="160" y="46"/>
                    <a:pt x="135" y="8"/>
                    <a:pt x="96" y="1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20;p40">
            <a:extLst>
              <a:ext uri="{FF2B5EF4-FFF2-40B4-BE49-F238E27FC236}">
                <a16:creationId xmlns:a16="http://schemas.microsoft.com/office/drawing/2014/main" id="{6AF2D021-DA6A-BA7E-8B82-4010AE76782E}"/>
              </a:ext>
            </a:extLst>
          </p:cNvPr>
          <p:cNvGrpSpPr/>
          <p:nvPr/>
        </p:nvGrpSpPr>
        <p:grpSpPr>
          <a:xfrm>
            <a:off x="1101035" y="3541688"/>
            <a:ext cx="1384529" cy="1347562"/>
            <a:chOff x="1786875" y="2599084"/>
            <a:chExt cx="1712550" cy="1666825"/>
          </a:xfrm>
        </p:grpSpPr>
        <p:sp>
          <p:nvSpPr>
            <p:cNvPr id="58" name="Google Shape;1121;p40">
              <a:extLst>
                <a:ext uri="{FF2B5EF4-FFF2-40B4-BE49-F238E27FC236}">
                  <a16:creationId xmlns:a16="http://schemas.microsoft.com/office/drawing/2014/main" id="{880F593F-6AC0-2DBC-C47D-842B9A7CE4A3}"/>
                </a:ext>
              </a:extLst>
            </p:cNvPr>
            <p:cNvSpPr/>
            <p:nvPr/>
          </p:nvSpPr>
          <p:spPr>
            <a:xfrm>
              <a:off x="1887152" y="3201172"/>
              <a:ext cx="163988" cy="74097"/>
            </a:xfrm>
            <a:custGeom>
              <a:avLst/>
              <a:gdLst/>
              <a:ahLst/>
              <a:cxnLst/>
              <a:rect l="l" t="t" r="r" b="b"/>
              <a:pathLst>
                <a:path w="2888" h="1304" extrusionOk="0">
                  <a:moveTo>
                    <a:pt x="2806" y="0"/>
                  </a:moveTo>
                  <a:cubicBezTo>
                    <a:pt x="2799" y="0"/>
                    <a:pt x="2792" y="1"/>
                    <a:pt x="2785" y="3"/>
                  </a:cubicBezTo>
                  <a:cubicBezTo>
                    <a:pt x="1823" y="265"/>
                    <a:pt x="905" y="660"/>
                    <a:pt x="45" y="1176"/>
                  </a:cubicBezTo>
                  <a:cubicBezTo>
                    <a:pt x="13" y="1195"/>
                    <a:pt x="0" y="1240"/>
                    <a:pt x="26" y="1272"/>
                  </a:cubicBezTo>
                  <a:cubicBezTo>
                    <a:pt x="39" y="1291"/>
                    <a:pt x="58" y="1304"/>
                    <a:pt x="83" y="1304"/>
                  </a:cubicBezTo>
                  <a:cubicBezTo>
                    <a:pt x="96" y="1304"/>
                    <a:pt x="109" y="1304"/>
                    <a:pt x="121" y="1297"/>
                  </a:cubicBezTo>
                  <a:cubicBezTo>
                    <a:pt x="963" y="787"/>
                    <a:pt x="1874" y="399"/>
                    <a:pt x="2824" y="137"/>
                  </a:cubicBezTo>
                  <a:cubicBezTo>
                    <a:pt x="2862" y="125"/>
                    <a:pt x="2887" y="86"/>
                    <a:pt x="2875" y="48"/>
                  </a:cubicBezTo>
                  <a:cubicBezTo>
                    <a:pt x="2864" y="22"/>
                    <a:pt x="2837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22;p40">
              <a:extLst>
                <a:ext uri="{FF2B5EF4-FFF2-40B4-BE49-F238E27FC236}">
                  <a16:creationId xmlns:a16="http://schemas.microsoft.com/office/drawing/2014/main" id="{C65E8C50-81A7-3922-AA0A-EE67552D0F22}"/>
                </a:ext>
              </a:extLst>
            </p:cNvPr>
            <p:cNvSpPr/>
            <p:nvPr/>
          </p:nvSpPr>
          <p:spPr>
            <a:xfrm>
              <a:off x="2379680" y="3439314"/>
              <a:ext cx="337345" cy="711190"/>
            </a:xfrm>
            <a:custGeom>
              <a:avLst/>
              <a:gdLst/>
              <a:ahLst/>
              <a:cxnLst/>
              <a:rect l="l" t="t" r="r" b="b"/>
              <a:pathLst>
                <a:path w="5941" h="12516" extrusionOk="0">
                  <a:moveTo>
                    <a:pt x="2418" y="0"/>
                  </a:moveTo>
                  <a:cubicBezTo>
                    <a:pt x="2252" y="0"/>
                    <a:pt x="2084" y="11"/>
                    <a:pt x="1919" y="32"/>
                  </a:cubicBezTo>
                  <a:cubicBezTo>
                    <a:pt x="1428" y="573"/>
                    <a:pt x="931" y="1121"/>
                    <a:pt x="574" y="1765"/>
                  </a:cubicBezTo>
                  <a:cubicBezTo>
                    <a:pt x="211" y="2402"/>
                    <a:pt x="0" y="3148"/>
                    <a:pt x="122" y="3875"/>
                  </a:cubicBezTo>
                  <a:cubicBezTo>
                    <a:pt x="542" y="6322"/>
                    <a:pt x="1396" y="8693"/>
                    <a:pt x="1881" y="11128"/>
                  </a:cubicBezTo>
                  <a:cubicBezTo>
                    <a:pt x="1600" y="11561"/>
                    <a:pt x="1320" y="12001"/>
                    <a:pt x="1046" y="12434"/>
                  </a:cubicBezTo>
                  <a:cubicBezTo>
                    <a:pt x="1471" y="12474"/>
                    <a:pt x="1887" y="12516"/>
                    <a:pt x="2301" y="12516"/>
                  </a:cubicBezTo>
                  <a:cubicBezTo>
                    <a:pt x="2680" y="12516"/>
                    <a:pt x="3057" y="12481"/>
                    <a:pt x="3436" y="12377"/>
                  </a:cubicBezTo>
                  <a:cubicBezTo>
                    <a:pt x="4226" y="12160"/>
                    <a:pt x="4972" y="11663"/>
                    <a:pt x="5329" y="10930"/>
                  </a:cubicBezTo>
                  <a:cubicBezTo>
                    <a:pt x="5252" y="7750"/>
                    <a:pt x="4870" y="6348"/>
                    <a:pt x="4188" y="4162"/>
                  </a:cubicBezTo>
                  <a:cubicBezTo>
                    <a:pt x="4774" y="3652"/>
                    <a:pt x="5354" y="3135"/>
                    <a:pt x="5940" y="2632"/>
                  </a:cubicBezTo>
                  <a:cubicBezTo>
                    <a:pt x="5698" y="1791"/>
                    <a:pt x="5150" y="1064"/>
                    <a:pt x="4424" y="580"/>
                  </a:cubicBezTo>
                  <a:cubicBezTo>
                    <a:pt x="3831" y="188"/>
                    <a:pt x="3125" y="0"/>
                    <a:pt x="241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3;p40">
              <a:extLst>
                <a:ext uri="{FF2B5EF4-FFF2-40B4-BE49-F238E27FC236}">
                  <a16:creationId xmlns:a16="http://schemas.microsoft.com/office/drawing/2014/main" id="{0C2E3889-74F9-C747-C81E-88F4A03755BC}"/>
                </a:ext>
              </a:extLst>
            </p:cNvPr>
            <p:cNvSpPr/>
            <p:nvPr/>
          </p:nvSpPr>
          <p:spPr>
            <a:xfrm>
              <a:off x="2601528" y="3647284"/>
              <a:ext cx="26120" cy="37957"/>
            </a:xfrm>
            <a:custGeom>
              <a:avLst/>
              <a:gdLst/>
              <a:ahLst/>
              <a:cxnLst/>
              <a:rect l="l" t="t" r="r" b="b"/>
              <a:pathLst>
                <a:path w="460" h="668" extrusionOk="0">
                  <a:moveTo>
                    <a:pt x="76" y="0"/>
                  </a:moveTo>
                  <a:cubicBezTo>
                    <a:pt x="63" y="0"/>
                    <a:pt x="50" y="4"/>
                    <a:pt x="39" y="11"/>
                  </a:cubicBezTo>
                  <a:cubicBezTo>
                    <a:pt x="7" y="30"/>
                    <a:pt x="0" y="75"/>
                    <a:pt x="13" y="106"/>
                  </a:cubicBezTo>
                  <a:lnTo>
                    <a:pt x="325" y="629"/>
                  </a:lnTo>
                  <a:cubicBezTo>
                    <a:pt x="338" y="654"/>
                    <a:pt x="357" y="667"/>
                    <a:pt x="383" y="667"/>
                  </a:cubicBezTo>
                  <a:cubicBezTo>
                    <a:pt x="395" y="667"/>
                    <a:pt x="408" y="661"/>
                    <a:pt x="421" y="654"/>
                  </a:cubicBezTo>
                  <a:cubicBezTo>
                    <a:pt x="453" y="635"/>
                    <a:pt x="459" y="591"/>
                    <a:pt x="440" y="559"/>
                  </a:cubicBezTo>
                  <a:lnTo>
                    <a:pt x="134" y="36"/>
                  </a:lnTo>
                  <a:cubicBezTo>
                    <a:pt x="122" y="12"/>
                    <a:pt x="9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4;p40">
              <a:extLst>
                <a:ext uri="{FF2B5EF4-FFF2-40B4-BE49-F238E27FC236}">
                  <a16:creationId xmlns:a16="http://schemas.microsoft.com/office/drawing/2014/main" id="{3F3C6C37-A394-89F2-1F00-86AF2AC18DDB}"/>
                </a:ext>
              </a:extLst>
            </p:cNvPr>
            <p:cNvSpPr/>
            <p:nvPr/>
          </p:nvSpPr>
          <p:spPr>
            <a:xfrm>
              <a:off x="2411535" y="3651716"/>
              <a:ext cx="68082" cy="17217"/>
            </a:xfrm>
            <a:custGeom>
              <a:avLst/>
              <a:gdLst/>
              <a:ahLst/>
              <a:cxnLst/>
              <a:rect l="l" t="t" r="r" b="b"/>
              <a:pathLst>
                <a:path w="1199" h="303" extrusionOk="0">
                  <a:moveTo>
                    <a:pt x="82" y="0"/>
                  </a:moveTo>
                  <a:cubicBezTo>
                    <a:pt x="57" y="0"/>
                    <a:pt x="32" y="13"/>
                    <a:pt x="19" y="35"/>
                  </a:cubicBezTo>
                  <a:cubicBezTo>
                    <a:pt x="0" y="67"/>
                    <a:pt x="13" y="111"/>
                    <a:pt x="45" y="130"/>
                  </a:cubicBezTo>
                  <a:cubicBezTo>
                    <a:pt x="230" y="245"/>
                    <a:pt x="453" y="302"/>
                    <a:pt x="676" y="302"/>
                  </a:cubicBezTo>
                  <a:cubicBezTo>
                    <a:pt x="835" y="302"/>
                    <a:pt x="995" y="271"/>
                    <a:pt x="1141" y="207"/>
                  </a:cubicBezTo>
                  <a:cubicBezTo>
                    <a:pt x="1179" y="194"/>
                    <a:pt x="1198" y="149"/>
                    <a:pt x="1179" y="118"/>
                  </a:cubicBezTo>
                  <a:cubicBezTo>
                    <a:pt x="1170" y="89"/>
                    <a:pt x="1142" y="75"/>
                    <a:pt x="1116" y="75"/>
                  </a:cubicBezTo>
                  <a:cubicBezTo>
                    <a:pt x="1107" y="75"/>
                    <a:pt x="1098" y="76"/>
                    <a:pt x="1090" y="79"/>
                  </a:cubicBezTo>
                  <a:cubicBezTo>
                    <a:pt x="960" y="135"/>
                    <a:pt x="818" y="162"/>
                    <a:pt x="677" y="162"/>
                  </a:cubicBezTo>
                  <a:cubicBezTo>
                    <a:pt x="480" y="162"/>
                    <a:pt x="282" y="110"/>
                    <a:pt x="115" y="9"/>
                  </a:cubicBezTo>
                  <a:cubicBezTo>
                    <a:pt x="105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5;p40">
              <a:extLst>
                <a:ext uri="{FF2B5EF4-FFF2-40B4-BE49-F238E27FC236}">
                  <a16:creationId xmlns:a16="http://schemas.microsoft.com/office/drawing/2014/main" id="{2B765A67-F973-1C57-6733-C98A21693CB0}"/>
                </a:ext>
              </a:extLst>
            </p:cNvPr>
            <p:cNvSpPr/>
            <p:nvPr/>
          </p:nvSpPr>
          <p:spPr>
            <a:xfrm>
              <a:off x="2295018" y="4035948"/>
              <a:ext cx="402474" cy="229961"/>
            </a:xfrm>
            <a:custGeom>
              <a:avLst/>
              <a:gdLst/>
              <a:ahLst/>
              <a:cxnLst/>
              <a:rect l="l" t="t" r="r" b="b"/>
              <a:pathLst>
                <a:path w="7088" h="4047" extrusionOk="0">
                  <a:moveTo>
                    <a:pt x="3783" y="0"/>
                  </a:moveTo>
                  <a:cubicBezTo>
                    <a:pt x="3625" y="0"/>
                    <a:pt x="3472" y="109"/>
                    <a:pt x="3384" y="245"/>
                  </a:cubicBezTo>
                  <a:cubicBezTo>
                    <a:pt x="3282" y="405"/>
                    <a:pt x="3257" y="602"/>
                    <a:pt x="3231" y="793"/>
                  </a:cubicBezTo>
                  <a:cubicBezTo>
                    <a:pt x="2537" y="1934"/>
                    <a:pt x="1848" y="2508"/>
                    <a:pt x="931" y="2999"/>
                  </a:cubicBezTo>
                  <a:cubicBezTo>
                    <a:pt x="586" y="3183"/>
                    <a:pt x="128" y="3438"/>
                    <a:pt x="0" y="3802"/>
                  </a:cubicBezTo>
                  <a:cubicBezTo>
                    <a:pt x="465" y="3970"/>
                    <a:pt x="1082" y="4047"/>
                    <a:pt x="1772" y="4047"/>
                  </a:cubicBezTo>
                  <a:cubicBezTo>
                    <a:pt x="3429" y="4047"/>
                    <a:pt x="5504" y="3605"/>
                    <a:pt x="6890" y="2935"/>
                  </a:cubicBezTo>
                  <a:cubicBezTo>
                    <a:pt x="6947" y="2055"/>
                    <a:pt x="7030" y="1093"/>
                    <a:pt x="7087" y="213"/>
                  </a:cubicBezTo>
                  <a:lnTo>
                    <a:pt x="7087" y="213"/>
                  </a:lnTo>
                  <a:cubicBezTo>
                    <a:pt x="6271" y="519"/>
                    <a:pt x="5488" y="819"/>
                    <a:pt x="4672" y="1131"/>
                  </a:cubicBezTo>
                  <a:lnTo>
                    <a:pt x="4238" y="379"/>
                  </a:lnTo>
                  <a:cubicBezTo>
                    <a:pt x="4149" y="226"/>
                    <a:pt x="4034" y="54"/>
                    <a:pt x="3862" y="9"/>
                  </a:cubicBezTo>
                  <a:cubicBezTo>
                    <a:pt x="3836" y="3"/>
                    <a:pt x="3810" y="0"/>
                    <a:pt x="3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6;p40">
              <a:extLst>
                <a:ext uri="{FF2B5EF4-FFF2-40B4-BE49-F238E27FC236}">
                  <a16:creationId xmlns:a16="http://schemas.microsoft.com/office/drawing/2014/main" id="{F8F7C456-A26A-1198-D20A-66019371F30A}"/>
                </a:ext>
              </a:extLst>
            </p:cNvPr>
            <p:cNvSpPr/>
            <p:nvPr/>
          </p:nvSpPr>
          <p:spPr>
            <a:xfrm>
              <a:off x="2299334" y="4170276"/>
              <a:ext cx="393446" cy="86086"/>
            </a:xfrm>
            <a:custGeom>
              <a:avLst/>
              <a:gdLst/>
              <a:ahLst/>
              <a:cxnLst/>
              <a:rect l="l" t="t" r="r" b="b"/>
              <a:pathLst>
                <a:path w="6929" h="1515" extrusionOk="0">
                  <a:moveTo>
                    <a:pt x="6847" y="1"/>
                  </a:moveTo>
                  <a:cubicBezTo>
                    <a:pt x="6835" y="1"/>
                    <a:pt x="6824" y="4"/>
                    <a:pt x="6814" y="10"/>
                  </a:cubicBezTo>
                  <a:cubicBezTo>
                    <a:pt x="5341" y="904"/>
                    <a:pt x="3621" y="1374"/>
                    <a:pt x="1903" y="1374"/>
                  </a:cubicBezTo>
                  <a:cubicBezTo>
                    <a:pt x="1295" y="1374"/>
                    <a:pt x="687" y="1315"/>
                    <a:pt x="90" y="1195"/>
                  </a:cubicBezTo>
                  <a:cubicBezTo>
                    <a:pt x="86" y="1195"/>
                    <a:pt x="82" y="1194"/>
                    <a:pt x="78" y="1194"/>
                  </a:cubicBezTo>
                  <a:cubicBezTo>
                    <a:pt x="44" y="1194"/>
                    <a:pt x="13" y="1218"/>
                    <a:pt x="7" y="1253"/>
                  </a:cubicBezTo>
                  <a:cubicBezTo>
                    <a:pt x="1" y="1291"/>
                    <a:pt x="26" y="1323"/>
                    <a:pt x="58" y="1336"/>
                  </a:cubicBezTo>
                  <a:cubicBezTo>
                    <a:pt x="670" y="1457"/>
                    <a:pt x="1282" y="1514"/>
                    <a:pt x="1900" y="1514"/>
                  </a:cubicBezTo>
                  <a:cubicBezTo>
                    <a:pt x="3646" y="1514"/>
                    <a:pt x="5392" y="1036"/>
                    <a:pt x="6884" y="131"/>
                  </a:cubicBezTo>
                  <a:cubicBezTo>
                    <a:pt x="6916" y="112"/>
                    <a:pt x="6928" y="67"/>
                    <a:pt x="6909" y="35"/>
                  </a:cubicBezTo>
                  <a:cubicBezTo>
                    <a:pt x="6896" y="14"/>
                    <a:pt x="6872" y="1"/>
                    <a:pt x="6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27;p40">
              <a:extLst>
                <a:ext uri="{FF2B5EF4-FFF2-40B4-BE49-F238E27FC236}">
                  <a16:creationId xmlns:a16="http://schemas.microsoft.com/office/drawing/2014/main" id="{1448BBC1-8DC8-2143-EC62-3EE41A9E7BDA}"/>
                </a:ext>
              </a:extLst>
            </p:cNvPr>
            <p:cNvSpPr/>
            <p:nvPr/>
          </p:nvSpPr>
          <p:spPr>
            <a:xfrm>
              <a:off x="2355094" y="4092714"/>
              <a:ext cx="212480" cy="161092"/>
            </a:xfrm>
            <a:custGeom>
              <a:avLst/>
              <a:gdLst/>
              <a:ahLst/>
              <a:cxnLst/>
              <a:rect l="l" t="t" r="r" b="b"/>
              <a:pathLst>
                <a:path w="3742" h="2835" extrusionOk="0">
                  <a:moveTo>
                    <a:pt x="3661" y="1"/>
                  </a:moveTo>
                  <a:cubicBezTo>
                    <a:pt x="3639" y="1"/>
                    <a:pt x="3617" y="12"/>
                    <a:pt x="3601" y="37"/>
                  </a:cubicBezTo>
                  <a:cubicBezTo>
                    <a:pt x="3053" y="954"/>
                    <a:pt x="2409" y="1821"/>
                    <a:pt x="1689" y="2611"/>
                  </a:cubicBezTo>
                  <a:cubicBezTo>
                    <a:pt x="1625" y="2274"/>
                    <a:pt x="1453" y="2025"/>
                    <a:pt x="1173" y="1859"/>
                  </a:cubicBezTo>
                  <a:cubicBezTo>
                    <a:pt x="988" y="1751"/>
                    <a:pt x="776" y="1696"/>
                    <a:pt x="563" y="1696"/>
                  </a:cubicBezTo>
                  <a:cubicBezTo>
                    <a:pt x="388" y="1696"/>
                    <a:pt x="212" y="1733"/>
                    <a:pt x="51" y="1808"/>
                  </a:cubicBezTo>
                  <a:cubicBezTo>
                    <a:pt x="13" y="1821"/>
                    <a:pt x="0" y="1866"/>
                    <a:pt x="19" y="1898"/>
                  </a:cubicBezTo>
                  <a:cubicBezTo>
                    <a:pt x="29" y="1926"/>
                    <a:pt x="56" y="1941"/>
                    <a:pt x="83" y="1941"/>
                  </a:cubicBezTo>
                  <a:cubicBezTo>
                    <a:pt x="92" y="1941"/>
                    <a:pt x="100" y="1939"/>
                    <a:pt x="108" y="1936"/>
                  </a:cubicBezTo>
                  <a:cubicBezTo>
                    <a:pt x="249" y="1870"/>
                    <a:pt x="404" y="1837"/>
                    <a:pt x="559" y="1837"/>
                  </a:cubicBezTo>
                  <a:cubicBezTo>
                    <a:pt x="748" y="1837"/>
                    <a:pt x="938" y="1886"/>
                    <a:pt x="1103" y="1980"/>
                  </a:cubicBezTo>
                  <a:cubicBezTo>
                    <a:pt x="1389" y="2146"/>
                    <a:pt x="1536" y="2407"/>
                    <a:pt x="1568" y="2771"/>
                  </a:cubicBezTo>
                  <a:cubicBezTo>
                    <a:pt x="1574" y="2803"/>
                    <a:pt x="1587" y="2822"/>
                    <a:pt x="1619" y="2834"/>
                  </a:cubicBezTo>
                  <a:lnTo>
                    <a:pt x="1638" y="2834"/>
                  </a:lnTo>
                  <a:cubicBezTo>
                    <a:pt x="1657" y="2834"/>
                    <a:pt x="1676" y="2828"/>
                    <a:pt x="1689" y="2815"/>
                  </a:cubicBezTo>
                  <a:cubicBezTo>
                    <a:pt x="2460" y="1987"/>
                    <a:pt x="3142" y="1075"/>
                    <a:pt x="3722" y="107"/>
                  </a:cubicBezTo>
                  <a:cubicBezTo>
                    <a:pt x="3741" y="75"/>
                    <a:pt x="3728" y="30"/>
                    <a:pt x="3697" y="11"/>
                  </a:cubicBezTo>
                  <a:cubicBezTo>
                    <a:pt x="3685" y="4"/>
                    <a:pt x="3673" y="1"/>
                    <a:pt x="3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28;p40">
              <a:extLst>
                <a:ext uri="{FF2B5EF4-FFF2-40B4-BE49-F238E27FC236}">
                  <a16:creationId xmlns:a16="http://schemas.microsoft.com/office/drawing/2014/main" id="{4F081020-B511-250F-8822-27E11D3C04A8}"/>
                </a:ext>
              </a:extLst>
            </p:cNvPr>
            <p:cNvSpPr/>
            <p:nvPr/>
          </p:nvSpPr>
          <p:spPr>
            <a:xfrm>
              <a:off x="2455655" y="4110613"/>
              <a:ext cx="62688" cy="20797"/>
            </a:xfrm>
            <a:custGeom>
              <a:avLst/>
              <a:gdLst/>
              <a:ahLst/>
              <a:cxnLst/>
              <a:rect l="l" t="t" r="r" b="b"/>
              <a:pathLst>
                <a:path w="1104" h="366" extrusionOk="0">
                  <a:moveTo>
                    <a:pt x="82" y="1"/>
                  </a:moveTo>
                  <a:cubicBezTo>
                    <a:pt x="49" y="1"/>
                    <a:pt x="19" y="20"/>
                    <a:pt x="14" y="53"/>
                  </a:cubicBezTo>
                  <a:cubicBezTo>
                    <a:pt x="1" y="91"/>
                    <a:pt x="26" y="129"/>
                    <a:pt x="65" y="136"/>
                  </a:cubicBezTo>
                  <a:lnTo>
                    <a:pt x="1014" y="365"/>
                  </a:lnTo>
                  <a:lnTo>
                    <a:pt x="1027" y="365"/>
                  </a:lnTo>
                  <a:cubicBezTo>
                    <a:pt x="1059" y="365"/>
                    <a:pt x="1091" y="346"/>
                    <a:pt x="1097" y="314"/>
                  </a:cubicBezTo>
                  <a:cubicBezTo>
                    <a:pt x="1103" y="276"/>
                    <a:pt x="1078" y="238"/>
                    <a:pt x="1046" y="231"/>
                  </a:cubicBezTo>
                  <a:lnTo>
                    <a:pt x="96" y="2"/>
                  </a:lnTo>
                  <a:cubicBezTo>
                    <a:pt x="92" y="1"/>
                    <a:pt x="87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29;p40">
              <a:extLst>
                <a:ext uri="{FF2B5EF4-FFF2-40B4-BE49-F238E27FC236}">
                  <a16:creationId xmlns:a16="http://schemas.microsoft.com/office/drawing/2014/main" id="{D4C55790-3463-B46D-1442-5536ABD2E976}"/>
                </a:ext>
              </a:extLst>
            </p:cNvPr>
            <p:cNvSpPr/>
            <p:nvPr/>
          </p:nvSpPr>
          <p:spPr>
            <a:xfrm>
              <a:off x="2439017" y="4139137"/>
              <a:ext cx="51104" cy="16876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58" y="137"/>
                  </a:cubicBezTo>
                  <a:lnTo>
                    <a:pt x="810" y="297"/>
                  </a:lnTo>
                  <a:lnTo>
                    <a:pt x="823" y="297"/>
                  </a:lnTo>
                  <a:cubicBezTo>
                    <a:pt x="855" y="297"/>
                    <a:pt x="887" y="277"/>
                    <a:pt x="893" y="246"/>
                  </a:cubicBezTo>
                  <a:cubicBezTo>
                    <a:pt x="899" y="207"/>
                    <a:pt x="874" y="169"/>
                    <a:pt x="842" y="16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30;p40">
              <a:extLst>
                <a:ext uri="{FF2B5EF4-FFF2-40B4-BE49-F238E27FC236}">
                  <a16:creationId xmlns:a16="http://schemas.microsoft.com/office/drawing/2014/main" id="{6AABA430-F534-90A8-7C9C-12AD859506D5}"/>
                </a:ext>
              </a:extLst>
            </p:cNvPr>
            <p:cNvSpPr/>
            <p:nvPr/>
          </p:nvSpPr>
          <p:spPr>
            <a:xfrm>
              <a:off x="2410797" y="4163685"/>
              <a:ext cx="56158" cy="21649"/>
            </a:xfrm>
            <a:custGeom>
              <a:avLst/>
              <a:gdLst/>
              <a:ahLst/>
              <a:cxnLst/>
              <a:rect l="l" t="t" r="r" b="b"/>
              <a:pathLst>
                <a:path w="989" h="381" extrusionOk="0">
                  <a:moveTo>
                    <a:pt x="72" y="1"/>
                  </a:moveTo>
                  <a:cubicBezTo>
                    <a:pt x="43" y="1"/>
                    <a:pt x="17" y="19"/>
                    <a:pt x="7" y="49"/>
                  </a:cubicBezTo>
                  <a:cubicBezTo>
                    <a:pt x="1" y="88"/>
                    <a:pt x="20" y="126"/>
                    <a:pt x="58" y="132"/>
                  </a:cubicBezTo>
                  <a:lnTo>
                    <a:pt x="886" y="381"/>
                  </a:lnTo>
                  <a:lnTo>
                    <a:pt x="912" y="381"/>
                  </a:lnTo>
                  <a:cubicBezTo>
                    <a:pt x="937" y="381"/>
                    <a:pt x="969" y="362"/>
                    <a:pt x="976" y="330"/>
                  </a:cubicBezTo>
                  <a:cubicBezTo>
                    <a:pt x="988" y="298"/>
                    <a:pt x="963" y="260"/>
                    <a:pt x="931" y="247"/>
                  </a:cubicBezTo>
                  <a:lnTo>
                    <a:pt x="96" y="5"/>
                  </a:ln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31;p40">
              <a:extLst>
                <a:ext uri="{FF2B5EF4-FFF2-40B4-BE49-F238E27FC236}">
                  <a16:creationId xmlns:a16="http://schemas.microsoft.com/office/drawing/2014/main" id="{41574FBB-C5E7-F8B3-F293-B4283DD20126}"/>
                </a:ext>
              </a:extLst>
            </p:cNvPr>
            <p:cNvSpPr/>
            <p:nvPr/>
          </p:nvSpPr>
          <p:spPr>
            <a:xfrm>
              <a:off x="2880157" y="3562107"/>
              <a:ext cx="552664" cy="511459"/>
            </a:xfrm>
            <a:custGeom>
              <a:avLst/>
              <a:gdLst/>
              <a:ahLst/>
              <a:cxnLst/>
              <a:rect l="l" t="t" r="r" b="b"/>
              <a:pathLst>
                <a:path w="9733" h="9001" extrusionOk="0">
                  <a:moveTo>
                    <a:pt x="4174" y="0"/>
                  </a:moveTo>
                  <a:cubicBezTo>
                    <a:pt x="2694" y="0"/>
                    <a:pt x="1261" y="493"/>
                    <a:pt x="77" y="1389"/>
                  </a:cubicBezTo>
                  <a:cubicBezTo>
                    <a:pt x="1" y="2568"/>
                    <a:pt x="587" y="3709"/>
                    <a:pt x="1409" y="4556"/>
                  </a:cubicBezTo>
                  <a:cubicBezTo>
                    <a:pt x="2231" y="5410"/>
                    <a:pt x="3264" y="6009"/>
                    <a:pt x="4290" y="6602"/>
                  </a:cubicBezTo>
                  <a:cubicBezTo>
                    <a:pt x="4959" y="6997"/>
                    <a:pt x="5635" y="7386"/>
                    <a:pt x="6310" y="7775"/>
                  </a:cubicBezTo>
                  <a:cubicBezTo>
                    <a:pt x="6744" y="8030"/>
                    <a:pt x="6973" y="8546"/>
                    <a:pt x="7419" y="8782"/>
                  </a:cubicBezTo>
                  <a:cubicBezTo>
                    <a:pt x="7671" y="8921"/>
                    <a:pt x="7963" y="9001"/>
                    <a:pt x="8250" y="9001"/>
                  </a:cubicBezTo>
                  <a:cubicBezTo>
                    <a:pt x="8464" y="9001"/>
                    <a:pt x="8676" y="8956"/>
                    <a:pt x="8866" y="8858"/>
                  </a:cubicBezTo>
                  <a:cubicBezTo>
                    <a:pt x="9357" y="8603"/>
                    <a:pt x="9656" y="7998"/>
                    <a:pt x="9682" y="7450"/>
                  </a:cubicBezTo>
                  <a:cubicBezTo>
                    <a:pt x="9733" y="6073"/>
                    <a:pt x="9242" y="4684"/>
                    <a:pt x="8337" y="3645"/>
                  </a:cubicBezTo>
                  <a:cubicBezTo>
                    <a:pt x="7432" y="2606"/>
                    <a:pt x="6094" y="2007"/>
                    <a:pt x="4723" y="1879"/>
                  </a:cubicBezTo>
                  <a:cubicBezTo>
                    <a:pt x="4615" y="1268"/>
                    <a:pt x="4551" y="611"/>
                    <a:pt x="4443" y="6"/>
                  </a:cubicBezTo>
                  <a:cubicBezTo>
                    <a:pt x="4353" y="2"/>
                    <a:pt x="4263" y="0"/>
                    <a:pt x="417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32;p40">
              <a:extLst>
                <a:ext uri="{FF2B5EF4-FFF2-40B4-BE49-F238E27FC236}">
                  <a16:creationId xmlns:a16="http://schemas.microsoft.com/office/drawing/2014/main" id="{4CA93D6D-1818-F487-E0DB-039564852B7B}"/>
                </a:ext>
              </a:extLst>
            </p:cNvPr>
            <p:cNvSpPr/>
            <p:nvPr/>
          </p:nvSpPr>
          <p:spPr>
            <a:xfrm>
              <a:off x="3009734" y="3787635"/>
              <a:ext cx="54000" cy="42105"/>
            </a:xfrm>
            <a:custGeom>
              <a:avLst/>
              <a:gdLst/>
              <a:ahLst/>
              <a:cxnLst/>
              <a:rect l="l" t="t" r="r" b="b"/>
              <a:pathLst>
                <a:path w="951" h="741" extrusionOk="0">
                  <a:moveTo>
                    <a:pt x="870" y="0"/>
                  </a:moveTo>
                  <a:cubicBezTo>
                    <a:pt x="836" y="0"/>
                    <a:pt x="809" y="30"/>
                    <a:pt x="804" y="65"/>
                  </a:cubicBezTo>
                  <a:cubicBezTo>
                    <a:pt x="791" y="230"/>
                    <a:pt x="702" y="390"/>
                    <a:pt x="568" y="485"/>
                  </a:cubicBezTo>
                  <a:cubicBezTo>
                    <a:pt x="468" y="561"/>
                    <a:pt x="344" y="602"/>
                    <a:pt x="221" y="602"/>
                  </a:cubicBezTo>
                  <a:cubicBezTo>
                    <a:pt x="179" y="602"/>
                    <a:pt x="137" y="597"/>
                    <a:pt x="96" y="587"/>
                  </a:cubicBezTo>
                  <a:cubicBezTo>
                    <a:pt x="89" y="585"/>
                    <a:pt x="83" y="584"/>
                    <a:pt x="76" y="584"/>
                  </a:cubicBezTo>
                  <a:cubicBezTo>
                    <a:pt x="45" y="584"/>
                    <a:pt x="17" y="607"/>
                    <a:pt x="7" y="638"/>
                  </a:cubicBezTo>
                  <a:cubicBezTo>
                    <a:pt x="0" y="676"/>
                    <a:pt x="26" y="715"/>
                    <a:pt x="64" y="721"/>
                  </a:cubicBezTo>
                  <a:cubicBezTo>
                    <a:pt x="115" y="734"/>
                    <a:pt x="166" y="740"/>
                    <a:pt x="224" y="740"/>
                  </a:cubicBezTo>
                  <a:cubicBezTo>
                    <a:pt x="376" y="740"/>
                    <a:pt x="529" y="689"/>
                    <a:pt x="651" y="600"/>
                  </a:cubicBezTo>
                  <a:cubicBezTo>
                    <a:pt x="816" y="479"/>
                    <a:pt x="931" y="281"/>
                    <a:pt x="944" y="77"/>
                  </a:cubicBezTo>
                  <a:cubicBezTo>
                    <a:pt x="950" y="39"/>
                    <a:pt x="918" y="1"/>
                    <a:pt x="880" y="1"/>
                  </a:cubicBezTo>
                  <a:cubicBezTo>
                    <a:pt x="877" y="0"/>
                    <a:pt x="873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33;p40">
              <a:extLst>
                <a:ext uri="{FF2B5EF4-FFF2-40B4-BE49-F238E27FC236}">
                  <a16:creationId xmlns:a16="http://schemas.microsoft.com/office/drawing/2014/main" id="{EF85BE44-24F6-39B8-46BE-20CD372214AE}"/>
                </a:ext>
              </a:extLst>
            </p:cNvPr>
            <p:cNvSpPr/>
            <p:nvPr/>
          </p:nvSpPr>
          <p:spPr>
            <a:xfrm>
              <a:off x="3123355" y="3663365"/>
              <a:ext cx="29357" cy="14262"/>
            </a:xfrm>
            <a:custGeom>
              <a:avLst/>
              <a:gdLst/>
              <a:ahLst/>
              <a:cxnLst/>
              <a:rect l="l" t="t" r="r" b="b"/>
              <a:pathLst>
                <a:path w="517" h="251" extrusionOk="0">
                  <a:moveTo>
                    <a:pt x="434" y="1"/>
                  </a:moveTo>
                  <a:cubicBezTo>
                    <a:pt x="430" y="1"/>
                    <a:pt x="425" y="1"/>
                    <a:pt x="421" y="2"/>
                  </a:cubicBezTo>
                  <a:lnTo>
                    <a:pt x="58" y="117"/>
                  </a:lnTo>
                  <a:cubicBezTo>
                    <a:pt x="20" y="123"/>
                    <a:pt x="1" y="168"/>
                    <a:pt x="13" y="199"/>
                  </a:cubicBezTo>
                  <a:cubicBezTo>
                    <a:pt x="20" y="231"/>
                    <a:pt x="52" y="250"/>
                    <a:pt x="77" y="250"/>
                  </a:cubicBezTo>
                  <a:lnTo>
                    <a:pt x="96" y="250"/>
                  </a:lnTo>
                  <a:lnTo>
                    <a:pt x="460" y="136"/>
                  </a:lnTo>
                  <a:cubicBezTo>
                    <a:pt x="498" y="129"/>
                    <a:pt x="517" y="85"/>
                    <a:pt x="504" y="53"/>
                  </a:cubicBezTo>
                  <a:cubicBezTo>
                    <a:pt x="493" y="19"/>
                    <a:pt x="463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34;p40">
              <a:extLst>
                <a:ext uri="{FF2B5EF4-FFF2-40B4-BE49-F238E27FC236}">
                  <a16:creationId xmlns:a16="http://schemas.microsoft.com/office/drawing/2014/main" id="{8379C32F-FA87-7578-5D5B-B27499F42674}"/>
                </a:ext>
              </a:extLst>
            </p:cNvPr>
            <p:cNvSpPr/>
            <p:nvPr/>
          </p:nvSpPr>
          <p:spPr>
            <a:xfrm>
              <a:off x="3177639" y="3890483"/>
              <a:ext cx="321786" cy="372017"/>
            </a:xfrm>
            <a:custGeom>
              <a:avLst/>
              <a:gdLst/>
              <a:ahLst/>
              <a:cxnLst/>
              <a:rect l="l" t="t" r="r" b="b"/>
              <a:pathLst>
                <a:path w="5667" h="6547" extrusionOk="0">
                  <a:moveTo>
                    <a:pt x="4468" y="1"/>
                  </a:moveTo>
                  <a:cubicBezTo>
                    <a:pt x="3952" y="689"/>
                    <a:pt x="3423" y="1301"/>
                    <a:pt x="2907" y="1989"/>
                  </a:cubicBezTo>
                  <a:cubicBezTo>
                    <a:pt x="2590" y="1796"/>
                    <a:pt x="2241" y="1598"/>
                    <a:pt x="1883" y="1598"/>
                  </a:cubicBezTo>
                  <a:cubicBezTo>
                    <a:pt x="1817" y="1598"/>
                    <a:pt x="1750" y="1605"/>
                    <a:pt x="1683" y="1620"/>
                  </a:cubicBezTo>
                  <a:cubicBezTo>
                    <a:pt x="1549" y="1652"/>
                    <a:pt x="1422" y="1715"/>
                    <a:pt x="1339" y="1817"/>
                  </a:cubicBezTo>
                  <a:cubicBezTo>
                    <a:pt x="1218" y="1977"/>
                    <a:pt x="1212" y="2200"/>
                    <a:pt x="1282" y="2385"/>
                  </a:cubicBezTo>
                  <a:cubicBezTo>
                    <a:pt x="1345" y="2576"/>
                    <a:pt x="1473" y="2735"/>
                    <a:pt x="1600" y="2888"/>
                  </a:cubicBezTo>
                  <a:cubicBezTo>
                    <a:pt x="1562" y="4086"/>
                    <a:pt x="1084" y="5208"/>
                    <a:pt x="262" y="6081"/>
                  </a:cubicBezTo>
                  <a:cubicBezTo>
                    <a:pt x="147" y="6202"/>
                    <a:pt x="1" y="6317"/>
                    <a:pt x="7" y="6489"/>
                  </a:cubicBezTo>
                  <a:cubicBezTo>
                    <a:pt x="906" y="6502"/>
                    <a:pt x="1830" y="6534"/>
                    <a:pt x="2722" y="6546"/>
                  </a:cubicBezTo>
                  <a:cubicBezTo>
                    <a:pt x="3767" y="5361"/>
                    <a:pt x="4628" y="4067"/>
                    <a:pt x="5667" y="2882"/>
                  </a:cubicBezTo>
                  <a:cubicBezTo>
                    <a:pt x="5278" y="1926"/>
                    <a:pt x="4857" y="963"/>
                    <a:pt x="4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35;p40">
              <a:extLst>
                <a:ext uri="{FF2B5EF4-FFF2-40B4-BE49-F238E27FC236}">
                  <a16:creationId xmlns:a16="http://schemas.microsoft.com/office/drawing/2014/main" id="{A434B1B2-A9ED-089D-7873-700469D50462}"/>
                </a:ext>
              </a:extLst>
            </p:cNvPr>
            <p:cNvSpPr/>
            <p:nvPr/>
          </p:nvSpPr>
          <p:spPr>
            <a:xfrm>
              <a:off x="3191380" y="3996911"/>
              <a:ext cx="287774" cy="255815"/>
            </a:xfrm>
            <a:custGeom>
              <a:avLst/>
              <a:gdLst/>
              <a:ahLst/>
              <a:cxnLst/>
              <a:rect l="l" t="t" r="r" b="b"/>
              <a:pathLst>
                <a:path w="5068" h="4502" extrusionOk="0">
                  <a:moveTo>
                    <a:pt x="4999" y="1"/>
                  </a:moveTo>
                  <a:cubicBezTo>
                    <a:pt x="4965" y="1"/>
                    <a:pt x="4933" y="25"/>
                    <a:pt x="4928" y="59"/>
                  </a:cubicBezTo>
                  <a:cubicBezTo>
                    <a:pt x="4813" y="677"/>
                    <a:pt x="4494" y="1194"/>
                    <a:pt x="4156" y="1742"/>
                  </a:cubicBezTo>
                  <a:cubicBezTo>
                    <a:pt x="3952" y="2073"/>
                    <a:pt x="3742" y="2417"/>
                    <a:pt x="3576" y="2787"/>
                  </a:cubicBezTo>
                  <a:cubicBezTo>
                    <a:pt x="3213" y="3615"/>
                    <a:pt x="2404" y="4221"/>
                    <a:pt x="1505" y="4336"/>
                  </a:cubicBezTo>
                  <a:cubicBezTo>
                    <a:pt x="1375" y="4353"/>
                    <a:pt x="1243" y="4361"/>
                    <a:pt x="1112" y="4361"/>
                  </a:cubicBezTo>
                  <a:cubicBezTo>
                    <a:pt x="767" y="4361"/>
                    <a:pt x="420" y="4310"/>
                    <a:pt x="84" y="4259"/>
                  </a:cubicBezTo>
                  <a:cubicBezTo>
                    <a:pt x="80" y="4258"/>
                    <a:pt x="76" y="4258"/>
                    <a:pt x="72" y="4258"/>
                  </a:cubicBezTo>
                  <a:cubicBezTo>
                    <a:pt x="39" y="4258"/>
                    <a:pt x="13" y="4282"/>
                    <a:pt x="7" y="4316"/>
                  </a:cubicBezTo>
                  <a:cubicBezTo>
                    <a:pt x="1" y="4355"/>
                    <a:pt x="26" y="4393"/>
                    <a:pt x="65" y="4399"/>
                  </a:cubicBezTo>
                  <a:cubicBezTo>
                    <a:pt x="409" y="4450"/>
                    <a:pt x="766" y="4501"/>
                    <a:pt x="1123" y="4501"/>
                  </a:cubicBezTo>
                  <a:cubicBezTo>
                    <a:pt x="1256" y="4501"/>
                    <a:pt x="1390" y="4495"/>
                    <a:pt x="1524" y="4476"/>
                  </a:cubicBezTo>
                  <a:cubicBezTo>
                    <a:pt x="2467" y="4355"/>
                    <a:pt x="3321" y="3717"/>
                    <a:pt x="3704" y="2844"/>
                  </a:cubicBezTo>
                  <a:cubicBezTo>
                    <a:pt x="3863" y="2481"/>
                    <a:pt x="4073" y="2143"/>
                    <a:pt x="4277" y="1812"/>
                  </a:cubicBezTo>
                  <a:cubicBezTo>
                    <a:pt x="4602" y="1283"/>
                    <a:pt x="4947" y="728"/>
                    <a:pt x="5061" y="85"/>
                  </a:cubicBezTo>
                  <a:cubicBezTo>
                    <a:pt x="5068" y="46"/>
                    <a:pt x="5042" y="8"/>
                    <a:pt x="5010" y="2"/>
                  </a:cubicBezTo>
                  <a:cubicBezTo>
                    <a:pt x="5006" y="1"/>
                    <a:pt x="500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36;p40">
              <a:extLst>
                <a:ext uri="{FF2B5EF4-FFF2-40B4-BE49-F238E27FC236}">
                  <a16:creationId xmlns:a16="http://schemas.microsoft.com/office/drawing/2014/main" id="{6B242855-ABCA-58F9-CC31-106A6649518B}"/>
                </a:ext>
              </a:extLst>
            </p:cNvPr>
            <p:cNvSpPr/>
            <p:nvPr/>
          </p:nvSpPr>
          <p:spPr>
            <a:xfrm>
              <a:off x="3217443" y="3996968"/>
              <a:ext cx="132190" cy="234734"/>
            </a:xfrm>
            <a:custGeom>
              <a:avLst/>
              <a:gdLst/>
              <a:ahLst/>
              <a:cxnLst/>
              <a:rect l="l" t="t" r="r" b="b"/>
              <a:pathLst>
                <a:path w="2328" h="4131" extrusionOk="0">
                  <a:moveTo>
                    <a:pt x="2219" y="1"/>
                  </a:moveTo>
                  <a:cubicBezTo>
                    <a:pt x="2180" y="1"/>
                    <a:pt x="2149" y="33"/>
                    <a:pt x="2155" y="71"/>
                  </a:cubicBezTo>
                  <a:cubicBezTo>
                    <a:pt x="2187" y="1352"/>
                    <a:pt x="2098" y="2633"/>
                    <a:pt x="1887" y="3895"/>
                  </a:cubicBezTo>
                  <a:cubicBezTo>
                    <a:pt x="1568" y="3540"/>
                    <a:pt x="1090" y="3334"/>
                    <a:pt x="613" y="3334"/>
                  </a:cubicBezTo>
                  <a:cubicBezTo>
                    <a:pt x="422" y="3334"/>
                    <a:pt x="232" y="3367"/>
                    <a:pt x="52" y="3436"/>
                  </a:cubicBezTo>
                  <a:cubicBezTo>
                    <a:pt x="20" y="3449"/>
                    <a:pt x="1" y="3487"/>
                    <a:pt x="14" y="3525"/>
                  </a:cubicBezTo>
                  <a:cubicBezTo>
                    <a:pt x="24" y="3550"/>
                    <a:pt x="53" y="3567"/>
                    <a:pt x="81" y="3567"/>
                  </a:cubicBezTo>
                  <a:cubicBezTo>
                    <a:pt x="89" y="3567"/>
                    <a:pt x="96" y="3566"/>
                    <a:pt x="103" y="3563"/>
                  </a:cubicBezTo>
                  <a:cubicBezTo>
                    <a:pt x="267" y="3501"/>
                    <a:pt x="440" y="3472"/>
                    <a:pt x="613" y="3472"/>
                  </a:cubicBezTo>
                  <a:cubicBezTo>
                    <a:pt x="1100" y="3472"/>
                    <a:pt x="1588" y="3704"/>
                    <a:pt x="1875" y="4099"/>
                  </a:cubicBezTo>
                  <a:cubicBezTo>
                    <a:pt x="1887" y="4118"/>
                    <a:pt x="1906" y="4131"/>
                    <a:pt x="1932" y="4131"/>
                  </a:cubicBezTo>
                  <a:lnTo>
                    <a:pt x="1945" y="4131"/>
                  </a:lnTo>
                  <a:cubicBezTo>
                    <a:pt x="1970" y="4124"/>
                    <a:pt x="1996" y="4099"/>
                    <a:pt x="1996" y="4073"/>
                  </a:cubicBezTo>
                  <a:cubicBezTo>
                    <a:pt x="2231" y="2754"/>
                    <a:pt x="2327" y="1409"/>
                    <a:pt x="2289" y="71"/>
                  </a:cubicBezTo>
                  <a:cubicBezTo>
                    <a:pt x="2289" y="33"/>
                    <a:pt x="2257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37;p40">
              <a:extLst>
                <a:ext uri="{FF2B5EF4-FFF2-40B4-BE49-F238E27FC236}">
                  <a16:creationId xmlns:a16="http://schemas.microsoft.com/office/drawing/2014/main" id="{ECD68360-495A-1CD9-99B1-69DAD0B3FF71}"/>
                </a:ext>
              </a:extLst>
            </p:cNvPr>
            <p:cNvSpPr/>
            <p:nvPr/>
          </p:nvSpPr>
          <p:spPr>
            <a:xfrm>
              <a:off x="3257645" y="4132432"/>
              <a:ext cx="64448" cy="8012"/>
            </a:xfrm>
            <a:custGeom>
              <a:avLst/>
              <a:gdLst/>
              <a:ahLst/>
              <a:cxnLst/>
              <a:rect l="l" t="t" r="r" b="b"/>
              <a:pathLst>
                <a:path w="1135" h="1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65" y="141"/>
                  </a:lnTo>
                  <a:cubicBezTo>
                    <a:pt x="1103" y="141"/>
                    <a:pt x="1135" y="109"/>
                    <a:pt x="1135" y="70"/>
                  </a:cubicBezTo>
                  <a:cubicBezTo>
                    <a:pt x="1135" y="32"/>
                    <a:pt x="1103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38;p40">
              <a:extLst>
                <a:ext uri="{FF2B5EF4-FFF2-40B4-BE49-F238E27FC236}">
                  <a16:creationId xmlns:a16="http://schemas.microsoft.com/office/drawing/2014/main" id="{A8192E2A-197B-7BC5-A91D-3F430D46015C}"/>
                </a:ext>
              </a:extLst>
            </p:cNvPr>
            <p:cNvSpPr/>
            <p:nvPr/>
          </p:nvSpPr>
          <p:spPr>
            <a:xfrm>
              <a:off x="3257247" y="4099760"/>
              <a:ext cx="66663" cy="12444"/>
            </a:xfrm>
            <a:custGeom>
              <a:avLst/>
              <a:gdLst/>
              <a:ahLst/>
              <a:cxnLst/>
              <a:rect l="l" t="t" r="r" b="b"/>
              <a:pathLst>
                <a:path w="1174" h="219" extrusionOk="0">
                  <a:moveTo>
                    <a:pt x="68" y="1"/>
                  </a:moveTo>
                  <a:cubicBezTo>
                    <a:pt x="34" y="1"/>
                    <a:pt x="7" y="31"/>
                    <a:pt x="1" y="65"/>
                  </a:cubicBezTo>
                  <a:cubicBezTo>
                    <a:pt x="1" y="104"/>
                    <a:pt x="26" y="136"/>
                    <a:pt x="65" y="136"/>
                  </a:cubicBezTo>
                  <a:lnTo>
                    <a:pt x="1097" y="218"/>
                  </a:lnTo>
                  <a:cubicBezTo>
                    <a:pt x="1135" y="218"/>
                    <a:pt x="1167" y="187"/>
                    <a:pt x="1167" y="155"/>
                  </a:cubicBezTo>
                  <a:cubicBezTo>
                    <a:pt x="1174" y="116"/>
                    <a:pt x="1142" y="78"/>
                    <a:pt x="1103" y="78"/>
                  </a:cubicBezTo>
                  <a:lnTo>
                    <a:pt x="77" y="2"/>
                  </a:lnTo>
                  <a:cubicBezTo>
                    <a:pt x="74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39;p40">
              <a:extLst>
                <a:ext uri="{FF2B5EF4-FFF2-40B4-BE49-F238E27FC236}">
                  <a16:creationId xmlns:a16="http://schemas.microsoft.com/office/drawing/2014/main" id="{4B3AC44C-8855-057A-5257-21EFC6CEF6A7}"/>
                </a:ext>
              </a:extLst>
            </p:cNvPr>
            <p:cNvSpPr/>
            <p:nvPr/>
          </p:nvSpPr>
          <p:spPr>
            <a:xfrm>
              <a:off x="2436122" y="3179239"/>
              <a:ext cx="744475" cy="516517"/>
            </a:xfrm>
            <a:custGeom>
              <a:avLst/>
              <a:gdLst/>
              <a:ahLst/>
              <a:cxnLst/>
              <a:rect l="l" t="t" r="r" b="b"/>
              <a:pathLst>
                <a:path w="13111" h="9090" extrusionOk="0">
                  <a:moveTo>
                    <a:pt x="10644" y="1"/>
                  </a:moveTo>
                  <a:lnTo>
                    <a:pt x="2799" y="2588"/>
                  </a:lnTo>
                  <a:cubicBezTo>
                    <a:pt x="1760" y="3359"/>
                    <a:pt x="823" y="4264"/>
                    <a:pt x="1" y="5271"/>
                  </a:cubicBezTo>
                  <a:cubicBezTo>
                    <a:pt x="334" y="5123"/>
                    <a:pt x="691" y="5057"/>
                    <a:pt x="1051" y="5057"/>
                  </a:cubicBezTo>
                  <a:cubicBezTo>
                    <a:pt x="1793" y="5057"/>
                    <a:pt x="2551" y="5340"/>
                    <a:pt x="3155" y="5781"/>
                  </a:cubicBezTo>
                  <a:cubicBezTo>
                    <a:pt x="4054" y="6438"/>
                    <a:pt x="4634" y="7477"/>
                    <a:pt x="4902" y="8554"/>
                  </a:cubicBezTo>
                  <a:cubicBezTo>
                    <a:pt x="5501" y="7986"/>
                    <a:pt x="6043" y="7413"/>
                    <a:pt x="6642" y="6846"/>
                  </a:cubicBezTo>
                  <a:cubicBezTo>
                    <a:pt x="6763" y="6878"/>
                    <a:pt x="6929" y="6858"/>
                    <a:pt x="7056" y="6890"/>
                  </a:cubicBezTo>
                  <a:cubicBezTo>
                    <a:pt x="7228" y="7617"/>
                    <a:pt x="7400" y="8363"/>
                    <a:pt x="7579" y="9089"/>
                  </a:cubicBezTo>
                  <a:cubicBezTo>
                    <a:pt x="9204" y="7980"/>
                    <a:pt x="11141" y="7292"/>
                    <a:pt x="13111" y="7247"/>
                  </a:cubicBezTo>
                  <a:cubicBezTo>
                    <a:pt x="12939" y="4691"/>
                    <a:pt x="12072" y="2129"/>
                    <a:pt x="10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40;p40">
              <a:extLst>
                <a:ext uri="{FF2B5EF4-FFF2-40B4-BE49-F238E27FC236}">
                  <a16:creationId xmlns:a16="http://schemas.microsoft.com/office/drawing/2014/main" id="{BE62F851-CEC8-5745-26E5-421495C1F40F}"/>
                </a:ext>
              </a:extLst>
            </p:cNvPr>
            <p:cNvSpPr/>
            <p:nvPr/>
          </p:nvSpPr>
          <p:spPr>
            <a:xfrm>
              <a:off x="2462923" y="3418063"/>
              <a:ext cx="279427" cy="219335"/>
            </a:xfrm>
            <a:custGeom>
              <a:avLst/>
              <a:gdLst/>
              <a:ahLst/>
              <a:cxnLst/>
              <a:rect l="l" t="t" r="r" b="b"/>
              <a:pathLst>
                <a:path w="4921" h="3860" extrusionOk="0">
                  <a:moveTo>
                    <a:pt x="956" y="0"/>
                  </a:moveTo>
                  <a:cubicBezTo>
                    <a:pt x="654" y="0"/>
                    <a:pt x="350" y="52"/>
                    <a:pt x="58" y="170"/>
                  </a:cubicBezTo>
                  <a:cubicBezTo>
                    <a:pt x="19" y="183"/>
                    <a:pt x="0" y="227"/>
                    <a:pt x="19" y="259"/>
                  </a:cubicBezTo>
                  <a:cubicBezTo>
                    <a:pt x="29" y="287"/>
                    <a:pt x="52" y="305"/>
                    <a:pt x="78" y="305"/>
                  </a:cubicBezTo>
                  <a:cubicBezTo>
                    <a:pt x="88" y="305"/>
                    <a:pt x="98" y="302"/>
                    <a:pt x="109" y="297"/>
                  </a:cubicBezTo>
                  <a:cubicBezTo>
                    <a:pt x="385" y="188"/>
                    <a:pt x="671" y="139"/>
                    <a:pt x="955" y="139"/>
                  </a:cubicBezTo>
                  <a:cubicBezTo>
                    <a:pt x="1762" y="139"/>
                    <a:pt x="2561" y="529"/>
                    <a:pt x="3098" y="1024"/>
                  </a:cubicBezTo>
                  <a:cubicBezTo>
                    <a:pt x="3933" y="1782"/>
                    <a:pt x="4411" y="2859"/>
                    <a:pt x="4774" y="3815"/>
                  </a:cubicBezTo>
                  <a:cubicBezTo>
                    <a:pt x="4787" y="3841"/>
                    <a:pt x="4812" y="3860"/>
                    <a:pt x="4844" y="3860"/>
                  </a:cubicBezTo>
                  <a:cubicBezTo>
                    <a:pt x="4850" y="3860"/>
                    <a:pt x="4857" y="3860"/>
                    <a:pt x="4870" y="3854"/>
                  </a:cubicBezTo>
                  <a:cubicBezTo>
                    <a:pt x="4901" y="3841"/>
                    <a:pt x="4921" y="3803"/>
                    <a:pt x="4908" y="3764"/>
                  </a:cubicBezTo>
                  <a:cubicBezTo>
                    <a:pt x="4538" y="2796"/>
                    <a:pt x="4047" y="1699"/>
                    <a:pt x="3193" y="922"/>
                  </a:cubicBezTo>
                  <a:cubicBezTo>
                    <a:pt x="2635" y="406"/>
                    <a:pt x="180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41;p40">
              <a:extLst>
                <a:ext uri="{FF2B5EF4-FFF2-40B4-BE49-F238E27FC236}">
                  <a16:creationId xmlns:a16="http://schemas.microsoft.com/office/drawing/2014/main" id="{6F5F36B4-8EE2-FF4E-4B88-4CE9388E74AE}"/>
                </a:ext>
              </a:extLst>
            </p:cNvPr>
            <p:cNvSpPr/>
            <p:nvPr/>
          </p:nvSpPr>
          <p:spPr>
            <a:xfrm>
              <a:off x="2855230" y="3526196"/>
              <a:ext cx="318834" cy="128589"/>
            </a:xfrm>
            <a:custGeom>
              <a:avLst/>
              <a:gdLst/>
              <a:ahLst/>
              <a:cxnLst/>
              <a:rect l="l" t="t" r="r" b="b"/>
              <a:pathLst>
                <a:path w="5615" h="2263" extrusionOk="0">
                  <a:moveTo>
                    <a:pt x="5545" y="0"/>
                  </a:moveTo>
                  <a:cubicBezTo>
                    <a:pt x="3544" y="39"/>
                    <a:pt x="1536" y="816"/>
                    <a:pt x="32" y="2142"/>
                  </a:cubicBezTo>
                  <a:cubicBezTo>
                    <a:pt x="6" y="2167"/>
                    <a:pt x="0" y="2212"/>
                    <a:pt x="26" y="2237"/>
                  </a:cubicBezTo>
                  <a:cubicBezTo>
                    <a:pt x="38" y="2257"/>
                    <a:pt x="57" y="2263"/>
                    <a:pt x="77" y="2263"/>
                  </a:cubicBezTo>
                  <a:cubicBezTo>
                    <a:pt x="96" y="2263"/>
                    <a:pt x="108" y="2257"/>
                    <a:pt x="121" y="2244"/>
                  </a:cubicBezTo>
                  <a:cubicBezTo>
                    <a:pt x="1600" y="944"/>
                    <a:pt x="3582" y="179"/>
                    <a:pt x="5551" y="141"/>
                  </a:cubicBezTo>
                  <a:cubicBezTo>
                    <a:pt x="5589" y="141"/>
                    <a:pt x="5615" y="109"/>
                    <a:pt x="5615" y="70"/>
                  </a:cubicBezTo>
                  <a:cubicBezTo>
                    <a:pt x="5615" y="32"/>
                    <a:pt x="5583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42;p40">
              <a:extLst>
                <a:ext uri="{FF2B5EF4-FFF2-40B4-BE49-F238E27FC236}">
                  <a16:creationId xmlns:a16="http://schemas.microsoft.com/office/drawing/2014/main" id="{4D41FEDC-A4D0-DD7C-2D21-B77C75945437}"/>
                </a:ext>
              </a:extLst>
            </p:cNvPr>
            <p:cNvSpPr/>
            <p:nvPr/>
          </p:nvSpPr>
          <p:spPr>
            <a:xfrm>
              <a:off x="2973564" y="3282542"/>
              <a:ext cx="161433" cy="62277"/>
            </a:xfrm>
            <a:custGeom>
              <a:avLst/>
              <a:gdLst/>
              <a:ahLst/>
              <a:cxnLst/>
              <a:rect l="l" t="t" r="r" b="b"/>
              <a:pathLst>
                <a:path w="2843" h="1096" extrusionOk="0">
                  <a:moveTo>
                    <a:pt x="74" y="1"/>
                  </a:moveTo>
                  <a:cubicBezTo>
                    <a:pt x="56" y="1"/>
                    <a:pt x="38" y="9"/>
                    <a:pt x="26" y="25"/>
                  </a:cubicBezTo>
                  <a:cubicBezTo>
                    <a:pt x="0" y="50"/>
                    <a:pt x="0" y="95"/>
                    <a:pt x="26" y="120"/>
                  </a:cubicBezTo>
                  <a:cubicBezTo>
                    <a:pt x="637" y="738"/>
                    <a:pt x="1517" y="1095"/>
                    <a:pt x="2390" y="1095"/>
                  </a:cubicBezTo>
                  <a:cubicBezTo>
                    <a:pt x="2524" y="1095"/>
                    <a:pt x="2651" y="1089"/>
                    <a:pt x="2773" y="1076"/>
                  </a:cubicBezTo>
                  <a:cubicBezTo>
                    <a:pt x="2811" y="1070"/>
                    <a:pt x="2843" y="1038"/>
                    <a:pt x="2836" y="1000"/>
                  </a:cubicBezTo>
                  <a:cubicBezTo>
                    <a:pt x="2830" y="965"/>
                    <a:pt x="2803" y="935"/>
                    <a:pt x="2770" y="935"/>
                  </a:cubicBezTo>
                  <a:cubicBezTo>
                    <a:pt x="2766" y="935"/>
                    <a:pt x="2763" y="935"/>
                    <a:pt x="2760" y="936"/>
                  </a:cubicBezTo>
                  <a:cubicBezTo>
                    <a:pt x="2635" y="952"/>
                    <a:pt x="2510" y="960"/>
                    <a:pt x="2384" y="960"/>
                  </a:cubicBezTo>
                  <a:cubicBezTo>
                    <a:pt x="1551" y="960"/>
                    <a:pt x="709" y="617"/>
                    <a:pt x="128" y="25"/>
                  </a:cubicBezTo>
                  <a:cubicBezTo>
                    <a:pt x="112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43;p40">
              <a:extLst>
                <a:ext uri="{FF2B5EF4-FFF2-40B4-BE49-F238E27FC236}">
                  <a16:creationId xmlns:a16="http://schemas.microsoft.com/office/drawing/2014/main" id="{4B89F95F-947B-FA6D-F153-BC1BDDE94DF8}"/>
                </a:ext>
              </a:extLst>
            </p:cNvPr>
            <p:cNvSpPr/>
            <p:nvPr/>
          </p:nvSpPr>
          <p:spPr>
            <a:xfrm>
              <a:off x="3086447" y="3339250"/>
              <a:ext cx="46391" cy="195697"/>
            </a:xfrm>
            <a:custGeom>
              <a:avLst/>
              <a:gdLst/>
              <a:ahLst/>
              <a:cxnLst/>
              <a:rect l="l" t="t" r="r" b="b"/>
              <a:pathLst>
                <a:path w="817" h="3444" extrusionOk="0">
                  <a:moveTo>
                    <a:pt x="72" y="0"/>
                  </a:moveTo>
                  <a:cubicBezTo>
                    <a:pt x="68" y="0"/>
                    <a:pt x="63" y="1"/>
                    <a:pt x="58" y="2"/>
                  </a:cubicBezTo>
                  <a:cubicBezTo>
                    <a:pt x="26" y="8"/>
                    <a:pt x="1" y="46"/>
                    <a:pt x="7" y="85"/>
                  </a:cubicBezTo>
                  <a:lnTo>
                    <a:pt x="670" y="3386"/>
                  </a:lnTo>
                  <a:cubicBezTo>
                    <a:pt x="676" y="3418"/>
                    <a:pt x="708" y="3443"/>
                    <a:pt x="740" y="3443"/>
                  </a:cubicBezTo>
                  <a:cubicBezTo>
                    <a:pt x="746" y="3443"/>
                    <a:pt x="746" y="3437"/>
                    <a:pt x="753" y="3437"/>
                  </a:cubicBezTo>
                  <a:cubicBezTo>
                    <a:pt x="791" y="3431"/>
                    <a:pt x="816" y="3392"/>
                    <a:pt x="810" y="3354"/>
                  </a:cubicBezTo>
                  <a:lnTo>
                    <a:pt x="141" y="53"/>
                  </a:ln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44;p40">
              <a:extLst>
                <a:ext uri="{FF2B5EF4-FFF2-40B4-BE49-F238E27FC236}">
                  <a16:creationId xmlns:a16="http://schemas.microsoft.com/office/drawing/2014/main" id="{2E4505EE-3ECD-B0C9-A23A-9CD84A9E7844}"/>
                </a:ext>
              </a:extLst>
            </p:cNvPr>
            <p:cNvSpPr/>
            <p:nvPr/>
          </p:nvSpPr>
          <p:spPr>
            <a:xfrm>
              <a:off x="2711515" y="3535003"/>
              <a:ext cx="84776" cy="53527"/>
            </a:xfrm>
            <a:custGeom>
              <a:avLst/>
              <a:gdLst/>
              <a:ahLst/>
              <a:cxnLst/>
              <a:rect l="l" t="t" r="r" b="b"/>
              <a:pathLst>
                <a:path w="1493" h="942" extrusionOk="0">
                  <a:moveTo>
                    <a:pt x="1411" y="1"/>
                  </a:moveTo>
                  <a:cubicBezTo>
                    <a:pt x="1399" y="1"/>
                    <a:pt x="1385" y="4"/>
                    <a:pt x="1371" y="11"/>
                  </a:cubicBezTo>
                  <a:lnTo>
                    <a:pt x="39" y="814"/>
                  </a:lnTo>
                  <a:cubicBezTo>
                    <a:pt x="7" y="833"/>
                    <a:pt x="1" y="871"/>
                    <a:pt x="20" y="910"/>
                  </a:cubicBezTo>
                  <a:cubicBezTo>
                    <a:pt x="33" y="929"/>
                    <a:pt x="52" y="942"/>
                    <a:pt x="77" y="942"/>
                  </a:cubicBezTo>
                  <a:cubicBezTo>
                    <a:pt x="90" y="942"/>
                    <a:pt x="103" y="935"/>
                    <a:pt x="116" y="929"/>
                  </a:cubicBezTo>
                  <a:lnTo>
                    <a:pt x="1448" y="132"/>
                  </a:lnTo>
                  <a:cubicBezTo>
                    <a:pt x="1479" y="113"/>
                    <a:pt x="1492" y="68"/>
                    <a:pt x="1467" y="37"/>
                  </a:cubicBezTo>
                  <a:cubicBezTo>
                    <a:pt x="1454" y="12"/>
                    <a:pt x="1434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45;p40">
              <a:extLst>
                <a:ext uri="{FF2B5EF4-FFF2-40B4-BE49-F238E27FC236}">
                  <a16:creationId xmlns:a16="http://schemas.microsoft.com/office/drawing/2014/main" id="{0E9A92B1-31D9-84AD-C20D-3AC1BA6EE856}"/>
                </a:ext>
              </a:extLst>
            </p:cNvPr>
            <p:cNvSpPr/>
            <p:nvPr/>
          </p:nvSpPr>
          <p:spPr>
            <a:xfrm>
              <a:off x="2753136" y="3484090"/>
              <a:ext cx="63029" cy="86711"/>
            </a:xfrm>
            <a:custGeom>
              <a:avLst/>
              <a:gdLst/>
              <a:ahLst/>
              <a:cxnLst/>
              <a:rect l="l" t="t" r="r" b="b"/>
              <a:pathLst>
                <a:path w="1110" h="1526" extrusionOk="0">
                  <a:moveTo>
                    <a:pt x="82" y="1"/>
                  </a:moveTo>
                  <a:cubicBezTo>
                    <a:pt x="60" y="1"/>
                    <a:pt x="38" y="12"/>
                    <a:pt x="26" y="28"/>
                  </a:cubicBezTo>
                  <a:cubicBezTo>
                    <a:pt x="1" y="59"/>
                    <a:pt x="7" y="104"/>
                    <a:pt x="39" y="129"/>
                  </a:cubicBezTo>
                  <a:cubicBezTo>
                    <a:pt x="491" y="455"/>
                    <a:pt x="823" y="933"/>
                    <a:pt x="963" y="1474"/>
                  </a:cubicBezTo>
                  <a:cubicBezTo>
                    <a:pt x="969" y="1506"/>
                    <a:pt x="1001" y="1525"/>
                    <a:pt x="1033" y="1525"/>
                  </a:cubicBezTo>
                  <a:lnTo>
                    <a:pt x="1046" y="1525"/>
                  </a:lnTo>
                  <a:cubicBezTo>
                    <a:pt x="1084" y="1513"/>
                    <a:pt x="1110" y="1474"/>
                    <a:pt x="1097" y="1436"/>
                  </a:cubicBezTo>
                  <a:cubicBezTo>
                    <a:pt x="944" y="869"/>
                    <a:pt x="600" y="365"/>
                    <a:pt x="122" y="15"/>
                  </a:cubicBezTo>
                  <a:cubicBezTo>
                    <a:pt x="110" y="5"/>
                    <a:pt x="96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46;p40">
              <a:extLst>
                <a:ext uri="{FF2B5EF4-FFF2-40B4-BE49-F238E27FC236}">
                  <a16:creationId xmlns:a16="http://schemas.microsoft.com/office/drawing/2014/main" id="{34982EB4-BC6E-5205-28A0-9B965A891C94}"/>
                </a:ext>
              </a:extLst>
            </p:cNvPr>
            <p:cNvSpPr/>
            <p:nvPr/>
          </p:nvSpPr>
          <p:spPr>
            <a:xfrm>
              <a:off x="3032901" y="2810576"/>
              <a:ext cx="451307" cy="551974"/>
            </a:xfrm>
            <a:custGeom>
              <a:avLst/>
              <a:gdLst/>
              <a:ahLst/>
              <a:cxnLst/>
              <a:rect l="l" t="t" r="r" b="b"/>
              <a:pathLst>
                <a:path w="7948" h="9714" extrusionOk="0">
                  <a:moveTo>
                    <a:pt x="731" y="0"/>
                  </a:moveTo>
                  <a:cubicBezTo>
                    <a:pt x="488" y="0"/>
                    <a:pt x="245" y="7"/>
                    <a:pt x="0" y="20"/>
                  </a:cubicBezTo>
                  <a:cubicBezTo>
                    <a:pt x="90" y="1250"/>
                    <a:pt x="134" y="2473"/>
                    <a:pt x="223" y="3697"/>
                  </a:cubicBezTo>
                  <a:cubicBezTo>
                    <a:pt x="1122" y="3653"/>
                    <a:pt x="2021" y="3608"/>
                    <a:pt x="2919" y="3563"/>
                  </a:cubicBezTo>
                  <a:cubicBezTo>
                    <a:pt x="3289" y="4685"/>
                    <a:pt x="3640" y="5781"/>
                    <a:pt x="4003" y="6909"/>
                  </a:cubicBezTo>
                  <a:cubicBezTo>
                    <a:pt x="4220" y="7572"/>
                    <a:pt x="4423" y="8241"/>
                    <a:pt x="4698" y="8872"/>
                  </a:cubicBezTo>
                  <a:cubicBezTo>
                    <a:pt x="4774" y="9038"/>
                    <a:pt x="4850" y="9204"/>
                    <a:pt x="4978" y="9325"/>
                  </a:cubicBezTo>
                  <a:cubicBezTo>
                    <a:pt x="5074" y="9411"/>
                    <a:pt x="5202" y="9469"/>
                    <a:pt x="5328" y="9469"/>
                  </a:cubicBezTo>
                  <a:cubicBezTo>
                    <a:pt x="5378" y="9469"/>
                    <a:pt x="5428" y="9460"/>
                    <a:pt x="5475" y="9440"/>
                  </a:cubicBezTo>
                  <a:cubicBezTo>
                    <a:pt x="5507" y="9529"/>
                    <a:pt x="5596" y="9567"/>
                    <a:pt x="5685" y="9586"/>
                  </a:cubicBezTo>
                  <a:cubicBezTo>
                    <a:pt x="5703" y="9590"/>
                    <a:pt x="5720" y="9592"/>
                    <a:pt x="5738" y="9592"/>
                  </a:cubicBezTo>
                  <a:cubicBezTo>
                    <a:pt x="5812" y="9592"/>
                    <a:pt x="5889" y="9560"/>
                    <a:pt x="5940" y="9503"/>
                  </a:cubicBezTo>
                  <a:cubicBezTo>
                    <a:pt x="5979" y="9624"/>
                    <a:pt x="6151" y="9714"/>
                    <a:pt x="6278" y="9714"/>
                  </a:cubicBezTo>
                  <a:cubicBezTo>
                    <a:pt x="6406" y="9707"/>
                    <a:pt x="6520" y="9618"/>
                    <a:pt x="6552" y="9497"/>
                  </a:cubicBezTo>
                  <a:cubicBezTo>
                    <a:pt x="6632" y="9543"/>
                    <a:pt x="6724" y="9566"/>
                    <a:pt x="6817" y="9566"/>
                  </a:cubicBezTo>
                  <a:cubicBezTo>
                    <a:pt x="6970" y="9566"/>
                    <a:pt x="7121" y="9503"/>
                    <a:pt x="7209" y="9376"/>
                  </a:cubicBezTo>
                  <a:cubicBezTo>
                    <a:pt x="7393" y="9102"/>
                    <a:pt x="7674" y="8917"/>
                    <a:pt x="7910" y="8687"/>
                  </a:cubicBezTo>
                  <a:cubicBezTo>
                    <a:pt x="7948" y="8649"/>
                    <a:pt x="7922" y="8547"/>
                    <a:pt x="7878" y="8515"/>
                  </a:cubicBezTo>
                  <a:cubicBezTo>
                    <a:pt x="7833" y="8484"/>
                    <a:pt x="7776" y="8477"/>
                    <a:pt x="7719" y="8477"/>
                  </a:cubicBezTo>
                  <a:cubicBezTo>
                    <a:pt x="7692" y="8476"/>
                    <a:pt x="7666" y="8475"/>
                    <a:pt x="7639" y="8475"/>
                  </a:cubicBezTo>
                  <a:cubicBezTo>
                    <a:pt x="7454" y="8475"/>
                    <a:pt x="7267" y="8514"/>
                    <a:pt x="7094" y="8592"/>
                  </a:cubicBezTo>
                  <a:cubicBezTo>
                    <a:pt x="7094" y="8592"/>
                    <a:pt x="6629" y="7164"/>
                    <a:pt x="6310" y="6425"/>
                  </a:cubicBezTo>
                  <a:cubicBezTo>
                    <a:pt x="6151" y="4640"/>
                    <a:pt x="5972" y="3710"/>
                    <a:pt x="5481" y="2231"/>
                  </a:cubicBezTo>
                  <a:cubicBezTo>
                    <a:pt x="5252" y="1543"/>
                    <a:pt x="4825" y="1103"/>
                    <a:pt x="4207" y="714"/>
                  </a:cubicBezTo>
                  <a:cubicBezTo>
                    <a:pt x="3595" y="326"/>
                    <a:pt x="2875" y="141"/>
                    <a:pt x="2155" y="71"/>
                  </a:cubicBezTo>
                  <a:cubicBezTo>
                    <a:pt x="1675" y="24"/>
                    <a:pt x="1203" y="0"/>
                    <a:pt x="73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47;p40">
              <a:extLst>
                <a:ext uri="{FF2B5EF4-FFF2-40B4-BE49-F238E27FC236}">
                  <a16:creationId xmlns:a16="http://schemas.microsoft.com/office/drawing/2014/main" id="{8130C277-11D9-88FF-EC11-AB4B5D3506CB}"/>
                </a:ext>
              </a:extLst>
            </p:cNvPr>
            <p:cNvSpPr/>
            <p:nvPr/>
          </p:nvSpPr>
          <p:spPr>
            <a:xfrm>
              <a:off x="3193594" y="2969565"/>
              <a:ext cx="9823" cy="47504"/>
            </a:xfrm>
            <a:custGeom>
              <a:avLst/>
              <a:gdLst/>
              <a:ahLst/>
              <a:cxnLst/>
              <a:rect l="l" t="t" r="r" b="b"/>
              <a:pathLst>
                <a:path w="173" h="836" extrusionOk="0">
                  <a:moveTo>
                    <a:pt x="108" y="0"/>
                  </a:moveTo>
                  <a:cubicBezTo>
                    <a:pt x="70" y="0"/>
                    <a:pt x="32" y="32"/>
                    <a:pt x="32" y="71"/>
                  </a:cubicBezTo>
                  <a:lnTo>
                    <a:pt x="7" y="759"/>
                  </a:lnTo>
                  <a:cubicBezTo>
                    <a:pt x="0" y="797"/>
                    <a:pt x="32" y="835"/>
                    <a:pt x="70" y="835"/>
                  </a:cubicBezTo>
                  <a:lnTo>
                    <a:pt x="77" y="835"/>
                  </a:lnTo>
                  <a:cubicBezTo>
                    <a:pt x="115" y="835"/>
                    <a:pt x="140" y="804"/>
                    <a:pt x="147" y="765"/>
                  </a:cubicBezTo>
                  <a:lnTo>
                    <a:pt x="172" y="77"/>
                  </a:lnTo>
                  <a:cubicBezTo>
                    <a:pt x="172" y="39"/>
                    <a:pt x="147" y="7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48;p40">
              <a:extLst>
                <a:ext uri="{FF2B5EF4-FFF2-40B4-BE49-F238E27FC236}">
                  <a16:creationId xmlns:a16="http://schemas.microsoft.com/office/drawing/2014/main" id="{9C10E3FC-14AE-A730-7E03-DD76A795C72A}"/>
                </a:ext>
              </a:extLst>
            </p:cNvPr>
            <p:cNvSpPr/>
            <p:nvPr/>
          </p:nvSpPr>
          <p:spPr>
            <a:xfrm>
              <a:off x="3327827" y="3323965"/>
              <a:ext cx="21407" cy="29889"/>
            </a:xfrm>
            <a:custGeom>
              <a:avLst/>
              <a:gdLst/>
              <a:ahLst/>
              <a:cxnLst/>
              <a:rect l="l" t="t" r="r" b="b"/>
              <a:pathLst>
                <a:path w="377" h="526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7" y="28"/>
                    <a:pt x="1" y="73"/>
                    <a:pt x="20" y="105"/>
                  </a:cubicBezTo>
                  <a:lnTo>
                    <a:pt x="236" y="494"/>
                  </a:lnTo>
                  <a:cubicBezTo>
                    <a:pt x="249" y="513"/>
                    <a:pt x="275" y="526"/>
                    <a:pt x="300" y="526"/>
                  </a:cubicBezTo>
                  <a:cubicBezTo>
                    <a:pt x="313" y="526"/>
                    <a:pt x="326" y="526"/>
                    <a:pt x="332" y="519"/>
                  </a:cubicBezTo>
                  <a:cubicBezTo>
                    <a:pt x="370" y="500"/>
                    <a:pt x="377" y="456"/>
                    <a:pt x="358" y="424"/>
                  </a:cubicBezTo>
                  <a:lnTo>
                    <a:pt x="141" y="35"/>
                  </a:ln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49;p40">
              <a:extLst>
                <a:ext uri="{FF2B5EF4-FFF2-40B4-BE49-F238E27FC236}">
                  <a16:creationId xmlns:a16="http://schemas.microsoft.com/office/drawing/2014/main" id="{FF959517-9E42-4116-8F67-36DBDDC891B5}"/>
                </a:ext>
              </a:extLst>
            </p:cNvPr>
            <p:cNvSpPr/>
            <p:nvPr/>
          </p:nvSpPr>
          <p:spPr>
            <a:xfrm>
              <a:off x="3358603" y="3333398"/>
              <a:ext cx="17432" cy="24434"/>
            </a:xfrm>
            <a:custGeom>
              <a:avLst/>
              <a:gdLst/>
              <a:ahLst/>
              <a:cxnLst/>
              <a:rect l="l" t="t" r="r" b="b"/>
              <a:pathLst>
                <a:path w="307" h="430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13" y="28"/>
                    <a:pt x="0" y="66"/>
                    <a:pt x="13" y="105"/>
                  </a:cubicBezTo>
                  <a:lnTo>
                    <a:pt x="166" y="391"/>
                  </a:lnTo>
                  <a:cubicBezTo>
                    <a:pt x="179" y="417"/>
                    <a:pt x="204" y="430"/>
                    <a:pt x="230" y="430"/>
                  </a:cubicBezTo>
                  <a:cubicBezTo>
                    <a:pt x="243" y="430"/>
                    <a:pt x="249" y="430"/>
                    <a:pt x="262" y="423"/>
                  </a:cubicBezTo>
                  <a:cubicBezTo>
                    <a:pt x="294" y="404"/>
                    <a:pt x="306" y="366"/>
                    <a:pt x="287" y="328"/>
                  </a:cubicBezTo>
                  <a:lnTo>
                    <a:pt x="141" y="41"/>
                  </a:lnTo>
                  <a:cubicBezTo>
                    <a:pt x="127" y="15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50;p40">
              <a:extLst>
                <a:ext uri="{FF2B5EF4-FFF2-40B4-BE49-F238E27FC236}">
                  <a16:creationId xmlns:a16="http://schemas.microsoft.com/office/drawing/2014/main" id="{B36F578C-630A-25B7-C507-690BE35EEFBD}"/>
                </a:ext>
              </a:extLst>
            </p:cNvPr>
            <p:cNvSpPr/>
            <p:nvPr/>
          </p:nvSpPr>
          <p:spPr>
            <a:xfrm>
              <a:off x="3388982" y="3331125"/>
              <a:ext cx="19987" cy="22388"/>
            </a:xfrm>
            <a:custGeom>
              <a:avLst/>
              <a:gdLst/>
              <a:ahLst/>
              <a:cxnLst/>
              <a:rect l="l" t="t" r="r" b="b"/>
              <a:pathLst>
                <a:path w="352" h="394" extrusionOk="0">
                  <a:moveTo>
                    <a:pt x="78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81"/>
                    <a:pt x="26" y="113"/>
                  </a:cubicBezTo>
                  <a:lnTo>
                    <a:pt x="217" y="361"/>
                  </a:lnTo>
                  <a:cubicBezTo>
                    <a:pt x="230" y="380"/>
                    <a:pt x="249" y="393"/>
                    <a:pt x="275" y="393"/>
                  </a:cubicBezTo>
                  <a:cubicBezTo>
                    <a:pt x="288" y="393"/>
                    <a:pt x="300" y="387"/>
                    <a:pt x="313" y="374"/>
                  </a:cubicBezTo>
                  <a:cubicBezTo>
                    <a:pt x="345" y="355"/>
                    <a:pt x="351" y="310"/>
                    <a:pt x="326" y="279"/>
                  </a:cubicBezTo>
                  <a:lnTo>
                    <a:pt x="135" y="30"/>
                  </a:lnTo>
                  <a:cubicBezTo>
                    <a:pt x="123" y="10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51;p40">
              <a:extLst>
                <a:ext uri="{FF2B5EF4-FFF2-40B4-BE49-F238E27FC236}">
                  <a16:creationId xmlns:a16="http://schemas.microsoft.com/office/drawing/2014/main" id="{088BF423-2141-F526-901E-5ADC391A6144}"/>
                </a:ext>
              </a:extLst>
            </p:cNvPr>
            <p:cNvSpPr/>
            <p:nvPr/>
          </p:nvSpPr>
          <p:spPr>
            <a:xfrm>
              <a:off x="3427707" y="3291804"/>
              <a:ext cx="9823" cy="29832"/>
            </a:xfrm>
            <a:custGeom>
              <a:avLst/>
              <a:gdLst/>
              <a:ahLst/>
              <a:cxnLst/>
              <a:rect l="l" t="t" r="r" b="b"/>
              <a:pathLst>
                <a:path w="173" h="525" extrusionOk="0">
                  <a:moveTo>
                    <a:pt x="93" y="1"/>
                  </a:moveTo>
                  <a:cubicBezTo>
                    <a:pt x="59" y="1"/>
                    <a:pt x="32" y="31"/>
                    <a:pt x="26" y="66"/>
                  </a:cubicBezTo>
                  <a:lnTo>
                    <a:pt x="1" y="454"/>
                  </a:lnTo>
                  <a:cubicBezTo>
                    <a:pt x="1" y="493"/>
                    <a:pt x="26" y="524"/>
                    <a:pt x="64" y="524"/>
                  </a:cubicBezTo>
                  <a:lnTo>
                    <a:pt x="71" y="524"/>
                  </a:lnTo>
                  <a:cubicBezTo>
                    <a:pt x="109" y="524"/>
                    <a:pt x="141" y="499"/>
                    <a:pt x="141" y="461"/>
                  </a:cubicBezTo>
                  <a:lnTo>
                    <a:pt x="166" y="72"/>
                  </a:lnTo>
                  <a:cubicBezTo>
                    <a:pt x="173" y="34"/>
                    <a:pt x="141" y="2"/>
                    <a:pt x="103" y="2"/>
                  </a:cubicBezTo>
                  <a:cubicBezTo>
                    <a:pt x="99" y="1"/>
                    <a:pt x="9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52;p40">
              <a:extLst>
                <a:ext uri="{FF2B5EF4-FFF2-40B4-BE49-F238E27FC236}">
                  <a16:creationId xmlns:a16="http://schemas.microsoft.com/office/drawing/2014/main" id="{6D7266A6-CE68-99FB-D4E0-B26383095157}"/>
                </a:ext>
              </a:extLst>
            </p:cNvPr>
            <p:cNvSpPr/>
            <p:nvPr/>
          </p:nvSpPr>
          <p:spPr>
            <a:xfrm>
              <a:off x="1831052" y="3135770"/>
              <a:ext cx="754980" cy="239450"/>
            </a:xfrm>
            <a:custGeom>
              <a:avLst/>
              <a:gdLst/>
              <a:ahLst/>
              <a:cxnLst/>
              <a:rect l="l" t="t" r="r" b="b"/>
              <a:pathLst>
                <a:path w="13296" h="4214" extrusionOk="0">
                  <a:moveTo>
                    <a:pt x="10612" y="1"/>
                  </a:moveTo>
                  <a:cubicBezTo>
                    <a:pt x="10249" y="377"/>
                    <a:pt x="9949" y="715"/>
                    <a:pt x="9586" y="1091"/>
                  </a:cubicBezTo>
                  <a:cubicBezTo>
                    <a:pt x="8760" y="1080"/>
                    <a:pt x="8050" y="1076"/>
                    <a:pt x="7353" y="1076"/>
                  </a:cubicBezTo>
                  <a:cubicBezTo>
                    <a:pt x="6306" y="1076"/>
                    <a:pt x="5288" y="1086"/>
                    <a:pt x="3946" y="1097"/>
                  </a:cubicBezTo>
                  <a:cubicBezTo>
                    <a:pt x="2798" y="1110"/>
                    <a:pt x="995" y="1989"/>
                    <a:pt x="466" y="3003"/>
                  </a:cubicBezTo>
                  <a:cubicBezTo>
                    <a:pt x="249" y="3411"/>
                    <a:pt x="90" y="3653"/>
                    <a:pt x="0" y="4105"/>
                  </a:cubicBezTo>
                  <a:cubicBezTo>
                    <a:pt x="137" y="4166"/>
                    <a:pt x="273" y="4214"/>
                    <a:pt x="415" y="4214"/>
                  </a:cubicBezTo>
                  <a:cubicBezTo>
                    <a:pt x="465" y="4214"/>
                    <a:pt x="516" y="4208"/>
                    <a:pt x="568" y="4195"/>
                  </a:cubicBezTo>
                  <a:cubicBezTo>
                    <a:pt x="1677" y="3908"/>
                    <a:pt x="2690" y="3589"/>
                    <a:pt x="3793" y="3270"/>
                  </a:cubicBezTo>
                  <a:cubicBezTo>
                    <a:pt x="4086" y="3188"/>
                    <a:pt x="4315" y="3054"/>
                    <a:pt x="4596" y="2945"/>
                  </a:cubicBezTo>
                  <a:cubicBezTo>
                    <a:pt x="5870" y="3493"/>
                    <a:pt x="7266" y="3799"/>
                    <a:pt x="8643" y="3940"/>
                  </a:cubicBezTo>
                  <a:cubicBezTo>
                    <a:pt x="8875" y="3963"/>
                    <a:pt x="9112" y="3977"/>
                    <a:pt x="9348" y="3977"/>
                  </a:cubicBezTo>
                  <a:cubicBezTo>
                    <a:pt x="10056" y="3977"/>
                    <a:pt x="10762" y="3852"/>
                    <a:pt x="11364" y="3493"/>
                  </a:cubicBezTo>
                  <a:cubicBezTo>
                    <a:pt x="12167" y="3015"/>
                    <a:pt x="12798" y="2283"/>
                    <a:pt x="13295" y="1492"/>
                  </a:cubicBezTo>
                  <a:lnTo>
                    <a:pt x="10612" y="1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53;p40">
              <a:extLst>
                <a:ext uri="{FF2B5EF4-FFF2-40B4-BE49-F238E27FC236}">
                  <a16:creationId xmlns:a16="http://schemas.microsoft.com/office/drawing/2014/main" id="{0560686F-FBF8-DDF7-E7F0-EC1822F240CF}"/>
                </a:ext>
              </a:extLst>
            </p:cNvPr>
            <p:cNvSpPr/>
            <p:nvPr/>
          </p:nvSpPr>
          <p:spPr>
            <a:xfrm>
              <a:off x="1837184" y="3268564"/>
              <a:ext cx="81880" cy="105235"/>
            </a:xfrm>
            <a:custGeom>
              <a:avLst/>
              <a:gdLst/>
              <a:ahLst/>
              <a:cxnLst/>
              <a:rect l="l" t="t" r="r" b="b"/>
              <a:pathLst>
                <a:path w="1442" h="1852" extrusionOk="0">
                  <a:moveTo>
                    <a:pt x="1360" y="0"/>
                  </a:moveTo>
                  <a:cubicBezTo>
                    <a:pt x="1348" y="0"/>
                    <a:pt x="1337" y="3"/>
                    <a:pt x="1326" y="9"/>
                  </a:cubicBezTo>
                  <a:cubicBezTo>
                    <a:pt x="1224" y="73"/>
                    <a:pt x="1122" y="130"/>
                    <a:pt x="1027" y="181"/>
                  </a:cubicBezTo>
                  <a:cubicBezTo>
                    <a:pt x="925" y="232"/>
                    <a:pt x="823" y="283"/>
                    <a:pt x="715" y="353"/>
                  </a:cubicBezTo>
                  <a:cubicBezTo>
                    <a:pt x="702" y="360"/>
                    <a:pt x="695" y="366"/>
                    <a:pt x="689" y="379"/>
                  </a:cubicBezTo>
                  <a:lnTo>
                    <a:pt x="13" y="1749"/>
                  </a:lnTo>
                  <a:cubicBezTo>
                    <a:pt x="1" y="1787"/>
                    <a:pt x="13" y="1826"/>
                    <a:pt x="45" y="1845"/>
                  </a:cubicBezTo>
                  <a:cubicBezTo>
                    <a:pt x="58" y="1851"/>
                    <a:pt x="64" y="1851"/>
                    <a:pt x="77" y="1851"/>
                  </a:cubicBezTo>
                  <a:cubicBezTo>
                    <a:pt x="103" y="1851"/>
                    <a:pt x="128" y="1838"/>
                    <a:pt x="141" y="1813"/>
                  </a:cubicBezTo>
                  <a:lnTo>
                    <a:pt x="804" y="462"/>
                  </a:lnTo>
                  <a:cubicBezTo>
                    <a:pt x="899" y="398"/>
                    <a:pt x="995" y="347"/>
                    <a:pt x="1091" y="302"/>
                  </a:cubicBezTo>
                  <a:cubicBezTo>
                    <a:pt x="1186" y="251"/>
                    <a:pt x="1288" y="194"/>
                    <a:pt x="1403" y="130"/>
                  </a:cubicBezTo>
                  <a:cubicBezTo>
                    <a:pt x="1435" y="111"/>
                    <a:pt x="1441" y="67"/>
                    <a:pt x="1422" y="35"/>
                  </a:cubicBezTo>
                  <a:cubicBezTo>
                    <a:pt x="1409" y="13"/>
                    <a:pt x="1384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54;p40">
              <a:extLst>
                <a:ext uri="{FF2B5EF4-FFF2-40B4-BE49-F238E27FC236}">
                  <a16:creationId xmlns:a16="http://schemas.microsoft.com/office/drawing/2014/main" id="{75F426DB-EE15-9E51-A969-3B99B1CF9F63}"/>
                </a:ext>
              </a:extLst>
            </p:cNvPr>
            <p:cNvSpPr/>
            <p:nvPr/>
          </p:nvSpPr>
          <p:spPr>
            <a:xfrm>
              <a:off x="2370652" y="3190831"/>
              <a:ext cx="26461" cy="25059"/>
            </a:xfrm>
            <a:custGeom>
              <a:avLst/>
              <a:gdLst/>
              <a:ahLst/>
              <a:cxnLst/>
              <a:rect l="l" t="t" r="r" b="b"/>
              <a:pathLst>
                <a:path w="466" h="441" extrusionOk="0">
                  <a:moveTo>
                    <a:pt x="80" y="1"/>
                  </a:moveTo>
                  <a:cubicBezTo>
                    <a:pt x="62" y="1"/>
                    <a:pt x="45" y="7"/>
                    <a:pt x="32" y="20"/>
                  </a:cubicBezTo>
                  <a:cubicBezTo>
                    <a:pt x="0" y="52"/>
                    <a:pt x="6" y="96"/>
                    <a:pt x="32" y="122"/>
                  </a:cubicBezTo>
                  <a:lnTo>
                    <a:pt x="344" y="421"/>
                  </a:lnTo>
                  <a:cubicBezTo>
                    <a:pt x="357" y="434"/>
                    <a:pt x="376" y="440"/>
                    <a:pt x="389" y="440"/>
                  </a:cubicBezTo>
                  <a:cubicBezTo>
                    <a:pt x="408" y="440"/>
                    <a:pt x="427" y="434"/>
                    <a:pt x="440" y="415"/>
                  </a:cubicBezTo>
                  <a:cubicBezTo>
                    <a:pt x="465" y="389"/>
                    <a:pt x="465" y="345"/>
                    <a:pt x="440" y="319"/>
                  </a:cubicBezTo>
                  <a:lnTo>
                    <a:pt x="128" y="20"/>
                  </a:lnTo>
                  <a:cubicBezTo>
                    <a:pt x="115" y="7"/>
                    <a:pt x="9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55;p40">
              <a:extLst>
                <a:ext uri="{FF2B5EF4-FFF2-40B4-BE49-F238E27FC236}">
                  <a16:creationId xmlns:a16="http://schemas.microsoft.com/office/drawing/2014/main" id="{63B68B5C-E462-EF3F-AB09-AA216289BD0E}"/>
                </a:ext>
              </a:extLst>
            </p:cNvPr>
            <p:cNvSpPr/>
            <p:nvPr/>
          </p:nvSpPr>
          <p:spPr>
            <a:xfrm>
              <a:off x="1793746" y="3304191"/>
              <a:ext cx="398897" cy="399121"/>
            </a:xfrm>
            <a:custGeom>
              <a:avLst/>
              <a:gdLst/>
              <a:ahLst/>
              <a:cxnLst/>
              <a:rect l="l" t="t" r="r" b="b"/>
              <a:pathLst>
                <a:path w="7025" h="7024" extrusionOk="0">
                  <a:moveTo>
                    <a:pt x="3513" y="0"/>
                  </a:moveTo>
                  <a:cubicBezTo>
                    <a:pt x="1575" y="0"/>
                    <a:pt x="1" y="1568"/>
                    <a:pt x="1" y="3512"/>
                  </a:cubicBezTo>
                  <a:cubicBezTo>
                    <a:pt x="1" y="5450"/>
                    <a:pt x="1575" y="7024"/>
                    <a:pt x="3513" y="7024"/>
                  </a:cubicBezTo>
                  <a:cubicBezTo>
                    <a:pt x="5457" y="7024"/>
                    <a:pt x="7024" y="5450"/>
                    <a:pt x="7024" y="3512"/>
                  </a:cubicBezTo>
                  <a:cubicBezTo>
                    <a:pt x="7024" y="1568"/>
                    <a:pt x="5457" y="0"/>
                    <a:pt x="3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56;p40">
              <a:extLst>
                <a:ext uri="{FF2B5EF4-FFF2-40B4-BE49-F238E27FC236}">
                  <a16:creationId xmlns:a16="http://schemas.microsoft.com/office/drawing/2014/main" id="{B0FC06C2-1D6F-870D-7F70-59E07437848E}"/>
                </a:ext>
              </a:extLst>
            </p:cNvPr>
            <p:cNvSpPr/>
            <p:nvPr/>
          </p:nvSpPr>
          <p:spPr>
            <a:xfrm>
              <a:off x="1959890" y="3443406"/>
              <a:ext cx="236726" cy="264281"/>
            </a:xfrm>
            <a:custGeom>
              <a:avLst/>
              <a:gdLst/>
              <a:ahLst/>
              <a:cxnLst/>
              <a:rect l="l" t="t" r="r" b="b"/>
              <a:pathLst>
                <a:path w="4169" h="4651" extrusionOk="0">
                  <a:moveTo>
                    <a:pt x="2912" y="1"/>
                  </a:moveTo>
                  <a:cubicBezTo>
                    <a:pt x="2512" y="1"/>
                    <a:pt x="2105" y="95"/>
                    <a:pt x="1740" y="285"/>
                  </a:cubicBezTo>
                  <a:cubicBezTo>
                    <a:pt x="1026" y="648"/>
                    <a:pt x="478" y="1336"/>
                    <a:pt x="223" y="2165"/>
                  </a:cubicBezTo>
                  <a:cubicBezTo>
                    <a:pt x="0" y="2910"/>
                    <a:pt x="7" y="3752"/>
                    <a:pt x="255" y="4599"/>
                  </a:cubicBezTo>
                  <a:cubicBezTo>
                    <a:pt x="262" y="4631"/>
                    <a:pt x="287" y="4650"/>
                    <a:pt x="319" y="4650"/>
                  </a:cubicBezTo>
                  <a:cubicBezTo>
                    <a:pt x="325" y="4650"/>
                    <a:pt x="332" y="4650"/>
                    <a:pt x="338" y="4644"/>
                  </a:cubicBezTo>
                  <a:cubicBezTo>
                    <a:pt x="376" y="4638"/>
                    <a:pt x="395" y="4599"/>
                    <a:pt x="389" y="4561"/>
                  </a:cubicBezTo>
                  <a:cubicBezTo>
                    <a:pt x="153" y="3739"/>
                    <a:pt x="141" y="2923"/>
                    <a:pt x="357" y="2209"/>
                  </a:cubicBezTo>
                  <a:cubicBezTo>
                    <a:pt x="599" y="1413"/>
                    <a:pt x="1128" y="756"/>
                    <a:pt x="1804" y="406"/>
                  </a:cubicBezTo>
                  <a:cubicBezTo>
                    <a:pt x="2152" y="227"/>
                    <a:pt x="2539" y="138"/>
                    <a:pt x="2918" y="138"/>
                  </a:cubicBezTo>
                  <a:cubicBezTo>
                    <a:pt x="3324" y="138"/>
                    <a:pt x="3721" y="240"/>
                    <a:pt x="4054" y="444"/>
                  </a:cubicBezTo>
                  <a:cubicBezTo>
                    <a:pt x="4066" y="451"/>
                    <a:pt x="4079" y="455"/>
                    <a:pt x="4093" y="455"/>
                  </a:cubicBezTo>
                  <a:cubicBezTo>
                    <a:pt x="4116" y="455"/>
                    <a:pt x="4137" y="445"/>
                    <a:pt x="4149" y="425"/>
                  </a:cubicBezTo>
                  <a:cubicBezTo>
                    <a:pt x="4169" y="393"/>
                    <a:pt x="4156" y="348"/>
                    <a:pt x="4124" y="329"/>
                  </a:cubicBezTo>
                  <a:cubicBezTo>
                    <a:pt x="3770" y="111"/>
                    <a:pt x="3345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157;p40">
              <a:extLst>
                <a:ext uri="{FF2B5EF4-FFF2-40B4-BE49-F238E27FC236}">
                  <a16:creationId xmlns:a16="http://schemas.microsoft.com/office/drawing/2014/main" id="{032254FD-EA07-A841-FD0B-8A56871C5960}"/>
                </a:ext>
              </a:extLst>
            </p:cNvPr>
            <p:cNvSpPr/>
            <p:nvPr/>
          </p:nvSpPr>
          <p:spPr>
            <a:xfrm>
              <a:off x="1839342" y="3339250"/>
              <a:ext cx="284196" cy="305080"/>
            </a:xfrm>
            <a:custGeom>
              <a:avLst/>
              <a:gdLst/>
              <a:ahLst/>
              <a:cxnLst/>
              <a:rect l="l" t="t" r="r" b="b"/>
              <a:pathLst>
                <a:path w="5005" h="5369" extrusionOk="0">
                  <a:moveTo>
                    <a:pt x="4917" y="0"/>
                  </a:moveTo>
                  <a:cubicBezTo>
                    <a:pt x="4912" y="0"/>
                    <a:pt x="4907" y="1"/>
                    <a:pt x="4902" y="2"/>
                  </a:cubicBezTo>
                  <a:cubicBezTo>
                    <a:pt x="2499" y="715"/>
                    <a:pt x="530" y="2838"/>
                    <a:pt x="7" y="5285"/>
                  </a:cubicBezTo>
                  <a:cubicBezTo>
                    <a:pt x="1" y="5323"/>
                    <a:pt x="20" y="5362"/>
                    <a:pt x="58" y="5368"/>
                  </a:cubicBezTo>
                  <a:lnTo>
                    <a:pt x="71" y="5368"/>
                  </a:lnTo>
                  <a:cubicBezTo>
                    <a:pt x="103" y="5368"/>
                    <a:pt x="135" y="5349"/>
                    <a:pt x="141" y="5317"/>
                  </a:cubicBezTo>
                  <a:cubicBezTo>
                    <a:pt x="657" y="2914"/>
                    <a:pt x="2589" y="830"/>
                    <a:pt x="4940" y="136"/>
                  </a:cubicBezTo>
                  <a:cubicBezTo>
                    <a:pt x="4979" y="129"/>
                    <a:pt x="5004" y="91"/>
                    <a:pt x="4991" y="53"/>
                  </a:cubicBezTo>
                  <a:cubicBezTo>
                    <a:pt x="4980" y="19"/>
                    <a:pt x="4950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158;p40">
              <a:extLst>
                <a:ext uri="{FF2B5EF4-FFF2-40B4-BE49-F238E27FC236}">
                  <a16:creationId xmlns:a16="http://schemas.microsoft.com/office/drawing/2014/main" id="{06F81CEE-B3CA-0C35-DC0C-2DCC8F302098}"/>
                </a:ext>
              </a:extLst>
            </p:cNvPr>
            <p:cNvSpPr/>
            <p:nvPr/>
          </p:nvSpPr>
          <p:spPr>
            <a:xfrm>
              <a:off x="1786875" y="3328284"/>
              <a:ext cx="200556" cy="191094"/>
            </a:xfrm>
            <a:custGeom>
              <a:avLst/>
              <a:gdLst/>
              <a:ahLst/>
              <a:cxnLst/>
              <a:rect l="l" t="t" r="r" b="b"/>
              <a:pathLst>
                <a:path w="3532" h="3363" extrusionOk="0">
                  <a:moveTo>
                    <a:pt x="3450" y="0"/>
                  </a:moveTo>
                  <a:cubicBezTo>
                    <a:pt x="3429" y="0"/>
                    <a:pt x="3409" y="10"/>
                    <a:pt x="3398" y="29"/>
                  </a:cubicBezTo>
                  <a:cubicBezTo>
                    <a:pt x="2512" y="1304"/>
                    <a:pt x="1352" y="2406"/>
                    <a:pt x="45" y="3228"/>
                  </a:cubicBezTo>
                  <a:cubicBezTo>
                    <a:pt x="14" y="3254"/>
                    <a:pt x="1" y="3292"/>
                    <a:pt x="20" y="3330"/>
                  </a:cubicBezTo>
                  <a:cubicBezTo>
                    <a:pt x="33" y="3349"/>
                    <a:pt x="58" y="3362"/>
                    <a:pt x="77" y="3362"/>
                  </a:cubicBezTo>
                  <a:cubicBezTo>
                    <a:pt x="90" y="3362"/>
                    <a:pt x="103" y="3356"/>
                    <a:pt x="116" y="3349"/>
                  </a:cubicBezTo>
                  <a:cubicBezTo>
                    <a:pt x="1441" y="2515"/>
                    <a:pt x="2620" y="1399"/>
                    <a:pt x="3513" y="112"/>
                  </a:cubicBezTo>
                  <a:cubicBezTo>
                    <a:pt x="3532" y="80"/>
                    <a:pt x="3525" y="35"/>
                    <a:pt x="3493" y="16"/>
                  </a:cubicBezTo>
                  <a:cubicBezTo>
                    <a:pt x="3480" y="6"/>
                    <a:pt x="3465" y="0"/>
                    <a:pt x="3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159;p40">
              <a:extLst>
                <a:ext uri="{FF2B5EF4-FFF2-40B4-BE49-F238E27FC236}">
                  <a16:creationId xmlns:a16="http://schemas.microsoft.com/office/drawing/2014/main" id="{35A8C45B-5D1F-85BB-A5BD-0C8116EC490D}"/>
                </a:ext>
              </a:extLst>
            </p:cNvPr>
            <p:cNvSpPr/>
            <p:nvPr/>
          </p:nvSpPr>
          <p:spPr>
            <a:xfrm>
              <a:off x="1943594" y="3251801"/>
              <a:ext cx="165805" cy="108929"/>
            </a:xfrm>
            <a:custGeom>
              <a:avLst/>
              <a:gdLst/>
              <a:ahLst/>
              <a:cxnLst/>
              <a:rect l="l" t="t" r="r" b="b"/>
              <a:pathLst>
                <a:path w="2920" h="1917" extrusionOk="0">
                  <a:moveTo>
                    <a:pt x="2168" y="1"/>
                  </a:moveTo>
                  <a:cubicBezTo>
                    <a:pt x="1882" y="1"/>
                    <a:pt x="1604" y="158"/>
                    <a:pt x="1358" y="311"/>
                  </a:cubicBezTo>
                  <a:cubicBezTo>
                    <a:pt x="867" y="623"/>
                    <a:pt x="287" y="954"/>
                    <a:pt x="58" y="1490"/>
                  </a:cubicBezTo>
                  <a:cubicBezTo>
                    <a:pt x="1" y="1624"/>
                    <a:pt x="7" y="1789"/>
                    <a:pt x="83" y="1917"/>
                  </a:cubicBezTo>
                  <a:cubicBezTo>
                    <a:pt x="459" y="1821"/>
                    <a:pt x="829" y="1655"/>
                    <a:pt x="1205" y="1560"/>
                  </a:cubicBezTo>
                  <a:cubicBezTo>
                    <a:pt x="1607" y="1451"/>
                    <a:pt x="1989" y="1451"/>
                    <a:pt x="2359" y="1267"/>
                  </a:cubicBezTo>
                  <a:cubicBezTo>
                    <a:pt x="2505" y="1197"/>
                    <a:pt x="2639" y="1114"/>
                    <a:pt x="2741" y="999"/>
                  </a:cubicBezTo>
                  <a:cubicBezTo>
                    <a:pt x="2849" y="878"/>
                    <a:pt x="2920" y="725"/>
                    <a:pt x="2907" y="572"/>
                  </a:cubicBezTo>
                  <a:cubicBezTo>
                    <a:pt x="2900" y="413"/>
                    <a:pt x="2805" y="266"/>
                    <a:pt x="2684" y="170"/>
                  </a:cubicBezTo>
                  <a:cubicBezTo>
                    <a:pt x="2556" y="75"/>
                    <a:pt x="2403" y="24"/>
                    <a:pt x="2244" y="5"/>
                  </a:cubicBezTo>
                  <a:cubicBezTo>
                    <a:pt x="2218" y="2"/>
                    <a:pt x="2193" y="1"/>
                    <a:pt x="216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160;p40">
              <a:extLst>
                <a:ext uri="{FF2B5EF4-FFF2-40B4-BE49-F238E27FC236}">
                  <a16:creationId xmlns:a16="http://schemas.microsoft.com/office/drawing/2014/main" id="{9B6A81AB-FF05-4E71-F0E1-2E3C17D8A09A}"/>
                </a:ext>
              </a:extLst>
            </p:cNvPr>
            <p:cNvSpPr/>
            <p:nvPr/>
          </p:nvSpPr>
          <p:spPr>
            <a:xfrm>
              <a:off x="1960969" y="3267313"/>
              <a:ext cx="44915" cy="45628"/>
            </a:xfrm>
            <a:custGeom>
              <a:avLst/>
              <a:gdLst/>
              <a:ahLst/>
              <a:cxnLst/>
              <a:rect l="l" t="t" r="r" b="b"/>
              <a:pathLst>
                <a:path w="791" h="803" extrusionOk="0">
                  <a:moveTo>
                    <a:pt x="715" y="0"/>
                  </a:moveTo>
                  <a:cubicBezTo>
                    <a:pt x="696" y="0"/>
                    <a:pt x="677" y="8"/>
                    <a:pt x="663" y="25"/>
                  </a:cubicBezTo>
                  <a:lnTo>
                    <a:pt x="32" y="681"/>
                  </a:lnTo>
                  <a:cubicBezTo>
                    <a:pt x="0" y="707"/>
                    <a:pt x="7" y="751"/>
                    <a:pt x="32" y="777"/>
                  </a:cubicBezTo>
                  <a:cubicBezTo>
                    <a:pt x="45" y="790"/>
                    <a:pt x="64" y="802"/>
                    <a:pt x="83" y="802"/>
                  </a:cubicBezTo>
                  <a:cubicBezTo>
                    <a:pt x="96" y="802"/>
                    <a:pt x="115" y="790"/>
                    <a:pt x="128" y="777"/>
                  </a:cubicBezTo>
                  <a:lnTo>
                    <a:pt x="765" y="120"/>
                  </a:lnTo>
                  <a:cubicBezTo>
                    <a:pt x="791" y="95"/>
                    <a:pt x="791" y="50"/>
                    <a:pt x="765" y="18"/>
                  </a:cubicBezTo>
                  <a:cubicBezTo>
                    <a:pt x="750" y="6"/>
                    <a:pt x="732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161;p40">
              <a:extLst>
                <a:ext uri="{FF2B5EF4-FFF2-40B4-BE49-F238E27FC236}">
                  <a16:creationId xmlns:a16="http://schemas.microsoft.com/office/drawing/2014/main" id="{82D5E66D-B1F9-F946-B646-18C1D2520199}"/>
                </a:ext>
              </a:extLst>
            </p:cNvPr>
            <p:cNvSpPr/>
            <p:nvPr/>
          </p:nvSpPr>
          <p:spPr>
            <a:xfrm>
              <a:off x="2093044" y="3290611"/>
              <a:ext cx="25041" cy="23070"/>
            </a:xfrm>
            <a:custGeom>
              <a:avLst/>
              <a:gdLst/>
              <a:ahLst/>
              <a:cxnLst/>
              <a:rect l="l" t="t" r="r" b="b"/>
              <a:pathLst>
                <a:path w="441" h="406" extrusionOk="0">
                  <a:moveTo>
                    <a:pt x="363" y="0"/>
                  </a:moveTo>
                  <a:cubicBezTo>
                    <a:pt x="349" y="0"/>
                    <a:pt x="333" y="5"/>
                    <a:pt x="319" y="16"/>
                  </a:cubicBezTo>
                  <a:lnTo>
                    <a:pt x="26" y="284"/>
                  </a:lnTo>
                  <a:cubicBezTo>
                    <a:pt x="1" y="310"/>
                    <a:pt x="1" y="348"/>
                    <a:pt x="26" y="380"/>
                  </a:cubicBezTo>
                  <a:cubicBezTo>
                    <a:pt x="39" y="392"/>
                    <a:pt x="58" y="405"/>
                    <a:pt x="77" y="405"/>
                  </a:cubicBezTo>
                  <a:cubicBezTo>
                    <a:pt x="90" y="405"/>
                    <a:pt x="109" y="399"/>
                    <a:pt x="122" y="386"/>
                  </a:cubicBezTo>
                  <a:lnTo>
                    <a:pt x="415" y="118"/>
                  </a:lnTo>
                  <a:cubicBezTo>
                    <a:pt x="440" y="93"/>
                    <a:pt x="440" y="55"/>
                    <a:pt x="415" y="23"/>
                  </a:cubicBezTo>
                  <a:cubicBezTo>
                    <a:pt x="401" y="8"/>
                    <a:pt x="382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162;p40">
              <a:extLst>
                <a:ext uri="{FF2B5EF4-FFF2-40B4-BE49-F238E27FC236}">
                  <a16:creationId xmlns:a16="http://schemas.microsoft.com/office/drawing/2014/main" id="{A7E1EF18-272B-3078-DD94-08298E87F824}"/>
                </a:ext>
              </a:extLst>
            </p:cNvPr>
            <p:cNvSpPr/>
            <p:nvPr/>
          </p:nvSpPr>
          <p:spPr>
            <a:xfrm>
              <a:off x="2368437" y="2766312"/>
              <a:ext cx="722444" cy="595216"/>
            </a:xfrm>
            <a:custGeom>
              <a:avLst/>
              <a:gdLst/>
              <a:ahLst/>
              <a:cxnLst/>
              <a:rect l="l" t="t" r="r" b="b"/>
              <a:pathLst>
                <a:path w="12723" h="10475" extrusionOk="0">
                  <a:moveTo>
                    <a:pt x="11483" y="0"/>
                  </a:moveTo>
                  <a:cubicBezTo>
                    <a:pt x="8966" y="0"/>
                    <a:pt x="6437" y="650"/>
                    <a:pt x="4405" y="2131"/>
                  </a:cubicBezTo>
                  <a:cubicBezTo>
                    <a:pt x="2754" y="3335"/>
                    <a:pt x="1263" y="4776"/>
                    <a:pt x="1" y="6388"/>
                  </a:cubicBezTo>
                  <a:cubicBezTo>
                    <a:pt x="1065" y="7280"/>
                    <a:pt x="2244" y="8103"/>
                    <a:pt x="3462" y="8778"/>
                  </a:cubicBezTo>
                  <a:cubicBezTo>
                    <a:pt x="3551" y="8663"/>
                    <a:pt x="3608" y="8568"/>
                    <a:pt x="3704" y="8459"/>
                  </a:cubicBezTo>
                  <a:cubicBezTo>
                    <a:pt x="3704" y="8918"/>
                    <a:pt x="3717" y="9435"/>
                    <a:pt x="3717" y="9900"/>
                  </a:cubicBezTo>
                  <a:cubicBezTo>
                    <a:pt x="4681" y="10279"/>
                    <a:pt x="5720" y="10475"/>
                    <a:pt x="6757" y="10475"/>
                  </a:cubicBezTo>
                  <a:cubicBezTo>
                    <a:pt x="7357" y="10475"/>
                    <a:pt x="7957" y="10409"/>
                    <a:pt x="8541" y="10276"/>
                  </a:cubicBezTo>
                  <a:cubicBezTo>
                    <a:pt x="10135" y="9913"/>
                    <a:pt x="11613" y="9059"/>
                    <a:pt x="12722" y="7867"/>
                  </a:cubicBezTo>
                  <a:cubicBezTo>
                    <a:pt x="12556" y="6841"/>
                    <a:pt x="12193" y="5738"/>
                    <a:pt x="11709" y="4820"/>
                  </a:cubicBezTo>
                  <a:cubicBezTo>
                    <a:pt x="11945" y="4808"/>
                    <a:pt x="12250" y="4757"/>
                    <a:pt x="12493" y="4744"/>
                  </a:cubicBezTo>
                  <a:cubicBezTo>
                    <a:pt x="12480" y="3182"/>
                    <a:pt x="12493" y="1595"/>
                    <a:pt x="12480" y="34"/>
                  </a:cubicBezTo>
                  <a:cubicBezTo>
                    <a:pt x="12149" y="12"/>
                    <a:pt x="11816" y="0"/>
                    <a:pt x="11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163;p40">
              <a:extLst>
                <a:ext uri="{FF2B5EF4-FFF2-40B4-BE49-F238E27FC236}">
                  <a16:creationId xmlns:a16="http://schemas.microsoft.com/office/drawing/2014/main" id="{795249CC-945C-5B35-7051-D2988B01BE4A}"/>
                </a:ext>
              </a:extLst>
            </p:cNvPr>
            <p:cNvSpPr/>
            <p:nvPr/>
          </p:nvSpPr>
          <p:spPr>
            <a:xfrm>
              <a:off x="2570752" y="3160942"/>
              <a:ext cx="513938" cy="167229"/>
            </a:xfrm>
            <a:custGeom>
              <a:avLst/>
              <a:gdLst/>
              <a:ahLst/>
              <a:cxnLst/>
              <a:rect l="l" t="t" r="r" b="b"/>
              <a:pathLst>
                <a:path w="9051" h="2943" extrusionOk="0">
                  <a:moveTo>
                    <a:pt x="8978" y="1"/>
                  </a:moveTo>
                  <a:cubicBezTo>
                    <a:pt x="8958" y="1"/>
                    <a:pt x="8938" y="9"/>
                    <a:pt x="8923" y="23"/>
                  </a:cubicBezTo>
                  <a:cubicBezTo>
                    <a:pt x="7878" y="1260"/>
                    <a:pt x="6438" y="2158"/>
                    <a:pt x="4876" y="2560"/>
                  </a:cubicBezTo>
                  <a:cubicBezTo>
                    <a:pt x="4240" y="2723"/>
                    <a:pt x="3582" y="2804"/>
                    <a:pt x="2925" y="2804"/>
                  </a:cubicBezTo>
                  <a:cubicBezTo>
                    <a:pt x="1963" y="2804"/>
                    <a:pt x="1002" y="2630"/>
                    <a:pt x="109" y="2286"/>
                  </a:cubicBezTo>
                  <a:cubicBezTo>
                    <a:pt x="101" y="2283"/>
                    <a:pt x="93" y="2282"/>
                    <a:pt x="85" y="2282"/>
                  </a:cubicBezTo>
                  <a:cubicBezTo>
                    <a:pt x="55" y="2282"/>
                    <a:pt x="28" y="2299"/>
                    <a:pt x="13" y="2324"/>
                  </a:cubicBezTo>
                  <a:cubicBezTo>
                    <a:pt x="1" y="2362"/>
                    <a:pt x="20" y="2400"/>
                    <a:pt x="58" y="2413"/>
                  </a:cubicBezTo>
                  <a:cubicBezTo>
                    <a:pt x="969" y="2764"/>
                    <a:pt x="1944" y="2942"/>
                    <a:pt x="2926" y="2942"/>
                  </a:cubicBezTo>
                  <a:cubicBezTo>
                    <a:pt x="3595" y="2942"/>
                    <a:pt x="4264" y="2859"/>
                    <a:pt x="4908" y="2694"/>
                  </a:cubicBezTo>
                  <a:cubicBezTo>
                    <a:pt x="6501" y="2286"/>
                    <a:pt x="7967" y="1368"/>
                    <a:pt x="9032" y="112"/>
                  </a:cubicBezTo>
                  <a:cubicBezTo>
                    <a:pt x="9051" y="87"/>
                    <a:pt x="9051" y="42"/>
                    <a:pt x="9019" y="17"/>
                  </a:cubicBezTo>
                  <a:cubicBezTo>
                    <a:pt x="9008" y="6"/>
                    <a:pt x="8993" y="1"/>
                    <a:pt x="8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164;p40">
              <a:extLst>
                <a:ext uri="{FF2B5EF4-FFF2-40B4-BE49-F238E27FC236}">
                  <a16:creationId xmlns:a16="http://schemas.microsoft.com/office/drawing/2014/main" id="{80EEE327-FD76-AB7E-01E7-BCA01F72978C}"/>
                </a:ext>
              </a:extLst>
            </p:cNvPr>
            <p:cNvSpPr/>
            <p:nvPr/>
          </p:nvSpPr>
          <p:spPr>
            <a:xfrm>
              <a:off x="2546165" y="3179750"/>
              <a:ext cx="32593" cy="81427"/>
            </a:xfrm>
            <a:custGeom>
              <a:avLst/>
              <a:gdLst/>
              <a:ahLst/>
              <a:cxnLst/>
              <a:rect l="l" t="t" r="r" b="b"/>
              <a:pathLst>
                <a:path w="574" h="1433" extrusionOk="0">
                  <a:moveTo>
                    <a:pt x="81" y="0"/>
                  </a:moveTo>
                  <a:cubicBezTo>
                    <a:pt x="73" y="0"/>
                    <a:pt x="66" y="2"/>
                    <a:pt x="58" y="4"/>
                  </a:cubicBezTo>
                  <a:cubicBezTo>
                    <a:pt x="19" y="17"/>
                    <a:pt x="0" y="55"/>
                    <a:pt x="13" y="94"/>
                  </a:cubicBezTo>
                  <a:lnTo>
                    <a:pt x="434" y="1387"/>
                  </a:lnTo>
                  <a:cubicBezTo>
                    <a:pt x="440" y="1413"/>
                    <a:pt x="465" y="1432"/>
                    <a:pt x="497" y="1432"/>
                  </a:cubicBezTo>
                  <a:cubicBezTo>
                    <a:pt x="504" y="1432"/>
                    <a:pt x="510" y="1432"/>
                    <a:pt x="516" y="1426"/>
                  </a:cubicBezTo>
                  <a:cubicBezTo>
                    <a:pt x="555" y="1419"/>
                    <a:pt x="574" y="1375"/>
                    <a:pt x="561" y="1343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165;p40">
              <a:extLst>
                <a:ext uri="{FF2B5EF4-FFF2-40B4-BE49-F238E27FC236}">
                  <a16:creationId xmlns:a16="http://schemas.microsoft.com/office/drawing/2014/main" id="{4E28495C-ED55-9C2A-197A-CDABD48753F3}"/>
                </a:ext>
              </a:extLst>
            </p:cNvPr>
            <p:cNvSpPr/>
            <p:nvPr/>
          </p:nvSpPr>
          <p:spPr>
            <a:xfrm>
              <a:off x="3005759" y="3006613"/>
              <a:ext cx="34410" cy="45572"/>
            </a:xfrm>
            <a:custGeom>
              <a:avLst/>
              <a:gdLst/>
              <a:ahLst/>
              <a:cxnLst/>
              <a:rect l="l" t="t" r="r" b="b"/>
              <a:pathLst>
                <a:path w="606" h="802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466" y="770"/>
                  </a:lnTo>
                  <a:cubicBezTo>
                    <a:pt x="478" y="789"/>
                    <a:pt x="504" y="802"/>
                    <a:pt x="523" y="802"/>
                  </a:cubicBezTo>
                  <a:cubicBezTo>
                    <a:pt x="536" y="802"/>
                    <a:pt x="548" y="795"/>
                    <a:pt x="561" y="789"/>
                  </a:cubicBezTo>
                  <a:cubicBezTo>
                    <a:pt x="593" y="770"/>
                    <a:pt x="606" y="725"/>
                    <a:pt x="580" y="693"/>
                  </a:cubicBezTo>
                  <a:lnTo>
                    <a:pt x="134" y="30"/>
                  </a:lnTo>
                  <a:cubicBezTo>
                    <a:pt x="122" y="11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166;p40">
              <a:extLst>
                <a:ext uri="{FF2B5EF4-FFF2-40B4-BE49-F238E27FC236}">
                  <a16:creationId xmlns:a16="http://schemas.microsoft.com/office/drawing/2014/main" id="{6148DE29-5B59-D5F0-DBC1-E6F47F155752}"/>
                </a:ext>
              </a:extLst>
            </p:cNvPr>
            <p:cNvSpPr/>
            <p:nvPr/>
          </p:nvSpPr>
          <p:spPr>
            <a:xfrm>
              <a:off x="2391264" y="3084573"/>
              <a:ext cx="176310" cy="139272"/>
            </a:xfrm>
            <a:custGeom>
              <a:avLst/>
              <a:gdLst/>
              <a:ahLst/>
              <a:cxnLst/>
              <a:rect l="l" t="t" r="r" b="b"/>
              <a:pathLst>
                <a:path w="3105" h="2451" extrusionOk="0">
                  <a:moveTo>
                    <a:pt x="76" y="0"/>
                  </a:moveTo>
                  <a:cubicBezTo>
                    <a:pt x="61" y="0"/>
                    <a:pt x="46" y="5"/>
                    <a:pt x="32" y="16"/>
                  </a:cubicBezTo>
                  <a:cubicBezTo>
                    <a:pt x="0" y="41"/>
                    <a:pt x="0" y="86"/>
                    <a:pt x="19" y="112"/>
                  </a:cubicBezTo>
                  <a:cubicBezTo>
                    <a:pt x="803" y="1125"/>
                    <a:pt x="1830" y="1928"/>
                    <a:pt x="2996" y="2444"/>
                  </a:cubicBezTo>
                  <a:cubicBezTo>
                    <a:pt x="3002" y="2451"/>
                    <a:pt x="3015" y="2451"/>
                    <a:pt x="3021" y="2451"/>
                  </a:cubicBezTo>
                  <a:cubicBezTo>
                    <a:pt x="3053" y="2451"/>
                    <a:pt x="3072" y="2438"/>
                    <a:pt x="3091" y="2412"/>
                  </a:cubicBezTo>
                  <a:cubicBezTo>
                    <a:pt x="3104" y="2374"/>
                    <a:pt x="3091" y="2336"/>
                    <a:pt x="3053" y="2317"/>
                  </a:cubicBezTo>
                  <a:cubicBezTo>
                    <a:pt x="1906" y="1813"/>
                    <a:pt x="899" y="1017"/>
                    <a:pt x="134" y="29"/>
                  </a:cubicBez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167;p40">
              <a:extLst>
                <a:ext uri="{FF2B5EF4-FFF2-40B4-BE49-F238E27FC236}">
                  <a16:creationId xmlns:a16="http://schemas.microsoft.com/office/drawing/2014/main" id="{7B91A8B7-601E-5469-B0B7-85885BA03FCB}"/>
                </a:ext>
              </a:extLst>
            </p:cNvPr>
            <p:cNvSpPr/>
            <p:nvPr/>
          </p:nvSpPr>
          <p:spPr>
            <a:xfrm>
              <a:off x="3028188" y="2758016"/>
              <a:ext cx="23565" cy="289852"/>
            </a:xfrm>
            <a:custGeom>
              <a:avLst/>
              <a:gdLst/>
              <a:ahLst/>
              <a:cxnLst/>
              <a:rect l="l" t="t" r="r" b="b"/>
              <a:pathLst>
                <a:path w="415" h="5101" extrusionOk="0">
                  <a:moveTo>
                    <a:pt x="80" y="1"/>
                  </a:moveTo>
                  <a:cubicBezTo>
                    <a:pt x="77" y="1"/>
                    <a:pt x="74" y="1"/>
                    <a:pt x="71" y="1"/>
                  </a:cubicBezTo>
                  <a:cubicBezTo>
                    <a:pt x="32" y="1"/>
                    <a:pt x="1" y="33"/>
                    <a:pt x="1" y="72"/>
                  </a:cubicBezTo>
                  <a:lnTo>
                    <a:pt x="268" y="5036"/>
                  </a:lnTo>
                  <a:cubicBezTo>
                    <a:pt x="275" y="5068"/>
                    <a:pt x="300" y="5100"/>
                    <a:pt x="338" y="5100"/>
                  </a:cubicBezTo>
                  <a:lnTo>
                    <a:pt x="345" y="5100"/>
                  </a:lnTo>
                  <a:cubicBezTo>
                    <a:pt x="383" y="5100"/>
                    <a:pt x="415" y="5062"/>
                    <a:pt x="408" y="5024"/>
                  </a:cubicBezTo>
                  <a:lnTo>
                    <a:pt x="141" y="65"/>
                  </a:lnTo>
                  <a:cubicBezTo>
                    <a:pt x="141" y="30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168;p40">
              <a:extLst>
                <a:ext uri="{FF2B5EF4-FFF2-40B4-BE49-F238E27FC236}">
                  <a16:creationId xmlns:a16="http://schemas.microsoft.com/office/drawing/2014/main" id="{56CA625C-DDA4-E14C-C7F8-7937BAF45010}"/>
                </a:ext>
              </a:extLst>
            </p:cNvPr>
            <p:cNvSpPr/>
            <p:nvPr/>
          </p:nvSpPr>
          <p:spPr>
            <a:xfrm>
              <a:off x="2548664" y="2808587"/>
              <a:ext cx="223382" cy="184219"/>
            </a:xfrm>
            <a:custGeom>
              <a:avLst/>
              <a:gdLst/>
              <a:ahLst/>
              <a:cxnLst/>
              <a:rect l="l" t="t" r="r" b="b"/>
              <a:pathLst>
                <a:path w="3934" h="3242" extrusionOk="0">
                  <a:moveTo>
                    <a:pt x="3717" y="0"/>
                  </a:moveTo>
                  <a:cubicBezTo>
                    <a:pt x="3711" y="0"/>
                    <a:pt x="3704" y="1"/>
                    <a:pt x="3697" y="4"/>
                  </a:cubicBezTo>
                  <a:cubicBezTo>
                    <a:pt x="3665" y="10"/>
                    <a:pt x="3640" y="42"/>
                    <a:pt x="3646" y="80"/>
                  </a:cubicBezTo>
                  <a:cubicBezTo>
                    <a:pt x="3787" y="775"/>
                    <a:pt x="3691" y="1489"/>
                    <a:pt x="3379" y="2037"/>
                  </a:cubicBezTo>
                  <a:cubicBezTo>
                    <a:pt x="3028" y="2642"/>
                    <a:pt x="2416" y="3050"/>
                    <a:pt x="1773" y="3101"/>
                  </a:cubicBezTo>
                  <a:cubicBezTo>
                    <a:pt x="1732" y="3104"/>
                    <a:pt x="1691" y="3106"/>
                    <a:pt x="1651" y="3106"/>
                  </a:cubicBezTo>
                  <a:cubicBezTo>
                    <a:pt x="1021" y="3106"/>
                    <a:pt x="398" y="2741"/>
                    <a:pt x="141" y="2203"/>
                  </a:cubicBezTo>
                  <a:cubicBezTo>
                    <a:pt x="132" y="2176"/>
                    <a:pt x="108" y="2162"/>
                    <a:pt x="84" y="2162"/>
                  </a:cubicBezTo>
                  <a:cubicBezTo>
                    <a:pt x="73" y="2162"/>
                    <a:pt x="62" y="2165"/>
                    <a:pt x="52" y="2171"/>
                  </a:cubicBezTo>
                  <a:cubicBezTo>
                    <a:pt x="14" y="2183"/>
                    <a:pt x="1" y="2228"/>
                    <a:pt x="20" y="2260"/>
                  </a:cubicBezTo>
                  <a:cubicBezTo>
                    <a:pt x="300" y="2853"/>
                    <a:pt x="950" y="3241"/>
                    <a:pt x="1639" y="3241"/>
                  </a:cubicBezTo>
                  <a:lnTo>
                    <a:pt x="1785" y="3241"/>
                  </a:lnTo>
                  <a:cubicBezTo>
                    <a:pt x="2474" y="3184"/>
                    <a:pt x="3130" y="2751"/>
                    <a:pt x="3493" y="2107"/>
                  </a:cubicBezTo>
                  <a:cubicBezTo>
                    <a:pt x="3831" y="1527"/>
                    <a:pt x="3933" y="781"/>
                    <a:pt x="3780" y="55"/>
                  </a:cubicBezTo>
                  <a:cubicBezTo>
                    <a:pt x="3775" y="23"/>
                    <a:pt x="3748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169;p40">
              <a:extLst>
                <a:ext uri="{FF2B5EF4-FFF2-40B4-BE49-F238E27FC236}">
                  <a16:creationId xmlns:a16="http://schemas.microsoft.com/office/drawing/2014/main" id="{EA947DEB-51C3-C1DA-D27E-18014AA886CB}"/>
                </a:ext>
              </a:extLst>
            </p:cNvPr>
            <p:cNvSpPr/>
            <p:nvPr/>
          </p:nvSpPr>
          <p:spPr>
            <a:xfrm>
              <a:off x="2586310" y="2802962"/>
              <a:ext cx="144795" cy="152625"/>
            </a:xfrm>
            <a:custGeom>
              <a:avLst/>
              <a:gdLst/>
              <a:ahLst/>
              <a:cxnLst/>
              <a:rect l="l" t="t" r="r" b="b"/>
              <a:pathLst>
                <a:path w="2550" h="2686" extrusionOk="0">
                  <a:moveTo>
                    <a:pt x="1256" y="1"/>
                  </a:moveTo>
                  <a:cubicBezTo>
                    <a:pt x="797" y="460"/>
                    <a:pt x="479" y="944"/>
                    <a:pt x="20" y="1403"/>
                  </a:cubicBezTo>
                  <a:cubicBezTo>
                    <a:pt x="134" y="1569"/>
                    <a:pt x="249" y="1741"/>
                    <a:pt x="364" y="1913"/>
                  </a:cubicBezTo>
                  <a:cubicBezTo>
                    <a:pt x="262" y="2021"/>
                    <a:pt x="103" y="2155"/>
                    <a:pt x="1" y="2270"/>
                  </a:cubicBezTo>
                  <a:cubicBezTo>
                    <a:pt x="272" y="2541"/>
                    <a:pt x="623" y="2686"/>
                    <a:pt x="977" y="2686"/>
                  </a:cubicBezTo>
                  <a:cubicBezTo>
                    <a:pt x="1732" y="2686"/>
                    <a:pt x="2502" y="2028"/>
                    <a:pt x="2550" y="523"/>
                  </a:cubicBezTo>
                  <a:lnTo>
                    <a:pt x="2550" y="523"/>
                  </a:lnTo>
                  <a:cubicBezTo>
                    <a:pt x="2403" y="606"/>
                    <a:pt x="2104" y="734"/>
                    <a:pt x="1957" y="817"/>
                  </a:cubicBezTo>
                  <a:cubicBezTo>
                    <a:pt x="1747" y="587"/>
                    <a:pt x="1466" y="230"/>
                    <a:pt x="125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170;p40">
              <a:extLst>
                <a:ext uri="{FF2B5EF4-FFF2-40B4-BE49-F238E27FC236}">
                  <a16:creationId xmlns:a16="http://schemas.microsoft.com/office/drawing/2014/main" id="{73E65B46-2A12-EAE5-A0D5-33C7C4F95274}"/>
                </a:ext>
              </a:extLst>
            </p:cNvPr>
            <p:cNvSpPr/>
            <p:nvPr/>
          </p:nvSpPr>
          <p:spPr>
            <a:xfrm>
              <a:off x="2432147" y="2600504"/>
              <a:ext cx="145931" cy="115406"/>
            </a:xfrm>
            <a:custGeom>
              <a:avLst/>
              <a:gdLst/>
              <a:ahLst/>
              <a:cxnLst/>
              <a:rect l="l" t="t" r="r" b="b"/>
              <a:pathLst>
                <a:path w="2570" h="2031" extrusionOk="0">
                  <a:moveTo>
                    <a:pt x="1057" y="0"/>
                  </a:moveTo>
                  <a:cubicBezTo>
                    <a:pt x="723" y="0"/>
                    <a:pt x="386" y="185"/>
                    <a:pt x="211" y="473"/>
                  </a:cubicBezTo>
                  <a:cubicBezTo>
                    <a:pt x="1" y="836"/>
                    <a:pt x="45" y="1327"/>
                    <a:pt x="319" y="1652"/>
                  </a:cubicBezTo>
                  <a:cubicBezTo>
                    <a:pt x="523" y="1895"/>
                    <a:pt x="842" y="2030"/>
                    <a:pt x="1160" y="2030"/>
                  </a:cubicBezTo>
                  <a:cubicBezTo>
                    <a:pt x="1259" y="2030"/>
                    <a:pt x="1358" y="2017"/>
                    <a:pt x="1454" y="1990"/>
                  </a:cubicBezTo>
                  <a:cubicBezTo>
                    <a:pt x="2569" y="1677"/>
                    <a:pt x="2263" y="313"/>
                    <a:pt x="1294" y="33"/>
                  </a:cubicBezTo>
                  <a:cubicBezTo>
                    <a:pt x="1217" y="11"/>
                    <a:pt x="1137" y="0"/>
                    <a:pt x="1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171;p40">
              <a:extLst>
                <a:ext uri="{FF2B5EF4-FFF2-40B4-BE49-F238E27FC236}">
                  <a16:creationId xmlns:a16="http://schemas.microsoft.com/office/drawing/2014/main" id="{D4BF6CDA-3737-C18C-EF21-5075AF91B2A8}"/>
                </a:ext>
              </a:extLst>
            </p:cNvPr>
            <p:cNvSpPr/>
            <p:nvPr/>
          </p:nvSpPr>
          <p:spPr>
            <a:xfrm>
              <a:off x="2466557" y="2637950"/>
              <a:ext cx="234909" cy="201152"/>
            </a:xfrm>
            <a:custGeom>
              <a:avLst/>
              <a:gdLst/>
              <a:ahLst/>
              <a:cxnLst/>
              <a:rect l="l" t="t" r="r" b="b"/>
              <a:pathLst>
                <a:path w="4137" h="3540" extrusionOk="0">
                  <a:moveTo>
                    <a:pt x="2005" y="0"/>
                  </a:moveTo>
                  <a:cubicBezTo>
                    <a:pt x="1657" y="0"/>
                    <a:pt x="1310" y="81"/>
                    <a:pt x="988" y="247"/>
                  </a:cubicBezTo>
                  <a:cubicBezTo>
                    <a:pt x="663" y="419"/>
                    <a:pt x="382" y="680"/>
                    <a:pt x="198" y="1005"/>
                  </a:cubicBezTo>
                  <a:cubicBezTo>
                    <a:pt x="83" y="1197"/>
                    <a:pt x="0" y="1413"/>
                    <a:pt x="13" y="1643"/>
                  </a:cubicBezTo>
                  <a:cubicBezTo>
                    <a:pt x="19" y="1866"/>
                    <a:pt x="134" y="2089"/>
                    <a:pt x="331" y="2197"/>
                  </a:cubicBezTo>
                  <a:cubicBezTo>
                    <a:pt x="408" y="2675"/>
                    <a:pt x="765" y="3134"/>
                    <a:pt x="1173" y="3395"/>
                  </a:cubicBezTo>
                  <a:cubicBezTo>
                    <a:pt x="1343" y="3505"/>
                    <a:pt x="1565" y="3539"/>
                    <a:pt x="1801" y="3539"/>
                  </a:cubicBezTo>
                  <a:cubicBezTo>
                    <a:pt x="2128" y="3539"/>
                    <a:pt x="2482" y="3472"/>
                    <a:pt x="2760" y="3446"/>
                  </a:cubicBezTo>
                  <a:cubicBezTo>
                    <a:pt x="3480" y="3376"/>
                    <a:pt x="4060" y="2701"/>
                    <a:pt x="4098" y="1981"/>
                  </a:cubicBezTo>
                  <a:cubicBezTo>
                    <a:pt x="4136" y="1260"/>
                    <a:pt x="3671" y="559"/>
                    <a:pt x="3027" y="241"/>
                  </a:cubicBezTo>
                  <a:cubicBezTo>
                    <a:pt x="2702" y="81"/>
                    <a:pt x="2353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172;p40">
              <a:extLst>
                <a:ext uri="{FF2B5EF4-FFF2-40B4-BE49-F238E27FC236}">
                  <a16:creationId xmlns:a16="http://schemas.microsoft.com/office/drawing/2014/main" id="{86D43D63-3678-E7EC-AB63-A573345B9BF5}"/>
                </a:ext>
              </a:extLst>
            </p:cNvPr>
            <p:cNvSpPr/>
            <p:nvPr/>
          </p:nvSpPr>
          <p:spPr>
            <a:xfrm>
              <a:off x="2638095" y="2599084"/>
              <a:ext cx="122366" cy="121373"/>
            </a:xfrm>
            <a:custGeom>
              <a:avLst/>
              <a:gdLst/>
              <a:ahLst/>
              <a:cxnLst/>
              <a:rect l="l" t="t" r="r" b="b"/>
              <a:pathLst>
                <a:path w="2155" h="2136" extrusionOk="0">
                  <a:moveTo>
                    <a:pt x="1202" y="1"/>
                  </a:moveTo>
                  <a:cubicBezTo>
                    <a:pt x="901" y="1"/>
                    <a:pt x="605" y="136"/>
                    <a:pt x="395" y="357"/>
                  </a:cubicBezTo>
                  <a:cubicBezTo>
                    <a:pt x="166" y="600"/>
                    <a:pt x="32" y="925"/>
                    <a:pt x="0" y="1262"/>
                  </a:cubicBezTo>
                  <a:lnTo>
                    <a:pt x="504" y="2136"/>
                  </a:lnTo>
                  <a:cubicBezTo>
                    <a:pt x="892" y="2027"/>
                    <a:pt x="1294" y="1919"/>
                    <a:pt x="1612" y="1670"/>
                  </a:cubicBezTo>
                  <a:cubicBezTo>
                    <a:pt x="1931" y="1422"/>
                    <a:pt x="2154" y="1001"/>
                    <a:pt x="2046" y="612"/>
                  </a:cubicBezTo>
                  <a:cubicBezTo>
                    <a:pt x="1957" y="287"/>
                    <a:pt x="1644" y="52"/>
                    <a:pt x="1313" y="7"/>
                  </a:cubicBezTo>
                  <a:cubicBezTo>
                    <a:pt x="1276" y="3"/>
                    <a:pt x="1239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173;p40">
              <a:extLst>
                <a:ext uri="{FF2B5EF4-FFF2-40B4-BE49-F238E27FC236}">
                  <a16:creationId xmlns:a16="http://schemas.microsoft.com/office/drawing/2014/main" id="{3C23B1D3-4BC9-D95B-D88B-51E8B5E48BE4}"/>
                </a:ext>
              </a:extLst>
            </p:cNvPr>
            <p:cNvSpPr/>
            <p:nvPr/>
          </p:nvSpPr>
          <p:spPr>
            <a:xfrm>
              <a:off x="2464342" y="2634882"/>
              <a:ext cx="88751" cy="81256"/>
            </a:xfrm>
            <a:custGeom>
              <a:avLst/>
              <a:gdLst/>
              <a:ahLst/>
              <a:cxnLst/>
              <a:rect l="l" t="t" r="r" b="b"/>
              <a:pathLst>
                <a:path w="1563" h="1430" extrusionOk="0">
                  <a:moveTo>
                    <a:pt x="1488" y="0"/>
                  </a:moveTo>
                  <a:cubicBezTo>
                    <a:pt x="1483" y="0"/>
                    <a:pt x="1478" y="1"/>
                    <a:pt x="1473" y="1"/>
                  </a:cubicBezTo>
                  <a:cubicBezTo>
                    <a:pt x="791" y="148"/>
                    <a:pt x="217" y="677"/>
                    <a:pt x="14" y="1340"/>
                  </a:cubicBezTo>
                  <a:cubicBezTo>
                    <a:pt x="1" y="1378"/>
                    <a:pt x="20" y="1416"/>
                    <a:pt x="58" y="1429"/>
                  </a:cubicBezTo>
                  <a:lnTo>
                    <a:pt x="77" y="1429"/>
                  </a:lnTo>
                  <a:cubicBezTo>
                    <a:pt x="109" y="1429"/>
                    <a:pt x="135" y="1410"/>
                    <a:pt x="147" y="1385"/>
                  </a:cubicBezTo>
                  <a:cubicBezTo>
                    <a:pt x="332" y="773"/>
                    <a:pt x="880" y="269"/>
                    <a:pt x="1505" y="135"/>
                  </a:cubicBezTo>
                  <a:cubicBezTo>
                    <a:pt x="1543" y="129"/>
                    <a:pt x="1562" y="91"/>
                    <a:pt x="1556" y="52"/>
                  </a:cubicBezTo>
                  <a:cubicBezTo>
                    <a:pt x="1550" y="19"/>
                    <a:pt x="1520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174;p40">
              <a:extLst>
                <a:ext uri="{FF2B5EF4-FFF2-40B4-BE49-F238E27FC236}">
                  <a16:creationId xmlns:a16="http://schemas.microsoft.com/office/drawing/2014/main" id="{D6E06103-384D-1498-88A6-0399C3E291AB}"/>
                </a:ext>
              </a:extLst>
            </p:cNvPr>
            <p:cNvSpPr/>
            <p:nvPr/>
          </p:nvSpPr>
          <p:spPr>
            <a:xfrm>
              <a:off x="2634802" y="2647212"/>
              <a:ext cx="61609" cy="68187"/>
            </a:xfrm>
            <a:custGeom>
              <a:avLst/>
              <a:gdLst/>
              <a:ahLst/>
              <a:cxnLst/>
              <a:rect l="l" t="t" r="r" b="b"/>
              <a:pathLst>
                <a:path w="1085" h="1200" extrusionOk="0">
                  <a:moveTo>
                    <a:pt x="99" y="0"/>
                  </a:moveTo>
                  <a:cubicBezTo>
                    <a:pt x="65" y="0"/>
                    <a:pt x="38" y="30"/>
                    <a:pt x="33" y="65"/>
                  </a:cubicBezTo>
                  <a:cubicBezTo>
                    <a:pt x="1" y="339"/>
                    <a:pt x="96" y="632"/>
                    <a:pt x="275" y="842"/>
                  </a:cubicBezTo>
                  <a:cubicBezTo>
                    <a:pt x="460" y="1053"/>
                    <a:pt x="734" y="1187"/>
                    <a:pt x="1014" y="1199"/>
                  </a:cubicBezTo>
                  <a:cubicBezTo>
                    <a:pt x="1052" y="1199"/>
                    <a:pt x="1084" y="1168"/>
                    <a:pt x="1084" y="1129"/>
                  </a:cubicBezTo>
                  <a:cubicBezTo>
                    <a:pt x="1084" y="1091"/>
                    <a:pt x="1059" y="1059"/>
                    <a:pt x="1020" y="1059"/>
                  </a:cubicBezTo>
                  <a:cubicBezTo>
                    <a:pt x="778" y="1046"/>
                    <a:pt x="542" y="932"/>
                    <a:pt x="383" y="753"/>
                  </a:cubicBezTo>
                  <a:cubicBezTo>
                    <a:pt x="224" y="568"/>
                    <a:pt x="147" y="313"/>
                    <a:pt x="173" y="78"/>
                  </a:cubicBezTo>
                  <a:cubicBezTo>
                    <a:pt x="173" y="39"/>
                    <a:pt x="147" y="1"/>
                    <a:pt x="109" y="1"/>
                  </a:cubicBez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175;p40">
              <a:extLst>
                <a:ext uri="{FF2B5EF4-FFF2-40B4-BE49-F238E27FC236}">
                  <a16:creationId xmlns:a16="http://schemas.microsoft.com/office/drawing/2014/main" id="{AA95EA67-821C-914C-0473-C17E37986C8A}"/>
                </a:ext>
              </a:extLst>
            </p:cNvPr>
            <p:cNvSpPr/>
            <p:nvPr/>
          </p:nvSpPr>
          <p:spPr>
            <a:xfrm>
              <a:off x="2474109" y="2715342"/>
              <a:ext cx="246890" cy="192401"/>
            </a:xfrm>
            <a:custGeom>
              <a:avLst/>
              <a:gdLst/>
              <a:ahLst/>
              <a:cxnLst/>
              <a:rect l="l" t="t" r="r" b="b"/>
              <a:pathLst>
                <a:path w="4348" h="3386" extrusionOk="0">
                  <a:moveTo>
                    <a:pt x="1314" y="0"/>
                  </a:moveTo>
                  <a:cubicBezTo>
                    <a:pt x="1123" y="213"/>
                    <a:pt x="806" y="331"/>
                    <a:pt x="501" y="331"/>
                  </a:cubicBezTo>
                  <a:cubicBezTo>
                    <a:pt x="369" y="331"/>
                    <a:pt x="238" y="308"/>
                    <a:pt x="122" y="262"/>
                  </a:cubicBezTo>
                  <a:lnTo>
                    <a:pt x="122" y="262"/>
                  </a:lnTo>
                  <a:cubicBezTo>
                    <a:pt x="218" y="689"/>
                    <a:pt x="71" y="1109"/>
                    <a:pt x="39" y="1543"/>
                  </a:cubicBezTo>
                  <a:cubicBezTo>
                    <a:pt x="1" y="1976"/>
                    <a:pt x="14" y="2435"/>
                    <a:pt x="249" y="2805"/>
                  </a:cubicBezTo>
                  <a:cubicBezTo>
                    <a:pt x="499" y="3189"/>
                    <a:pt x="967" y="3386"/>
                    <a:pt x="1431" y="3386"/>
                  </a:cubicBezTo>
                  <a:cubicBezTo>
                    <a:pt x="1560" y="3386"/>
                    <a:pt x="1688" y="3370"/>
                    <a:pt x="1811" y="3340"/>
                  </a:cubicBezTo>
                  <a:cubicBezTo>
                    <a:pt x="2385" y="3200"/>
                    <a:pt x="2914" y="2645"/>
                    <a:pt x="3270" y="2180"/>
                  </a:cubicBezTo>
                  <a:cubicBezTo>
                    <a:pt x="3532" y="2148"/>
                    <a:pt x="3787" y="2065"/>
                    <a:pt x="3991" y="1900"/>
                  </a:cubicBezTo>
                  <a:cubicBezTo>
                    <a:pt x="4195" y="1734"/>
                    <a:pt x="4341" y="1492"/>
                    <a:pt x="4341" y="1224"/>
                  </a:cubicBezTo>
                  <a:cubicBezTo>
                    <a:pt x="4348" y="963"/>
                    <a:pt x="4195" y="701"/>
                    <a:pt x="3952" y="599"/>
                  </a:cubicBezTo>
                  <a:cubicBezTo>
                    <a:pt x="3891" y="575"/>
                    <a:pt x="3825" y="564"/>
                    <a:pt x="3759" y="564"/>
                  </a:cubicBezTo>
                  <a:cubicBezTo>
                    <a:pt x="3563" y="564"/>
                    <a:pt x="3364" y="665"/>
                    <a:pt x="3283" y="842"/>
                  </a:cubicBezTo>
                  <a:cubicBezTo>
                    <a:pt x="2958" y="733"/>
                    <a:pt x="2614" y="459"/>
                    <a:pt x="2537" y="121"/>
                  </a:cubicBezTo>
                  <a:cubicBezTo>
                    <a:pt x="2418" y="275"/>
                    <a:pt x="2111" y="388"/>
                    <a:pt x="1888" y="388"/>
                  </a:cubicBezTo>
                  <a:cubicBezTo>
                    <a:pt x="1861" y="388"/>
                    <a:pt x="1835" y="386"/>
                    <a:pt x="1811" y="383"/>
                  </a:cubicBezTo>
                  <a:cubicBezTo>
                    <a:pt x="1601" y="357"/>
                    <a:pt x="1403" y="204"/>
                    <a:pt x="131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176;p40">
              <a:extLst>
                <a:ext uri="{FF2B5EF4-FFF2-40B4-BE49-F238E27FC236}">
                  <a16:creationId xmlns:a16="http://schemas.microsoft.com/office/drawing/2014/main" id="{08D2ACCD-A09C-5662-5ED0-D4A2B403E627}"/>
                </a:ext>
              </a:extLst>
            </p:cNvPr>
            <p:cNvSpPr/>
            <p:nvPr/>
          </p:nvSpPr>
          <p:spPr>
            <a:xfrm>
              <a:off x="2521181" y="2802564"/>
              <a:ext cx="28278" cy="45003"/>
            </a:xfrm>
            <a:custGeom>
              <a:avLst/>
              <a:gdLst/>
              <a:ahLst/>
              <a:cxnLst/>
              <a:rect l="l" t="t" r="r" b="b"/>
              <a:pathLst>
                <a:path w="498" h="792" extrusionOk="0">
                  <a:moveTo>
                    <a:pt x="180" y="0"/>
                  </a:moveTo>
                  <a:cubicBezTo>
                    <a:pt x="146" y="0"/>
                    <a:pt x="114" y="24"/>
                    <a:pt x="109" y="59"/>
                  </a:cubicBezTo>
                  <a:lnTo>
                    <a:pt x="7" y="709"/>
                  </a:lnTo>
                  <a:cubicBezTo>
                    <a:pt x="0" y="728"/>
                    <a:pt x="7" y="753"/>
                    <a:pt x="20" y="766"/>
                  </a:cubicBezTo>
                  <a:cubicBezTo>
                    <a:pt x="32" y="779"/>
                    <a:pt x="51" y="792"/>
                    <a:pt x="71" y="792"/>
                  </a:cubicBezTo>
                  <a:lnTo>
                    <a:pt x="77" y="792"/>
                  </a:lnTo>
                  <a:lnTo>
                    <a:pt x="427" y="779"/>
                  </a:lnTo>
                  <a:cubicBezTo>
                    <a:pt x="466" y="779"/>
                    <a:pt x="498" y="747"/>
                    <a:pt x="498" y="709"/>
                  </a:cubicBezTo>
                  <a:cubicBezTo>
                    <a:pt x="498" y="674"/>
                    <a:pt x="466" y="644"/>
                    <a:pt x="436" y="644"/>
                  </a:cubicBezTo>
                  <a:cubicBezTo>
                    <a:pt x="433" y="644"/>
                    <a:pt x="430" y="645"/>
                    <a:pt x="427" y="645"/>
                  </a:cubicBezTo>
                  <a:lnTo>
                    <a:pt x="153" y="651"/>
                  </a:lnTo>
                  <a:lnTo>
                    <a:pt x="153" y="651"/>
                  </a:lnTo>
                  <a:lnTo>
                    <a:pt x="249" y="78"/>
                  </a:lnTo>
                  <a:cubicBezTo>
                    <a:pt x="255" y="40"/>
                    <a:pt x="230" y="8"/>
                    <a:pt x="192" y="1"/>
                  </a:cubicBezTo>
                  <a:cubicBezTo>
                    <a:pt x="188" y="1"/>
                    <a:pt x="18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177;p40">
              <a:extLst>
                <a:ext uri="{FF2B5EF4-FFF2-40B4-BE49-F238E27FC236}">
                  <a16:creationId xmlns:a16="http://schemas.microsoft.com/office/drawing/2014/main" id="{47272601-B54D-9154-5C88-190B369B664D}"/>
                </a:ext>
              </a:extLst>
            </p:cNvPr>
            <p:cNvSpPr/>
            <p:nvPr/>
          </p:nvSpPr>
          <p:spPr>
            <a:xfrm>
              <a:off x="2538897" y="2842965"/>
              <a:ext cx="46732" cy="23468"/>
            </a:xfrm>
            <a:custGeom>
              <a:avLst/>
              <a:gdLst/>
              <a:ahLst/>
              <a:cxnLst/>
              <a:rect l="l" t="t" r="r" b="b"/>
              <a:pathLst>
                <a:path w="823" h="413" extrusionOk="0">
                  <a:moveTo>
                    <a:pt x="744" y="0"/>
                  </a:moveTo>
                  <a:cubicBezTo>
                    <a:pt x="716" y="0"/>
                    <a:pt x="686" y="17"/>
                    <a:pt x="676" y="42"/>
                  </a:cubicBezTo>
                  <a:cubicBezTo>
                    <a:pt x="638" y="151"/>
                    <a:pt x="542" y="234"/>
                    <a:pt x="440" y="259"/>
                  </a:cubicBezTo>
                  <a:cubicBezTo>
                    <a:pt x="407" y="269"/>
                    <a:pt x="371" y="274"/>
                    <a:pt x="335" y="274"/>
                  </a:cubicBezTo>
                  <a:cubicBezTo>
                    <a:pt x="256" y="274"/>
                    <a:pt x="177" y="250"/>
                    <a:pt x="115" y="202"/>
                  </a:cubicBezTo>
                  <a:cubicBezTo>
                    <a:pt x="105" y="191"/>
                    <a:pt x="91" y="186"/>
                    <a:pt x="76" y="186"/>
                  </a:cubicBezTo>
                  <a:cubicBezTo>
                    <a:pt x="56" y="186"/>
                    <a:pt x="35" y="196"/>
                    <a:pt x="20" y="214"/>
                  </a:cubicBezTo>
                  <a:cubicBezTo>
                    <a:pt x="1" y="246"/>
                    <a:pt x="1" y="291"/>
                    <a:pt x="33" y="310"/>
                  </a:cubicBezTo>
                  <a:cubicBezTo>
                    <a:pt x="122" y="380"/>
                    <a:pt x="230" y="412"/>
                    <a:pt x="338" y="412"/>
                  </a:cubicBezTo>
                  <a:cubicBezTo>
                    <a:pt x="389" y="412"/>
                    <a:pt x="434" y="406"/>
                    <a:pt x="479" y="393"/>
                  </a:cubicBezTo>
                  <a:cubicBezTo>
                    <a:pt x="625" y="355"/>
                    <a:pt x="753" y="240"/>
                    <a:pt x="810" y="93"/>
                  </a:cubicBezTo>
                  <a:cubicBezTo>
                    <a:pt x="823" y="55"/>
                    <a:pt x="804" y="17"/>
                    <a:pt x="766" y="4"/>
                  </a:cubicBezTo>
                  <a:cubicBezTo>
                    <a:pt x="759" y="1"/>
                    <a:pt x="751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178;p40">
              <a:extLst>
                <a:ext uri="{FF2B5EF4-FFF2-40B4-BE49-F238E27FC236}">
                  <a16:creationId xmlns:a16="http://schemas.microsoft.com/office/drawing/2014/main" id="{AE62BDCF-FE22-2F0A-18F7-E4787536DA1B}"/>
                </a:ext>
              </a:extLst>
            </p:cNvPr>
            <p:cNvSpPr/>
            <p:nvPr/>
          </p:nvSpPr>
          <p:spPr>
            <a:xfrm>
              <a:off x="2478822" y="2753072"/>
              <a:ext cx="41678" cy="11933"/>
            </a:xfrm>
            <a:custGeom>
              <a:avLst/>
              <a:gdLst/>
              <a:ahLst/>
              <a:cxnLst/>
              <a:rect l="l" t="t" r="r" b="b"/>
              <a:pathLst>
                <a:path w="734" h="210" extrusionOk="0">
                  <a:moveTo>
                    <a:pt x="379" y="1"/>
                  </a:moveTo>
                  <a:cubicBezTo>
                    <a:pt x="265" y="1"/>
                    <a:pt x="151" y="26"/>
                    <a:pt x="52" y="76"/>
                  </a:cubicBezTo>
                  <a:cubicBezTo>
                    <a:pt x="13" y="95"/>
                    <a:pt x="1" y="139"/>
                    <a:pt x="20" y="171"/>
                  </a:cubicBezTo>
                  <a:cubicBezTo>
                    <a:pt x="33" y="197"/>
                    <a:pt x="58" y="210"/>
                    <a:pt x="84" y="210"/>
                  </a:cubicBezTo>
                  <a:cubicBezTo>
                    <a:pt x="90" y="210"/>
                    <a:pt x="103" y="210"/>
                    <a:pt x="115" y="203"/>
                  </a:cubicBezTo>
                  <a:cubicBezTo>
                    <a:pt x="198" y="160"/>
                    <a:pt x="290" y="139"/>
                    <a:pt x="382" y="139"/>
                  </a:cubicBezTo>
                  <a:cubicBezTo>
                    <a:pt x="467" y="139"/>
                    <a:pt x="552" y="157"/>
                    <a:pt x="632" y="190"/>
                  </a:cubicBezTo>
                  <a:cubicBezTo>
                    <a:pt x="642" y="196"/>
                    <a:pt x="653" y="199"/>
                    <a:pt x="664" y="199"/>
                  </a:cubicBezTo>
                  <a:cubicBezTo>
                    <a:pt x="688" y="199"/>
                    <a:pt x="712" y="185"/>
                    <a:pt x="721" y="159"/>
                  </a:cubicBezTo>
                  <a:cubicBezTo>
                    <a:pt x="734" y="127"/>
                    <a:pt x="721" y="82"/>
                    <a:pt x="689" y="69"/>
                  </a:cubicBezTo>
                  <a:cubicBezTo>
                    <a:pt x="594" y="23"/>
                    <a:pt x="486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179;p40">
              <a:extLst>
                <a:ext uri="{FF2B5EF4-FFF2-40B4-BE49-F238E27FC236}">
                  <a16:creationId xmlns:a16="http://schemas.microsoft.com/office/drawing/2014/main" id="{979918B3-F089-5498-B5D6-EAAA55DDCE8C}"/>
                </a:ext>
              </a:extLst>
            </p:cNvPr>
            <p:cNvSpPr/>
            <p:nvPr/>
          </p:nvSpPr>
          <p:spPr>
            <a:xfrm>
              <a:off x="2555932" y="2750401"/>
              <a:ext cx="47073" cy="15683"/>
            </a:xfrm>
            <a:custGeom>
              <a:avLst/>
              <a:gdLst/>
              <a:ahLst/>
              <a:cxnLst/>
              <a:rect l="l" t="t" r="r" b="b"/>
              <a:pathLst>
                <a:path w="829" h="276" extrusionOk="0">
                  <a:moveTo>
                    <a:pt x="361" y="0"/>
                  </a:moveTo>
                  <a:cubicBezTo>
                    <a:pt x="251" y="0"/>
                    <a:pt x="142" y="26"/>
                    <a:pt x="45" y="78"/>
                  </a:cubicBezTo>
                  <a:cubicBezTo>
                    <a:pt x="13" y="91"/>
                    <a:pt x="0" y="135"/>
                    <a:pt x="19" y="167"/>
                  </a:cubicBezTo>
                  <a:cubicBezTo>
                    <a:pt x="33" y="194"/>
                    <a:pt x="55" y="208"/>
                    <a:pt x="80" y="208"/>
                  </a:cubicBezTo>
                  <a:cubicBezTo>
                    <a:pt x="91" y="208"/>
                    <a:pt x="103" y="205"/>
                    <a:pt x="115" y="199"/>
                  </a:cubicBezTo>
                  <a:cubicBezTo>
                    <a:pt x="187" y="161"/>
                    <a:pt x="270" y="142"/>
                    <a:pt x="355" y="142"/>
                  </a:cubicBezTo>
                  <a:cubicBezTo>
                    <a:pt x="479" y="142"/>
                    <a:pt x="606" y="183"/>
                    <a:pt x="701" y="263"/>
                  </a:cubicBezTo>
                  <a:cubicBezTo>
                    <a:pt x="714" y="276"/>
                    <a:pt x="733" y="276"/>
                    <a:pt x="746" y="276"/>
                  </a:cubicBezTo>
                  <a:cubicBezTo>
                    <a:pt x="771" y="276"/>
                    <a:pt x="791" y="269"/>
                    <a:pt x="803" y="250"/>
                  </a:cubicBezTo>
                  <a:cubicBezTo>
                    <a:pt x="829" y="225"/>
                    <a:pt x="822" y="180"/>
                    <a:pt x="797" y="155"/>
                  </a:cubicBezTo>
                  <a:cubicBezTo>
                    <a:pt x="677" y="53"/>
                    <a:pt x="51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180;p40">
              <a:extLst>
                <a:ext uri="{FF2B5EF4-FFF2-40B4-BE49-F238E27FC236}">
                  <a16:creationId xmlns:a16="http://schemas.microsoft.com/office/drawing/2014/main" id="{76CD8373-5826-C2D1-65D4-0B56B974EFAB}"/>
                </a:ext>
              </a:extLst>
            </p:cNvPr>
            <p:cNvSpPr/>
            <p:nvPr/>
          </p:nvSpPr>
          <p:spPr>
            <a:xfrm>
              <a:off x="2566436" y="2798246"/>
              <a:ext cx="15615" cy="16024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0" y="1"/>
                  </a:moveTo>
                  <a:cubicBezTo>
                    <a:pt x="57" y="1"/>
                    <a:pt x="0" y="65"/>
                    <a:pt x="0" y="141"/>
                  </a:cubicBezTo>
                  <a:cubicBezTo>
                    <a:pt x="0" y="218"/>
                    <a:pt x="57" y="281"/>
                    <a:pt x="140" y="281"/>
                  </a:cubicBezTo>
                  <a:cubicBezTo>
                    <a:pt x="217" y="281"/>
                    <a:pt x="274" y="218"/>
                    <a:pt x="274" y="141"/>
                  </a:cubicBezTo>
                  <a:cubicBezTo>
                    <a:pt x="274" y="65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181;p40">
              <a:extLst>
                <a:ext uri="{FF2B5EF4-FFF2-40B4-BE49-F238E27FC236}">
                  <a16:creationId xmlns:a16="http://schemas.microsoft.com/office/drawing/2014/main" id="{E6536872-54FA-70C1-664C-7566757C46E8}"/>
                </a:ext>
              </a:extLst>
            </p:cNvPr>
            <p:cNvSpPr/>
            <p:nvPr/>
          </p:nvSpPr>
          <p:spPr>
            <a:xfrm>
              <a:off x="2491882" y="2795746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0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182;p40">
              <a:extLst>
                <a:ext uri="{FF2B5EF4-FFF2-40B4-BE49-F238E27FC236}">
                  <a16:creationId xmlns:a16="http://schemas.microsoft.com/office/drawing/2014/main" id="{68A91FCE-EDAE-0E72-1C30-E5678B1B94A2}"/>
                </a:ext>
              </a:extLst>
            </p:cNvPr>
            <p:cNvSpPr/>
            <p:nvPr/>
          </p:nvSpPr>
          <p:spPr>
            <a:xfrm>
              <a:off x="2665919" y="2766141"/>
              <a:ext cx="35546" cy="34378"/>
            </a:xfrm>
            <a:custGeom>
              <a:avLst/>
              <a:gdLst/>
              <a:ahLst/>
              <a:cxnLst/>
              <a:rect l="l" t="t" r="r" b="b"/>
              <a:pathLst>
                <a:path w="626" h="605" extrusionOk="0">
                  <a:moveTo>
                    <a:pt x="552" y="0"/>
                  </a:moveTo>
                  <a:cubicBezTo>
                    <a:pt x="535" y="0"/>
                    <a:pt x="517" y="8"/>
                    <a:pt x="504" y="24"/>
                  </a:cubicBezTo>
                  <a:lnTo>
                    <a:pt x="33" y="483"/>
                  </a:lnTo>
                  <a:cubicBezTo>
                    <a:pt x="1" y="515"/>
                    <a:pt x="1" y="560"/>
                    <a:pt x="26" y="585"/>
                  </a:cubicBezTo>
                  <a:cubicBezTo>
                    <a:pt x="45" y="598"/>
                    <a:pt x="58" y="604"/>
                    <a:pt x="77" y="604"/>
                  </a:cubicBezTo>
                  <a:cubicBezTo>
                    <a:pt x="96" y="604"/>
                    <a:pt x="115" y="598"/>
                    <a:pt x="128" y="585"/>
                  </a:cubicBezTo>
                  <a:lnTo>
                    <a:pt x="600" y="120"/>
                  </a:lnTo>
                  <a:cubicBezTo>
                    <a:pt x="625" y="94"/>
                    <a:pt x="625" y="50"/>
                    <a:pt x="600" y="24"/>
                  </a:cubicBezTo>
                  <a:cubicBezTo>
                    <a:pt x="587" y="8"/>
                    <a:pt x="570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183;p40">
              <a:extLst>
                <a:ext uri="{FF2B5EF4-FFF2-40B4-BE49-F238E27FC236}">
                  <a16:creationId xmlns:a16="http://schemas.microsoft.com/office/drawing/2014/main" id="{3052AE78-B854-DEFA-CEEB-8737F938EEA7}"/>
                </a:ext>
              </a:extLst>
            </p:cNvPr>
            <p:cNvSpPr/>
            <p:nvPr/>
          </p:nvSpPr>
          <p:spPr>
            <a:xfrm>
              <a:off x="2600449" y="2873081"/>
              <a:ext cx="29697" cy="23752"/>
            </a:xfrm>
            <a:custGeom>
              <a:avLst/>
              <a:gdLst/>
              <a:ahLst/>
              <a:cxnLst/>
              <a:rect l="l" t="t" r="r" b="b"/>
              <a:pathLst>
                <a:path w="523" h="418" extrusionOk="0">
                  <a:moveTo>
                    <a:pt x="446" y="0"/>
                  </a:moveTo>
                  <a:cubicBezTo>
                    <a:pt x="431" y="0"/>
                    <a:pt x="415" y="5"/>
                    <a:pt x="402" y="16"/>
                  </a:cubicBezTo>
                  <a:lnTo>
                    <a:pt x="38" y="290"/>
                  </a:lnTo>
                  <a:cubicBezTo>
                    <a:pt x="7" y="315"/>
                    <a:pt x="0" y="360"/>
                    <a:pt x="19" y="392"/>
                  </a:cubicBezTo>
                  <a:cubicBezTo>
                    <a:pt x="38" y="411"/>
                    <a:pt x="58" y="417"/>
                    <a:pt x="77" y="417"/>
                  </a:cubicBezTo>
                  <a:cubicBezTo>
                    <a:pt x="89" y="417"/>
                    <a:pt x="109" y="411"/>
                    <a:pt x="121" y="405"/>
                  </a:cubicBezTo>
                  <a:lnTo>
                    <a:pt x="485" y="124"/>
                  </a:lnTo>
                  <a:cubicBezTo>
                    <a:pt x="516" y="99"/>
                    <a:pt x="523" y="54"/>
                    <a:pt x="504" y="29"/>
                  </a:cubicBezTo>
                  <a:cubicBezTo>
                    <a:pt x="489" y="10"/>
                    <a:pt x="46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47859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6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16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86;p49">
            <a:extLst>
              <a:ext uri="{FF2B5EF4-FFF2-40B4-BE49-F238E27FC236}">
                <a16:creationId xmlns:a16="http://schemas.microsoft.com/office/drawing/2014/main" id="{29EE62B6-C1B1-59D0-8EE5-D8B7415BFE01}"/>
              </a:ext>
            </a:extLst>
          </p:cNvPr>
          <p:cNvGrpSpPr/>
          <p:nvPr/>
        </p:nvGrpSpPr>
        <p:grpSpPr>
          <a:xfrm flipH="1">
            <a:off x="2151431" y="3328778"/>
            <a:ext cx="614551" cy="1559752"/>
            <a:chOff x="2166854" y="1940708"/>
            <a:chExt cx="945351" cy="2399332"/>
          </a:xfrm>
        </p:grpSpPr>
        <p:sp>
          <p:nvSpPr>
            <p:cNvPr id="3" name="Google Shape;1587;p49">
              <a:extLst>
                <a:ext uri="{FF2B5EF4-FFF2-40B4-BE49-F238E27FC236}">
                  <a16:creationId xmlns:a16="http://schemas.microsoft.com/office/drawing/2014/main" id="{84C371C4-8972-E711-6BDD-541DD316DE04}"/>
                </a:ext>
              </a:extLst>
            </p:cNvPr>
            <p:cNvSpPr/>
            <p:nvPr/>
          </p:nvSpPr>
          <p:spPr>
            <a:xfrm>
              <a:off x="2768199" y="3559844"/>
              <a:ext cx="319382" cy="720377"/>
            </a:xfrm>
            <a:custGeom>
              <a:avLst/>
              <a:gdLst/>
              <a:ahLst/>
              <a:cxnLst/>
              <a:rect l="l" t="t" r="r" b="b"/>
              <a:pathLst>
                <a:path w="5616" h="12676" extrusionOk="0">
                  <a:moveTo>
                    <a:pt x="5602" y="0"/>
                  </a:moveTo>
                  <a:lnTo>
                    <a:pt x="5602" y="0"/>
                  </a:lnTo>
                  <a:cubicBezTo>
                    <a:pt x="4015" y="204"/>
                    <a:pt x="2479" y="402"/>
                    <a:pt x="892" y="606"/>
                  </a:cubicBezTo>
                  <a:cubicBezTo>
                    <a:pt x="969" y="1141"/>
                    <a:pt x="1045" y="1677"/>
                    <a:pt x="1122" y="2212"/>
                  </a:cubicBezTo>
                  <a:cubicBezTo>
                    <a:pt x="593" y="5647"/>
                    <a:pt x="0" y="9063"/>
                    <a:pt x="529" y="12486"/>
                  </a:cubicBezTo>
                  <a:cubicBezTo>
                    <a:pt x="1090" y="12550"/>
                    <a:pt x="1587" y="12639"/>
                    <a:pt x="2148" y="12671"/>
                  </a:cubicBezTo>
                  <a:cubicBezTo>
                    <a:pt x="2194" y="12674"/>
                    <a:pt x="2241" y="12675"/>
                    <a:pt x="2288" y="12675"/>
                  </a:cubicBezTo>
                  <a:cubicBezTo>
                    <a:pt x="2724" y="12675"/>
                    <a:pt x="3199" y="12545"/>
                    <a:pt x="3544" y="12320"/>
                  </a:cubicBezTo>
                  <a:cubicBezTo>
                    <a:pt x="4563" y="9261"/>
                    <a:pt x="5086" y="5533"/>
                    <a:pt x="5500" y="2352"/>
                  </a:cubicBezTo>
                  <a:cubicBezTo>
                    <a:pt x="5615" y="1454"/>
                    <a:pt x="5488" y="899"/>
                    <a:pt x="560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8;p49">
              <a:extLst>
                <a:ext uri="{FF2B5EF4-FFF2-40B4-BE49-F238E27FC236}">
                  <a16:creationId xmlns:a16="http://schemas.microsoft.com/office/drawing/2014/main" id="{840B67A1-D8D0-20CF-6411-3C18AC05C5C5}"/>
                </a:ext>
              </a:extLst>
            </p:cNvPr>
            <p:cNvSpPr/>
            <p:nvPr/>
          </p:nvSpPr>
          <p:spPr>
            <a:xfrm>
              <a:off x="2955928" y="3668726"/>
              <a:ext cx="83428" cy="34212"/>
            </a:xfrm>
            <a:custGeom>
              <a:avLst/>
              <a:gdLst/>
              <a:ahLst/>
              <a:cxnLst/>
              <a:rect l="l" t="t" r="r" b="b"/>
              <a:pathLst>
                <a:path w="1467" h="602" extrusionOk="0">
                  <a:moveTo>
                    <a:pt x="80" y="0"/>
                  </a:moveTo>
                  <a:cubicBezTo>
                    <a:pt x="69" y="0"/>
                    <a:pt x="57" y="3"/>
                    <a:pt x="45" y="9"/>
                  </a:cubicBezTo>
                  <a:cubicBezTo>
                    <a:pt x="13" y="22"/>
                    <a:pt x="1" y="67"/>
                    <a:pt x="13" y="98"/>
                  </a:cubicBezTo>
                  <a:cubicBezTo>
                    <a:pt x="141" y="347"/>
                    <a:pt x="389" y="538"/>
                    <a:pt x="663" y="589"/>
                  </a:cubicBezTo>
                  <a:cubicBezTo>
                    <a:pt x="714" y="596"/>
                    <a:pt x="765" y="602"/>
                    <a:pt x="816" y="602"/>
                  </a:cubicBezTo>
                  <a:cubicBezTo>
                    <a:pt x="1046" y="602"/>
                    <a:pt x="1275" y="513"/>
                    <a:pt x="1441" y="360"/>
                  </a:cubicBezTo>
                  <a:cubicBezTo>
                    <a:pt x="1466" y="334"/>
                    <a:pt x="1466" y="290"/>
                    <a:pt x="1441" y="264"/>
                  </a:cubicBezTo>
                  <a:cubicBezTo>
                    <a:pt x="1427" y="247"/>
                    <a:pt x="1409" y="239"/>
                    <a:pt x="1390" y="239"/>
                  </a:cubicBezTo>
                  <a:cubicBezTo>
                    <a:pt x="1374" y="239"/>
                    <a:pt x="1357" y="246"/>
                    <a:pt x="1345" y="258"/>
                  </a:cubicBezTo>
                  <a:cubicBezTo>
                    <a:pt x="1207" y="391"/>
                    <a:pt x="1016" y="462"/>
                    <a:pt x="827" y="462"/>
                  </a:cubicBezTo>
                  <a:cubicBezTo>
                    <a:pt x="781" y="462"/>
                    <a:pt x="734" y="458"/>
                    <a:pt x="689" y="449"/>
                  </a:cubicBezTo>
                  <a:cubicBezTo>
                    <a:pt x="453" y="411"/>
                    <a:pt x="243" y="251"/>
                    <a:pt x="141" y="41"/>
                  </a:cubicBezTo>
                  <a:cubicBezTo>
                    <a:pt x="128" y="15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9;p49">
              <a:extLst>
                <a:ext uri="{FF2B5EF4-FFF2-40B4-BE49-F238E27FC236}">
                  <a16:creationId xmlns:a16="http://schemas.microsoft.com/office/drawing/2014/main" id="{CA026DCE-9D7B-440B-3826-31FA18646C08}"/>
                </a:ext>
              </a:extLst>
            </p:cNvPr>
            <p:cNvSpPr/>
            <p:nvPr/>
          </p:nvSpPr>
          <p:spPr>
            <a:xfrm>
              <a:off x="2767460" y="4129599"/>
              <a:ext cx="313183" cy="210441"/>
            </a:xfrm>
            <a:custGeom>
              <a:avLst/>
              <a:gdLst/>
              <a:ahLst/>
              <a:cxnLst/>
              <a:rect l="l" t="t" r="r" b="b"/>
              <a:pathLst>
                <a:path w="5507" h="3703" extrusionOk="0">
                  <a:moveTo>
                    <a:pt x="2887" y="1"/>
                  </a:moveTo>
                  <a:cubicBezTo>
                    <a:pt x="2736" y="1"/>
                    <a:pt x="2582" y="48"/>
                    <a:pt x="2454" y="127"/>
                  </a:cubicBezTo>
                  <a:cubicBezTo>
                    <a:pt x="2244" y="267"/>
                    <a:pt x="2084" y="484"/>
                    <a:pt x="1951" y="701"/>
                  </a:cubicBezTo>
                  <a:cubicBezTo>
                    <a:pt x="1817" y="918"/>
                    <a:pt x="1689" y="1147"/>
                    <a:pt x="1511" y="1332"/>
                  </a:cubicBezTo>
                  <a:cubicBezTo>
                    <a:pt x="1071" y="1153"/>
                    <a:pt x="599" y="969"/>
                    <a:pt x="160" y="790"/>
                  </a:cubicBezTo>
                  <a:cubicBezTo>
                    <a:pt x="115" y="1733"/>
                    <a:pt x="45" y="2664"/>
                    <a:pt x="0" y="3601"/>
                  </a:cubicBezTo>
                  <a:lnTo>
                    <a:pt x="5424" y="3703"/>
                  </a:lnTo>
                  <a:cubicBezTo>
                    <a:pt x="5507" y="3563"/>
                    <a:pt x="5443" y="3371"/>
                    <a:pt x="5329" y="3250"/>
                  </a:cubicBezTo>
                  <a:cubicBezTo>
                    <a:pt x="5220" y="3129"/>
                    <a:pt x="5067" y="3053"/>
                    <a:pt x="4940" y="2951"/>
                  </a:cubicBezTo>
                  <a:cubicBezTo>
                    <a:pt x="4659" y="2740"/>
                    <a:pt x="4474" y="2428"/>
                    <a:pt x="4360" y="2097"/>
                  </a:cubicBezTo>
                  <a:cubicBezTo>
                    <a:pt x="4245" y="1765"/>
                    <a:pt x="4143" y="1415"/>
                    <a:pt x="4092" y="1071"/>
                  </a:cubicBezTo>
                  <a:cubicBezTo>
                    <a:pt x="3965" y="1204"/>
                    <a:pt x="3831" y="1313"/>
                    <a:pt x="3703" y="1447"/>
                  </a:cubicBezTo>
                  <a:cubicBezTo>
                    <a:pt x="3608" y="1211"/>
                    <a:pt x="3595" y="956"/>
                    <a:pt x="3550" y="707"/>
                  </a:cubicBezTo>
                  <a:cubicBezTo>
                    <a:pt x="3506" y="459"/>
                    <a:pt x="3404" y="204"/>
                    <a:pt x="3187" y="76"/>
                  </a:cubicBezTo>
                  <a:cubicBezTo>
                    <a:pt x="3095" y="24"/>
                    <a:pt x="2992" y="1"/>
                    <a:pt x="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0;p49">
              <a:extLst>
                <a:ext uri="{FF2B5EF4-FFF2-40B4-BE49-F238E27FC236}">
                  <a16:creationId xmlns:a16="http://schemas.microsoft.com/office/drawing/2014/main" id="{F9467EFF-096F-F1B8-81D1-553ABACD56C9}"/>
                </a:ext>
              </a:extLst>
            </p:cNvPr>
            <p:cNvSpPr/>
            <p:nvPr/>
          </p:nvSpPr>
          <p:spPr>
            <a:xfrm>
              <a:off x="2887058" y="4198758"/>
              <a:ext cx="78708" cy="9832"/>
            </a:xfrm>
            <a:custGeom>
              <a:avLst/>
              <a:gdLst/>
              <a:ahLst/>
              <a:cxnLst/>
              <a:rect l="l" t="t" r="r" b="b"/>
              <a:pathLst>
                <a:path w="1384" h="173" extrusionOk="0">
                  <a:moveTo>
                    <a:pt x="71" y="0"/>
                  </a:moveTo>
                  <a:cubicBezTo>
                    <a:pt x="32" y="0"/>
                    <a:pt x="1" y="26"/>
                    <a:pt x="1" y="64"/>
                  </a:cubicBezTo>
                  <a:cubicBezTo>
                    <a:pt x="1" y="102"/>
                    <a:pt x="32" y="140"/>
                    <a:pt x="71" y="140"/>
                  </a:cubicBezTo>
                  <a:lnTo>
                    <a:pt x="1313" y="172"/>
                  </a:lnTo>
                  <a:cubicBezTo>
                    <a:pt x="1352" y="172"/>
                    <a:pt x="1384" y="140"/>
                    <a:pt x="1384" y="102"/>
                  </a:cubicBezTo>
                  <a:cubicBezTo>
                    <a:pt x="1384" y="64"/>
                    <a:pt x="1352" y="32"/>
                    <a:pt x="1313" y="32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1;p49">
              <a:extLst>
                <a:ext uri="{FF2B5EF4-FFF2-40B4-BE49-F238E27FC236}">
                  <a16:creationId xmlns:a16="http://schemas.microsoft.com/office/drawing/2014/main" id="{25753FF9-2070-F868-FA75-F0D3A285339B}"/>
                </a:ext>
              </a:extLst>
            </p:cNvPr>
            <p:cNvSpPr/>
            <p:nvPr/>
          </p:nvSpPr>
          <p:spPr>
            <a:xfrm>
              <a:off x="2899001" y="4231320"/>
              <a:ext cx="73305" cy="10911"/>
            </a:xfrm>
            <a:custGeom>
              <a:avLst/>
              <a:gdLst/>
              <a:ahLst/>
              <a:cxnLst/>
              <a:rect l="l" t="t" r="r" b="b"/>
              <a:pathLst>
                <a:path w="1289" h="192" extrusionOk="0">
                  <a:moveTo>
                    <a:pt x="1218" y="1"/>
                  </a:moveTo>
                  <a:lnTo>
                    <a:pt x="71" y="58"/>
                  </a:lnTo>
                  <a:cubicBezTo>
                    <a:pt x="33" y="58"/>
                    <a:pt x="1" y="90"/>
                    <a:pt x="1" y="128"/>
                  </a:cubicBezTo>
                  <a:cubicBezTo>
                    <a:pt x="1" y="166"/>
                    <a:pt x="33" y="192"/>
                    <a:pt x="71" y="192"/>
                  </a:cubicBezTo>
                  <a:lnTo>
                    <a:pt x="77" y="192"/>
                  </a:lnTo>
                  <a:lnTo>
                    <a:pt x="1225" y="141"/>
                  </a:lnTo>
                  <a:cubicBezTo>
                    <a:pt x="1263" y="135"/>
                    <a:pt x="1288" y="103"/>
                    <a:pt x="1288" y="64"/>
                  </a:cubicBezTo>
                  <a:cubicBezTo>
                    <a:pt x="1288" y="26"/>
                    <a:pt x="1256" y="1"/>
                    <a:pt x="1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92;p49">
              <a:extLst>
                <a:ext uri="{FF2B5EF4-FFF2-40B4-BE49-F238E27FC236}">
                  <a16:creationId xmlns:a16="http://schemas.microsoft.com/office/drawing/2014/main" id="{742AAC54-2635-4CEE-FDA9-90E75920DB85}"/>
                </a:ext>
              </a:extLst>
            </p:cNvPr>
            <p:cNvSpPr/>
            <p:nvPr/>
          </p:nvSpPr>
          <p:spPr>
            <a:xfrm>
              <a:off x="2901219" y="4259961"/>
              <a:ext cx="81950" cy="10173"/>
            </a:xfrm>
            <a:custGeom>
              <a:avLst/>
              <a:gdLst/>
              <a:ahLst/>
              <a:cxnLst/>
              <a:rect l="l" t="t" r="r" b="b"/>
              <a:pathLst>
                <a:path w="1441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370" y="179"/>
                  </a:lnTo>
                  <a:cubicBezTo>
                    <a:pt x="1409" y="179"/>
                    <a:pt x="1441" y="147"/>
                    <a:pt x="1441" y="109"/>
                  </a:cubicBezTo>
                  <a:cubicBezTo>
                    <a:pt x="1441" y="70"/>
                    <a:pt x="1415" y="38"/>
                    <a:pt x="1377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93;p49">
              <a:extLst>
                <a:ext uri="{FF2B5EF4-FFF2-40B4-BE49-F238E27FC236}">
                  <a16:creationId xmlns:a16="http://schemas.microsoft.com/office/drawing/2014/main" id="{B9426BC6-63C3-3FEE-6966-8869E50F32EC}"/>
                </a:ext>
              </a:extLst>
            </p:cNvPr>
            <p:cNvSpPr/>
            <p:nvPr/>
          </p:nvSpPr>
          <p:spPr>
            <a:xfrm>
              <a:off x="2765640" y="4281158"/>
              <a:ext cx="305619" cy="46601"/>
            </a:xfrm>
            <a:custGeom>
              <a:avLst/>
              <a:gdLst/>
              <a:ahLst/>
              <a:cxnLst/>
              <a:rect l="l" t="t" r="r" b="b"/>
              <a:pathLst>
                <a:path w="5374" h="820" extrusionOk="0">
                  <a:moveTo>
                    <a:pt x="80" y="0"/>
                  </a:moveTo>
                  <a:cubicBezTo>
                    <a:pt x="60" y="0"/>
                    <a:pt x="41" y="10"/>
                    <a:pt x="26" y="29"/>
                  </a:cubicBezTo>
                  <a:cubicBezTo>
                    <a:pt x="1" y="54"/>
                    <a:pt x="7" y="99"/>
                    <a:pt x="32" y="124"/>
                  </a:cubicBezTo>
                  <a:cubicBezTo>
                    <a:pt x="689" y="666"/>
                    <a:pt x="1638" y="698"/>
                    <a:pt x="2333" y="717"/>
                  </a:cubicBezTo>
                  <a:lnTo>
                    <a:pt x="5303" y="819"/>
                  </a:lnTo>
                  <a:cubicBezTo>
                    <a:pt x="5341" y="819"/>
                    <a:pt x="5373" y="787"/>
                    <a:pt x="5373" y="749"/>
                  </a:cubicBezTo>
                  <a:cubicBezTo>
                    <a:pt x="5373" y="711"/>
                    <a:pt x="5348" y="679"/>
                    <a:pt x="5310" y="679"/>
                  </a:cubicBezTo>
                  <a:lnTo>
                    <a:pt x="2340" y="583"/>
                  </a:lnTo>
                  <a:cubicBezTo>
                    <a:pt x="1498" y="551"/>
                    <a:pt x="695" y="488"/>
                    <a:pt x="122" y="16"/>
                  </a:cubicBezTo>
                  <a:cubicBezTo>
                    <a:pt x="108" y="5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94;p49">
              <a:extLst>
                <a:ext uri="{FF2B5EF4-FFF2-40B4-BE49-F238E27FC236}">
                  <a16:creationId xmlns:a16="http://schemas.microsoft.com/office/drawing/2014/main" id="{FFCB237D-A18F-83D1-C09E-06AA417DBB33}"/>
                </a:ext>
              </a:extLst>
            </p:cNvPr>
            <p:cNvSpPr/>
            <p:nvPr/>
          </p:nvSpPr>
          <p:spPr>
            <a:xfrm>
              <a:off x="2850434" y="4197565"/>
              <a:ext cx="59884" cy="125083"/>
            </a:xfrm>
            <a:custGeom>
              <a:avLst/>
              <a:gdLst/>
              <a:ahLst/>
              <a:cxnLst/>
              <a:rect l="l" t="t" r="r" b="b"/>
              <a:pathLst>
                <a:path w="1053" h="2201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cubicBezTo>
                    <a:pt x="224" y="818"/>
                    <a:pt x="523" y="1512"/>
                    <a:pt x="912" y="2169"/>
                  </a:cubicBezTo>
                  <a:cubicBezTo>
                    <a:pt x="925" y="2188"/>
                    <a:pt x="944" y="2201"/>
                    <a:pt x="970" y="2201"/>
                  </a:cubicBezTo>
                  <a:cubicBezTo>
                    <a:pt x="982" y="2201"/>
                    <a:pt x="995" y="2201"/>
                    <a:pt x="1008" y="2194"/>
                  </a:cubicBezTo>
                  <a:cubicBezTo>
                    <a:pt x="1040" y="2175"/>
                    <a:pt x="1052" y="2131"/>
                    <a:pt x="1027" y="2099"/>
                  </a:cubicBezTo>
                  <a:cubicBezTo>
                    <a:pt x="651" y="1455"/>
                    <a:pt x="351" y="767"/>
                    <a:pt x="147" y="53"/>
                  </a:cubicBez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95;p49">
              <a:extLst>
                <a:ext uri="{FF2B5EF4-FFF2-40B4-BE49-F238E27FC236}">
                  <a16:creationId xmlns:a16="http://schemas.microsoft.com/office/drawing/2014/main" id="{1ACE766B-BA5C-5121-E3B9-CB35323A661E}"/>
                </a:ext>
              </a:extLst>
            </p:cNvPr>
            <p:cNvSpPr/>
            <p:nvPr/>
          </p:nvSpPr>
          <p:spPr>
            <a:xfrm>
              <a:off x="2974411" y="4205464"/>
              <a:ext cx="73647" cy="91098"/>
            </a:xfrm>
            <a:custGeom>
              <a:avLst/>
              <a:gdLst/>
              <a:ahLst/>
              <a:cxnLst/>
              <a:rect l="l" t="t" r="r" b="b"/>
              <a:pathLst>
                <a:path w="1295" h="1603" extrusionOk="0">
                  <a:moveTo>
                    <a:pt x="78" y="1"/>
                  </a:moveTo>
                  <a:cubicBezTo>
                    <a:pt x="67" y="1"/>
                    <a:pt x="55" y="3"/>
                    <a:pt x="45" y="10"/>
                  </a:cubicBezTo>
                  <a:cubicBezTo>
                    <a:pt x="7" y="29"/>
                    <a:pt x="1" y="67"/>
                    <a:pt x="20" y="105"/>
                  </a:cubicBezTo>
                  <a:cubicBezTo>
                    <a:pt x="326" y="653"/>
                    <a:pt x="714" y="1150"/>
                    <a:pt x="1167" y="1584"/>
                  </a:cubicBezTo>
                  <a:cubicBezTo>
                    <a:pt x="1180" y="1597"/>
                    <a:pt x="1199" y="1603"/>
                    <a:pt x="1218" y="1603"/>
                  </a:cubicBezTo>
                  <a:cubicBezTo>
                    <a:pt x="1237" y="1603"/>
                    <a:pt x="1256" y="1597"/>
                    <a:pt x="1269" y="1584"/>
                  </a:cubicBezTo>
                  <a:cubicBezTo>
                    <a:pt x="1294" y="1552"/>
                    <a:pt x="1294" y="1507"/>
                    <a:pt x="1262" y="1482"/>
                  </a:cubicBezTo>
                  <a:cubicBezTo>
                    <a:pt x="823" y="1061"/>
                    <a:pt x="440" y="570"/>
                    <a:pt x="141" y="35"/>
                  </a:cubicBezTo>
                  <a:cubicBezTo>
                    <a:pt x="128" y="13"/>
                    <a:pt x="103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96;p49">
              <a:extLst>
                <a:ext uri="{FF2B5EF4-FFF2-40B4-BE49-F238E27FC236}">
                  <a16:creationId xmlns:a16="http://schemas.microsoft.com/office/drawing/2014/main" id="{B110A200-8A8E-D5C7-9034-F7C808279BB7}"/>
                </a:ext>
              </a:extLst>
            </p:cNvPr>
            <p:cNvSpPr/>
            <p:nvPr/>
          </p:nvSpPr>
          <p:spPr>
            <a:xfrm>
              <a:off x="2374942" y="3565754"/>
              <a:ext cx="361409" cy="695372"/>
            </a:xfrm>
            <a:custGeom>
              <a:avLst/>
              <a:gdLst/>
              <a:ahLst/>
              <a:cxnLst/>
              <a:rect l="l" t="t" r="r" b="b"/>
              <a:pathLst>
                <a:path w="6355" h="12236" extrusionOk="0">
                  <a:moveTo>
                    <a:pt x="3863" y="0"/>
                  </a:moveTo>
                  <a:cubicBezTo>
                    <a:pt x="3284" y="0"/>
                    <a:pt x="2720" y="168"/>
                    <a:pt x="2243" y="515"/>
                  </a:cubicBezTo>
                  <a:cubicBezTo>
                    <a:pt x="2167" y="1331"/>
                    <a:pt x="2084" y="2140"/>
                    <a:pt x="2008" y="2956"/>
                  </a:cubicBezTo>
                  <a:cubicBezTo>
                    <a:pt x="1746" y="5562"/>
                    <a:pt x="1581" y="8246"/>
                    <a:pt x="1377" y="10859"/>
                  </a:cubicBezTo>
                  <a:cubicBezTo>
                    <a:pt x="918" y="11318"/>
                    <a:pt x="453" y="11770"/>
                    <a:pt x="0" y="12235"/>
                  </a:cubicBezTo>
                  <a:cubicBezTo>
                    <a:pt x="1581" y="12025"/>
                    <a:pt x="3174" y="11630"/>
                    <a:pt x="4761" y="11426"/>
                  </a:cubicBezTo>
                  <a:cubicBezTo>
                    <a:pt x="5883" y="8131"/>
                    <a:pt x="6354" y="4619"/>
                    <a:pt x="6138" y="1152"/>
                  </a:cubicBezTo>
                  <a:cubicBezTo>
                    <a:pt x="5698" y="553"/>
                    <a:pt x="5067" y="145"/>
                    <a:pt x="4334" y="37"/>
                  </a:cubicBezTo>
                  <a:cubicBezTo>
                    <a:pt x="4177" y="12"/>
                    <a:pt x="4019" y="0"/>
                    <a:pt x="3863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7;p49">
              <a:extLst>
                <a:ext uri="{FF2B5EF4-FFF2-40B4-BE49-F238E27FC236}">
                  <a16:creationId xmlns:a16="http://schemas.microsoft.com/office/drawing/2014/main" id="{E5D3D3E2-AF05-D01C-6B57-CC5A8337B75C}"/>
                </a:ext>
              </a:extLst>
            </p:cNvPr>
            <p:cNvSpPr/>
            <p:nvPr/>
          </p:nvSpPr>
          <p:spPr>
            <a:xfrm>
              <a:off x="2511544" y="3677477"/>
              <a:ext cx="82689" cy="31995"/>
            </a:xfrm>
            <a:custGeom>
              <a:avLst/>
              <a:gdLst/>
              <a:ahLst/>
              <a:cxnLst/>
              <a:rect l="l" t="t" r="r" b="b"/>
              <a:pathLst>
                <a:path w="1454" h="563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7"/>
                    <a:pt x="1" y="66"/>
                    <a:pt x="20" y="104"/>
                  </a:cubicBezTo>
                  <a:cubicBezTo>
                    <a:pt x="147" y="352"/>
                    <a:pt x="409" y="531"/>
                    <a:pt x="689" y="563"/>
                  </a:cubicBezTo>
                  <a:lnTo>
                    <a:pt x="766" y="563"/>
                  </a:lnTo>
                  <a:cubicBezTo>
                    <a:pt x="1021" y="563"/>
                    <a:pt x="1275" y="442"/>
                    <a:pt x="1435" y="238"/>
                  </a:cubicBezTo>
                  <a:cubicBezTo>
                    <a:pt x="1454" y="206"/>
                    <a:pt x="1448" y="168"/>
                    <a:pt x="1422" y="142"/>
                  </a:cubicBezTo>
                  <a:cubicBezTo>
                    <a:pt x="1409" y="131"/>
                    <a:pt x="1393" y="126"/>
                    <a:pt x="1378" y="126"/>
                  </a:cubicBezTo>
                  <a:cubicBezTo>
                    <a:pt x="1356" y="126"/>
                    <a:pt x="1335" y="136"/>
                    <a:pt x="1320" y="155"/>
                  </a:cubicBezTo>
                  <a:cubicBezTo>
                    <a:pt x="1191" y="325"/>
                    <a:pt x="970" y="425"/>
                    <a:pt x="757" y="425"/>
                  </a:cubicBezTo>
                  <a:cubicBezTo>
                    <a:pt x="739" y="425"/>
                    <a:pt x="720" y="424"/>
                    <a:pt x="702" y="422"/>
                  </a:cubicBezTo>
                  <a:cubicBezTo>
                    <a:pt x="466" y="397"/>
                    <a:pt x="249" y="250"/>
                    <a:pt x="141" y="40"/>
                  </a:cubicBez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8;p49">
              <a:extLst>
                <a:ext uri="{FF2B5EF4-FFF2-40B4-BE49-F238E27FC236}">
                  <a16:creationId xmlns:a16="http://schemas.microsoft.com/office/drawing/2014/main" id="{E7E217B3-2C86-D37D-1AF9-0C230399BB72}"/>
                </a:ext>
              </a:extLst>
            </p:cNvPr>
            <p:cNvSpPr/>
            <p:nvPr/>
          </p:nvSpPr>
          <p:spPr>
            <a:xfrm>
              <a:off x="2281391" y="4122552"/>
              <a:ext cx="387512" cy="213510"/>
            </a:xfrm>
            <a:custGeom>
              <a:avLst/>
              <a:gdLst/>
              <a:ahLst/>
              <a:cxnLst/>
              <a:rect l="l" t="t" r="r" b="b"/>
              <a:pathLst>
                <a:path w="6814" h="3757" extrusionOk="0">
                  <a:moveTo>
                    <a:pt x="3531" y="1"/>
                  </a:moveTo>
                  <a:cubicBezTo>
                    <a:pt x="3501" y="1"/>
                    <a:pt x="3472" y="3"/>
                    <a:pt x="3442" y="9"/>
                  </a:cubicBezTo>
                  <a:cubicBezTo>
                    <a:pt x="3213" y="47"/>
                    <a:pt x="3041" y="251"/>
                    <a:pt x="2932" y="462"/>
                  </a:cubicBezTo>
                  <a:cubicBezTo>
                    <a:pt x="2818" y="672"/>
                    <a:pt x="2748" y="901"/>
                    <a:pt x="2595" y="1080"/>
                  </a:cubicBezTo>
                  <a:cubicBezTo>
                    <a:pt x="1970" y="1845"/>
                    <a:pt x="1154" y="2463"/>
                    <a:pt x="421" y="3126"/>
                  </a:cubicBezTo>
                  <a:cubicBezTo>
                    <a:pt x="230" y="3298"/>
                    <a:pt x="26" y="3495"/>
                    <a:pt x="1" y="3757"/>
                  </a:cubicBezTo>
                  <a:lnTo>
                    <a:pt x="6527" y="3667"/>
                  </a:lnTo>
                  <a:cubicBezTo>
                    <a:pt x="6635" y="2769"/>
                    <a:pt x="6705" y="1883"/>
                    <a:pt x="6814" y="984"/>
                  </a:cubicBezTo>
                  <a:lnTo>
                    <a:pt x="6814" y="984"/>
                  </a:lnTo>
                  <a:cubicBezTo>
                    <a:pt x="5966" y="1048"/>
                    <a:pt x="5125" y="1086"/>
                    <a:pt x="4277" y="1156"/>
                  </a:cubicBezTo>
                  <a:cubicBezTo>
                    <a:pt x="4252" y="889"/>
                    <a:pt x="4226" y="615"/>
                    <a:pt x="4099" y="379"/>
                  </a:cubicBezTo>
                  <a:cubicBezTo>
                    <a:pt x="3980" y="170"/>
                    <a:pt x="3761" y="1"/>
                    <a:pt x="3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9;p49">
              <a:extLst>
                <a:ext uri="{FF2B5EF4-FFF2-40B4-BE49-F238E27FC236}">
                  <a16:creationId xmlns:a16="http://schemas.microsoft.com/office/drawing/2014/main" id="{415F2F62-2646-C349-96FC-A01963C3BC4A}"/>
                </a:ext>
              </a:extLst>
            </p:cNvPr>
            <p:cNvSpPr/>
            <p:nvPr/>
          </p:nvSpPr>
          <p:spPr>
            <a:xfrm>
              <a:off x="2289751" y="4285591"/>
              <a:ext cx="378811" cy="39951"/>
            </a:xfrm>
            <a:custGeom>
              <a:avLst/>
              <a:gdLst/>
              <a:ahLst/>
              <a:cxnLst/>
              <a:rect l="l" t="t" r="r" b="b"/>
              <a:pathLst>
                <a:path w="6661" h="703" extrusionOk="0">
                  <a:moveTo>
                    <a:pt x="6583" y="0"/>
                  </a:moveTo>
                  <a:cubicBezTo>
                    <a:pt x="6573" y="0"/>
                    <a:pt x="6563" y="3"/>
                    <a:pt x="6552" y="8"/>
                  </a:cubicBezTo>
                  <a:cubicBezTo>
                    <a:pt x="5857" y="320"/>
                    <a:pt x="5048" y="359"/>
                    <a:pt x="4328" y="384"/>
                  </a:cubicBezTo>
                  <a:lnTo>
                    <a:pt x="64" y="563"/>
                  </a:lnTo>
                  <a:cubicBezTo>
                    <a:pt x="26" y="563"/>
                    <a:pt x="0" y="594"/>
                    <a:pt x="0" y="633"/>
                  </a:cubicBezTo>
                  <a:cubicBezTo>
                    <a:pt x="0" y="671"/>
                    <a:pt x="32" y="703"/>
                    <a:pt x="70" y="703"/>
                  </a:cubicBezTo>
                  <a:lnTo>
                    <a:pt x="4334" y="524"/>
                  </a:lnTo>
                  <a:cubicBezTo>
                    <a:pt x="5067" y="492"/>
                    <a:pt x="5889" y="461"/>
                    <a:pt x="6616" y="136"/>
                  </a:cubicBezTo>
                  <a:cubicBezTo>
                    <a:pt x="6648" y="116"/>
                    <a:pt x="6660" y="78"/>
                    <a:pt x="6648" y="40"/>
                  </a:cubicBezTo>
                  <a:cubicBezTo>
                    <a:pt x="6634" y="17"/>
                    <a:pt x="6610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0;p49">
              <a:extLst>
                <a:ext uri="{FF2B5EF4-FFF2-40B4-BE49-F238E27FC236}">
                  <a16:creationId xmlns:a16="http://schemas.microsoft.com/office/drawing/2014/main" id="{5529881F-95BC-E015-7B84-04AB113D89C1}"/>
                </a:ext>
              </a:extLst>
            </p:cNvPr>
            <p:cNvSpPr/>
            <p:nvPr/>
          </p:nvSpPr>
          <p:spPr>
            <a:xfrm>
              <a:off x="2453195" y="4181937"/>
              <a:ext cx="79106" cy="134914"/>
            </a:xfrm>
            <a:custGeom>
              <a:avLst/>
              <a:gdLst/>
              <a:ahLst/>
              <a:cxnLst/>
              <a:rect l="l" t="t" r="r" b="b"/>
              <a:pathLst>
                <a:path w="1391" h="2374" extrusionOk="0">
                  <a:moveTo>
                    <a:pt x="1309" y="0"/>
                  </a:moveTo>
                  <a:cubicBezTo>
                    <a:pt x="1285" y="0"/>
                    <a:pt x="1263" y="13"/>
                    <a:pt x="1250" y="35"/>
                  </a:cubicBezTo>
                  <a:lnTo>
                    <a:pt x="20" y="2272"/>
                  </a:lnTo>
                  <a:cubicBezTo>
                    <a:pt x="1" y="2304"/>
                    <a:pt x="13" y="2348"/>
                    <a:pt x="45" y="2367"/>
                  </a:cubicBezTo>
                  <a:cubicBezTo>
                    <a:pt x="58" y="2367"/>
                    <a:pt x="64" y="2374"/>
                    <a:pt x="77" y="2374"/>
                  </a:cubicBezTo>
                  <a:cubicBezTo>
                    <a:pt x="103" y="2374"/>
                    <a:pt x="128" y="2361"/>
                    <a:pt x="141" y="2336"/>
                  </a:cubicBezTo>
                  <a:lnTo>
                    <a:pt x="1371" y="105"/>
                  </a:lnTo>
                  <a:cubicBezTo>
                    <a:pt x="1390" y="67"/>
                    <a:pt x="1377" y="28"/>
                    <a:pt x="1345" y="9"/>
                  </a:cubicBezTo>
                  <a:cubicBezTo>
                    <a:pt x="1333" y="3"/>
                    <a:pt x="1321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1;p49">
              <a:extLst>
                <a:ext uri="{FF2B5EF4-FFF2-40B4-BE49-F238E27FC236}">
                  <a16:creationId xmlns:a16="http://schemas.microsoft.com/office/drawing/2014/main" id="{F63A49E8-3A0B-7E9B-68C3-D5D2B42289D3}"/>
                </a:ext>
              </a:extLst>
            </p:cNvPr>
            <p:cNvSpPr/>
            <p:nvPr/>
          </p:nvSpPr>
          <p:spPr>
            <a:xfrm>
              <a:off x="2415889" y="4184267"/>
              <a:ext cx="66709" cy="8752"/>
            </a:xfrm>
            <a:custGeom>
              <a:avLst/>
              <a:gdLst/>
              <a:ahLst/>
              <a:cxnLst/>
              <a:rect l="l" t="t" r="r" b="b"/>
              <a:pathLst>
                <a:path w="1173" h="154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103" y="153"/>
                  </a:lnTo>
                  <a:cubicBezTo>
                    <a:pt x="1141" y="153"/>
                    <a:pt x="1173" y="121"/>
                    <a:pt x="1173" y="83"/>
                  </a:cubicBezTo>
                  <a:cubicBezTo>
                    <a:pt x="1173" y="45"/>
                    <a:pt x="1141" y="13"/>
                    <a:pt x="1103" y="13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2;p49">
              <a:extLst>
                <a:ext uri="{FF2B5EF4-FFF2-40B4-BE49-F238E27FC236}">
                  <a16:creationId xmlns:a16="http://schemas.microsoft.com/office/drawing/2014/main" id="{17A77D94-C4A9-FB0D-403B-B96DABFAE4FB}"/>
                </a:ext>
              </a:extLst>
            </p:cNvPr>
            <p:cNvSpPr/>
            <p:nvPr/>
          </p:nvSpPr>
          <p:spPr>
            <a:xfrm>
              <a:off x="2394107" y="4211430"/>
              <a:ext cx="75466" cy="8752"/>
            </a:xfrm>
            <a:custGeom>
              <a:avLst/>
              <a:gdLst/>
              <a:ahLst/>
              <a:cxnLst/>
              <a:rect l="l" t="t" r="r" b="b"/>
              <a:pathLst>
                <a:path w="1327" h="154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256" y="153"/>
                  </a:lnTo>
                  <a:cubicBezTo>
                    <a:pt x="1295" y="153"/>
                    <a:pt x="1326" y="128"/>
                    <a:pt x="1326" y="89"/>
                  </a:cubicBezTo>
                  <a:cubicBezTo>
                    <a:pt x="1326" y="51"/>
                    <a:pt x="1295" y="19"/>
                    <a:pt x="1256" y="1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03;p49">
              <a:extLst>
                <a:ext uri="{FF2B5EF4-FFF2-40B4-BE49-F238E27FC236}">
                  <a16:creationId xmlns:a16="http://schemas.microsoft.com/office/drawing/2014/main" id="{F14008D9-C6DF-1149-AEC2-28D8BE8060FF}"/>
                </a:ext>
              </a:extLst>
            </p:cNvPr>
            <p:cNvSpPr/>
            <p:nvPr/>
          </p:nvSpPr>
          <p:spPr>
            <a:xfrm>
              <a:off x="2366923" y="4237855"/>
              <a:ext cx="78708" cy="9093"/>
            </a:xfrm>
            <a:custGeom>
              <a:avLst/>
              <a:gdLst/>
              <a:ahLst/>
              <a:cxnLst/>
              <a:rect l="l" t="t" r="r" b="b"/>
              <a:pathLst>
                <a:path w="1384" h="160" extrusionOk="0">
                  <a:moveTo>
                    <a:pt x="1314" y="0"/>
                  </a:moveTo>
                  <a:lnTo>
                    <a:pt x="65" y="20"/>
                  </a:lnTo>
                  <a:cubicBezTo>
                    <a:pt x="33" y="20"/>
                    <a:pt x="1" y="51"/>
                    <a:pt x="1" y="90"/>
                  </a:cubicBezTo>
                  <a:cubicBezTo>
                    <a:pt x="1" y="128"/>
                    <a:pt x="33" y="160"/>
                    <a:pt x="71" y="160"/>
                  </a:cubicBezTo>
                  <a:lnTo>
                    <a:pt x="1314" y="141"/>
                  </a:lnTo>
                  <a:cubicBezTo>
                    <a:pt x="1352" y="141"/>
                    <a:pt x="1384" y="109"/>
                    <a:pt x="1384" y="71"/>
                  </a:cubicBezTo>
                  <a:cubicBezTo>
                    <a:pt x="1384" y="32"/>
                    <a:pt x="1352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04;p49">
              <a:extLst>
                <a:ext uri="{FF2B5EF4-FFF2-40B4-BE49-F238E27FC236}">
                  <a16:creationId xmlns:a16="http://schemas.microsoft.com/office/drawing/2014/main" id="{E434FFE3-2269-FBA5-0988-A1119E1EDBDD}"/>
                </a:ext>
              </a:extLst>
            </p:cNvPr>
            <p:cNvSpPr/>
            <p:nvPr/>
          </p:nvSpPr>
          <p:spPr>
            <a:xfrm>
              <a:off x="2470598" y="3065102"/>
              <a:ext cx="641607" cy="600238"/>
            </a:xfrm>
            <a:custGeom>
              <a:avLst/>
              <a:gdLst/>
              <a:ahLst/>
              <a:cxnLst/>
              <a:rect l="l" t="t" r="r" b="b"/>
              <a:pathLst>
                <a:path w="11282" h="10562" extrusionOk="0">
                  <a:moveTo>
                    <a:pt x="9701" y="0"/>
                  </a:moveTo>
                  <a:lnTo>
                    <a:pt x="995" y="3614"/>
                  </a:lnTo>
                  <a:cubicBezTo>
                    <a:pt x="657" y="5768"/>
                    <a:pt x="332" y="7923"/>
                    <a:pt x="1" y="10077"/>
                  </a:cubicBezTo>
                  <a:cubicBezTo>
                    <a:pt x="1728" y="10223"/>
                    <a:pt x="3449" y="10351"/>
                    <a:pt x="5182" y="10497"/>
                  </a:cubicBezTo>
                  <a:cubicBezTo>
                    <a:pt x="5297" y="9669"/>
                    <a:pt x="5418" y="8847"/>
                    <a:pt x="5533" y="8018"/>
                  </a:cubicBezTo>
                  <a:cubicBezTo>
                    <a:pt x="5686" y="8853"/>
                    <a:pt x="5762" y="9707"/>
                    <a:pt x="5756" y="10561"/>
                  </a:cubicBezTo>
                  <a:cubicBezTo>
                    <a:pt x="7534" y="10389"/>
                    <a:pt x="9369" y="10141"/>
                    <a:pt x="11154" y="9962"/>
                  </a:cubicBezTo>
                  <a:cubicBezTo>
                    <a:pt x="11281" y="6591"/>
                    <a:pt x="10727" y="3213"/>
                    <a:pt x="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05;p49">
              <a:extLst>
                <a:ext uri="{FF2B5EF4-FFF2-40B4-BE49-F238E27FC236}">
                  <a16:creationId xmlns:a16="http://schemas.microsoft.com/office/drawing/2014/main" id="{03E4300D-1E8A-0CCE-BCB5-869CE22DE8FF}"/>
                </a:ext>
              </a:extLst>
            </p:cNvPr>
            <p:cNvSpPr/>
            <p:nvPr/>
          </p:nvSpPr>
          <p:spPr>
            <a:xfrm>
              <a:off x="2762399" y="3476477"/>
              <a:ext cx="58007" cy="54443"/>
            </a:xfrm>
            <a:custGeom>
              <a:avLst/>
              <a:gdLst/>
              <a:ahLst/>
              <a:cxnLst/>
              <a:rect l="l" t="t" r="r" b="b"/>
              <a:pathLst>
                <a:path w="1020" h="958" extrusionOk="0">
                  <a:moveTo>
                    <a:pt x="86" y="0"/>
                  </a:moveTo>
                  <a:cubicBezTo>
                    <a:pt x="76" y="0"/>
                    <a:pt x="66" y="3"/>
                    <a:pt x="58" y="8"/>
                  </a:cubicBezTo>
                  <a:cubicBezTo>
                    <a:pt x="19" y="21"/>
                    <a:pt x="0" y="65"/>
                    <a:pt x="19" y="97"/>
                  </a:cubicBezTo>
                  <a:lnTo>
                    <a:pt x="363" y="919"/>
                  </a:lnTo>
                  <a:cubicBezTo>
                    <a:pt x="376" y="939"/>
                    <a:pt x="395" y="958"/>
                    <a:pt x="421" y="958"/>
                  </a:cubicBezTo>
                  <a:lnTo>
                    <a:pt x="427" y="958"/>
                  </a:lnTo>
                  <a:cubicBezTo>
                    <a:pt x="453" y="958"/>
                    <a:pt x="472" y="951"/>
                    <a:pt x="485" y="932"/>
                  </a:cubicBezTo>
                  <a:lnTo>
                    <a:pt x="994" y="282"/>
                  </a:lnTo>
                  <a:cubicBezTo>
                    <a:pt x="1020" y="257"/>
                    <a:pt x="1014" y="212"/>
                    <a:pt x="982" y="186"/>
                  </a:cubicBezTo>
                  <a:cubicBezTo>
                    <a:pt x="971" y="176"/>
                    <a:pt x="957" y="171"/>
                    <a:pt x="943" y="171"/>
                  </a:cubicBezTo>
                  <a:cubicBezTo>
                    <a:pt x="922" y="171"/>
                    <a:pt x="901" y="181"/>
                    <a:pt x="886" y="199"/>
                  </a:cubicBezTo>
                  <a:lnTo>
                    <a:pt x="446" y="754"/>
                  </a:lnTo>
                  <a:lnTo>
                    <a:pt x="147" y="40"/>
                  </a:lnTo>
                  <a:cubicBezTo>
                    <a:pt x="137" y="17"/>
                    <a:pt x="112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06;p49">
              <a:extLst>
                <a:ext uri="{FF2B5EF4-FFF2-40B4-BE49-F238E27FC236}">
                  <a16:creationId xmlns:a16="http://schemas.microsoft.com/office/drawing/2014/main" id="{847E4A08-CBB0-04AD-204B-FA3FD2B5B891}"/>
                </a:ext>
              </a:extLst>
            </p:cNvPr>
            <p:cNvSpPr/>
            <p:nvPr/>
          </p:nvSpPr>
          <p:spPr>
            <a:xfrm>
              <a:off x="2927663" y="3203704"/>
              <a:ext cx="151900" cy="134914"/>
            </a:xfrm>
            <a:custGeom>
              <a:avLst/>
              <a:gdLst/>
              <a:ahLst/>
              <a:cxnLst/>
              <a:rect l="l" t="t" r="r" b="b"/>
              <a:pathLst>
                <a:path w="2671" h="2374" extrusionOk="0">
                  <a:moveTo>
                    <a:pt x="86" y="0"/>
                  </a:moveTo>
                  <a:cubicBezTo>
                    <a:pt x="75" y="0"/>
                    <a:pt x="63" y="3"/>
                    <a:pt x="51" y="9"/>
                  </a:cubicBezTo>
                  <a:cubicBezTo>
                    <a:pt x="20" y="22"/>
                    <a:pt x="0" y="66"/>
                    <a:pt x="20" y="98"/>
                  </a:cubicBezTo>
                  <a:cubicBezTo>
                    <a:pt x="517" y="1150"/>
                    <a:pt x="1466" y="1997"/>
                    <a:pt x="2569" y="2367"/>
                  </a:cubicBezTo>
                  <a:cubicBezTo>
                    <a:pt x="2575" y="2367"/>
                    <a:pt x="2588" y="2373"/>
                    <a:pt x="2594" y="2373"/>
                  </a:cubicBezTo>
                  <a:cubicBezTo>
                    <a:pt x="2620" y="2373"/>
                    <a:pt x="2652" y="2354"/>
                    <a:pt x="2658" y="2322"/>
                  </a:cubicBezTo>
                  <a:cubicBezTo>
                    <a:pt x="2671" y="2284"/>
                    <a:pt x="2652" y="2246"/>
                    <a:pt x="2613" y="2233"/>
                  </a:cubicBezTo>
                  <a:cubicBezTo>
                    <a:pt x="1549" y="1876"/>
                    <a:pt x="625" y="1054"/>
                    <a:pt x="147" y="41"/>
                  </a:cubicBezTo>
                  <a:cubicBezTo>
                    <a:pt x="134" y="14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7;p49">
              <a:extLst>
                <a:ext uri="{FF2B5EF4-FFF2-40B4-BE49-F238E27FC236}">
                  <a16:creationId xmlns:a16="http://schemas.microsoft.com/office/drawing/2014/main" id="{6758FF21-92A0-B099-F690-C787063F987D}"/>
                </a:ext>
              </a:extLst>
            </p:cNvPr>
            <p:cNvSpPr/>
            <p:nvPr/>
          </p:nvSpPr>
          <p:spPr>
            <a:xfrm>
              <a:off x="2518824" y="3254793"/>
              <a:ext cx="149397" cy="164921"/>
            </a:xfrm>
            <a:custGeom>
              <a:avLst/>
              <a:gdLst/>
              <a:ahLst/>
              <a:cxnLst/>
              <a:rect l="l" t="t" r="r" b="b"/>
              <a:pathLst>
                <a:path w="2627" h="2902" extrusionOk="0">
                  <a:moveTo>
                    <a:pt x="2554" y="1"/>
                  </a:moveTo>
                  <a:cubicBezTo>
                    <a:pt x="2521" y="1"/>
                    <a:pt x="2491" y="20"/>
                    <a:pt x="2479" y="53"/>
                  </a:cubicBezTo>
                  <a:cubicBezTo>
                    <a:pt x="2154" y="1264"/>
                    <a:pt x="1224" y="2309"/>
                    <a:pt x="58" y="2768"/>
                  </a:cubicBezTo>
                  <a:cubicBezTo>
                    <a:pt x="19" y="2781"/>
                    <a:pt x="0" y="2826"/>
                    <a:pt x="19" y="2857"/>
                  </a:cubicBezTo>
                  <a:cubicBezTo>
                    <a:pt x="26" y="2889"/>
                    <a:pt x="51" y="2902"/>
                    <a:pt x="83" y="2902"/>
                  </a:cubicBezTo>
                  <a:lnTo>
                    <a:pt x="109" y="2902"/>
                  </a:lnTo>
                  <a:cubicBezTo>
                    <a:pt x="1313" y="2418"/>
                    <a:pt x="2276" y="1341"/>
                    <a:pt x="2613" y="85"/>
                  </a:cubicBezTo>
                  <a:cubicBezTo>
                    <a:pt x="2626" y="53"/>
                    <a:pt x="2601" y="15"/>
                    <a:pt x="2569" y="2"/>
                  </a:cubicBezTo>
                  <a:cubicBezTo>
                    <a:pt x="2564" y="1"/>
                    <a:pt x="2559" y="1"/>
                    <a:pt x="2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8;p49">
              <a:extLst>
                <a:ext uri="{FF2B5EF4-FFF2-40B4-BE49-F238E27FC236}">
                  <a16:creationId xmlns:a16="http://schemas.microsoft.com/office/drawing/2014/main" id="{9BBEF85F-AEC6-6749-1990-886FFD67FCF4}"/>
                </a:ext>
              </a:extLst>
            </p:cNvPr>
            <p:cNvSpPr/>
            <p:nvPr/>
          </p:nvSpPr>
          <p:spPr>
            <a:xfrm>
              <a:off x="2784862" y="3590929"/>
              <a:ext cx="325865" cy="45407"/>
            </a:xfrm>
            <a:custGeom>
              <a:avLst/>
              <a:gdLst/>
              <a:ahLst/>
              <a:cxnLst/>
              <a:rect l="l" t="t" r="r" b="b"/>
              <a:pathLst>
                <a:path w="5730" h="799" extrusionOk="0">
                  <a:moveTo>
                    <a:pt x="5657" y="1"/>
                  </a:moveTo>
                  <a:cubicBezTo>
                    <a:pt x="5654" y="1"/>
                    <a:pt x="5650" y="1"/>
                    <a:pt x="5647" y="2"/>
                  </a:cubicBezTo>
                  <a:lnTo>
                    <a:pt x="64" y="658"/>
                  </a:lnTo>
                  <a:cubicBezTo>
                    <a:pt x="26" y="664"/>
                    <a:pt x="0" y="696"/>
                    <a:pt x="0" y="735"/>
                  </a:cubicBezTo>
                  <a:cubicBezTo>
                    <a:pt x="7" y="773"/>
                    <a:pt x="39" y="798"/>
                    <a:pt x="70" y="798"/>
                  </a:cubicBezTo>
                  <a:lnTo>
                    <a:pt x="83" y="798"/>
                  </a:lnTo>
                  <a:lnTo>
                    <a:pt x="5666" y="142"/>
                  </a:lnTo>
                  <a:cubicBezTo>
                    <a:pt x="5704" y="135"/>
                    <a:pt x="5730" y="104"/>
                    <a:pt x="5724" y="65"/>
                  </a:cubicBezTo>
                  <a:cubicBezTo>
                    <a:pt x="5724" y="30"/>
                    <a:pt x="5692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9;p49">
              <a:extLst>
                <a:ext uri="{FF2B5EF4-FFF2-40B4-BE49-F238E27FC236}">
                  <a16:creationId xmlns:a16="http://schemas.microsoft.com/office/drawing/2014/main" id="{763989DC-A7DE-7FB9-3B3C-6666E12A4A1B}"/>
                </a:ext>
              </a:extLst>
            </p:cNvPr>
            <p:cNvSpPr/>
            <p:nvPr/>
          </p:nvSpPr>
          <p:spPr>
            <a:xfrm>
              <a:off x="2475659" y="3600703"/>
              <a:ext cx="294359" cy="37792"/>
            </a:xfrm>
            <a:custGeom>
              <a:avLst/>
              <a:gdLst/>
              <a:ahLst/>
              <a:cxnLst/>
              <a:rect l="l" t="t" r="r" b="b"/>
              <a:pathLst>
                <a:path w="5176" h="665" extrusionOk="0">
                  <a:moveTo>
                    <a:pt x="66" y="1"/>
                  </a:moveTo>
                  <a:cubicBezTo>
                    <a:pt x="33" y="1"/>
                    <a:pt x="7" y="25"/>
                    <a:pt x="1" y="59"/>
                  </a:cubicBezTo>
                  <a:cubicBezTo>
                    <a:pt x="1" y="97"/>
                    <a:pt x="26" y="136"/>
                    <a:pt x="65" y="136"/>
                  </a:cubicBezTo>
                  <a:lnTo>
                    <a:pt x="5093" y="665"/>
                  </a:lnTo>
                  <a:lnTo>
                    <a:pt x="5100" y="665"/>
                  </a:lnTo>
                  <a:cubicBezTo>
                    <a:pt x="5138" y="665"/>
                    <a:pt x="5163" y="639"/>
                    <a:pt x="5170" y="601"/>
                  </a:cubicBezTo>
                  <a:cubicBezTo>
                    <a:pt x="5176" y="563"/>
                    <a:pt x="5144" y="531"/>
                    <a:pt x="5106" y="52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0;p49">
              <a:extLst>
                <a:ext uri="{FF2B5EF4-FFF2-40B4-BE49-F238E27FC236}">
                  <a16:creationId xmlns:a16="http://schemas.microsoft.com/office/drawing/2014/main" id="{21B9783B-D1FD-FCCB-7EB8-AC9F2CCE08CA}"/>
                </a:ext>
              </a:extLst>
            </p:cNvPr>
            <p:cNvSpPr/>
            <p:nvPr/>
          </p:nvSpPr>
          <p:spPr>
            <a:xfrm>
              <a:off x="2737034" y="3496026"/>
              <a:ext cx="41003" cy="139915"/>
            </a:xfrm>
            <a:custGeom>
              <a:avLst/>
              <a:gdLst/>
              <a:ahLst/>
              <a:cxnLst/>
              <a:rect l="l" t="t" r="r" b="b"/>
              <a:pathLst>
                <a:path w="721" h="2462" extrusionOk="0">
                  <a:moveTo>
                    <a:pt x="644" y="1"/>
                  </a:moveTo>
                  <a:cubicBezTo>
                    <a:pt x="615" y="1"/>
                    <a:pt x="585" y="19"/>
                    <a:pt x="574" y="53"/>
                  </a:cubicBezTo>
                  <a:lnTo>
                    <a:pt x="6" y="2373"/>
                  </a:lnTo>
                  <a:cubicBezTo>
                    <a:pt x="0" y="2411"/>
                    <a:pt x="19" y="2449"/>
                    <a:pt x="57" y="2456"/>
                  </a:cubicBezTo>
                  <a:cubicBezTo>
                    <a:pt x="64" y="2462"/>
                    <a:pt x="70" y="2462"/>
                    <a:pt x="76" y="2462"/>
                  </a:cubicBezTo>
                  <a:cubicBezTo>
                    <a:pt x="102" y="2462"/>
                    <a:pt x="134" y="2436"/>
                    <a:pt x="140" y="2405"/>
                  </a:cubicBezTo>
                  <a:lnTo>
                    <a:pt x="714" y="91"/>
                  </a:lnTo>
                  <a:cubicBezTo>
                    <a:pt x="720" y="53"/>
                    <a:pt x="695" y="15"/>
                    <a:pt x="656" y="2"/>
                  </a:cubicBezTo>
                  <a:cubicBezTo>
                    <a:pt x="652" y="1"/>
                    <a:pt x="648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1;p49">
              <a:extLst>
                <a:ext uri="{FF2B5EF4-FFF2-40B4-BE49-F238E27FC236}">
                  <a16:creationId xmlns:a16="http://schemas.microsoft.com/office/drawing/2014/main" id="{FDED944D-3ED0-5D93-2BBA-9E3DE3122B0C}"/>
                </a:ext>
              </a:extLst>
            </p:cNvPr>
            <p:cNvSpPr/>
            <p:nvPr/>
          </p:nvSpPr>
          <p:spPr>
            <a:xfrm>
              <a:off x="2802265" y="3498242"/>
              <a:ext cx="22122" cy="134119"/>
            </a:xfrm>
            <a:custGeom>
              <a:avLst/>
              <a:gdLst/>
              <a:ahLst/>
              <a:cxnLst/>
              <a:rect l="l" t="t" r="r" b="b"/>
              <a:pathLst>
                <a:path w="389" h="2360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1"/>
                    <a:pt x="0" y="39"/>
                    <a:pt x="0" y="78"/>
                  </a:cubicBezTo>
                  <a:lnTo>
                    <a:pt x="242" y="2295"/>
                  </a:lnTo>
                  <a:cubicBezTo>
                    <a:pt x="249" y="2334"/>
                    <a:pt x="281" y="2359"/>
                    <a:pt x="313" y="2359"/>
                  </a:cubicBezTo>
                  <a:lnTo>
                    <a:pt x="319" y="2359"/>
                  </a:lnTo>
                  <a:cubicBezTo>
                    <a:pt x="357" y="2353"/>
                    <a:pt x="389" y="2321"/>
                    <a:pt x="383" y="2283"/>
                  </a:cubicBezTo>
                  <a:lnTo>
                    <a:pt x="140" y="58"/>
                  </a:lnTo>
                  <a:cubicBezTo>
                    <a:pt x="135" y="24"/>
                    <a:pt x="10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2;p49">
              <a:extLst>
                <a:ext uri="{FF2B5EF4-FFF2-40B4-BE49-F238E27FC236}">
                  <a16:creationId xmlns:a16="http://schemas.microsoft.com/office/drawing/2014/main" id="{43FD7A12-BE29-51DC-1DDD-C74E27D9266D}"/>
                </a:ext>
              </a:extLst>
            </p:cNvPr>
            <p:cNvSpPr/>
            <p:nvPr/>
          </p:nvSpPr>
          <p:spPr>
            <a:xfrm>
              <a:off x="2361123" y="1940708"/>
              <a:ext cx="611921" cy="863361"/>
            </a:xfrm>
            <a:custGeom>
              <a:avLst/>
              <a:gdLst/>
              <a:ahLst/>
              <a:cxnLst/>
              <a:rect l="l" t="t" r="r" b="b"/>
              <a:pathLst>
                <a:path w="10760" h="15192" extrusionOk="0">
                  <a:moveTo>
                    <a:pt x="696" y="0"/>
                  </a:moveTo>
                  <a:cubicBezTo>
                    <a:pt x="609" y="0"/>
                    <a:pt x="522" y="3"/>
                    <a:pt x="434" y="10"/>
                  </a:cubicBezTo>
                  <a:cubicBezTo>
                    <a:pt x="402" y="61"/>
                    <a:pt x="434" y="137"/>
                    <a:pt x="492" y="144"/>
                  </a:cubicBezTo>
                  <a:cubicBezTo>
                    <a:pt x="435" y="139"/>
                    <a:pt x="374" y="138"/>
                    <a:pt x="312" y="138"/>
                  </a:cubicBezTo>
                  <a:cubicBezTo>
                    <a:pt x="244" y="138"/>
                    <a:pt x="175" y="139"/>
                    <a:pt x="109" y="139"/>
                  </a:cubicBezTo>
                  <a:cubicBezTo>
                    <a:pt x="72" y="139"/>
                    <a:pt x="35" y="139"/>
                    <a:pt x="1" y="137"/>
                  </a:cubicBezTo>
                  <a:lnTo>
                    <a:pt x="1" y="137"/>
                  </a:lnTo>
                  <a:cubicBezTo>
                    <a:pt x="24" y="312"/>
                    <a:pt x="197" y="493"/>
                    <a:pt x="373" y="493"/>
                  </a:cubicBezTo>
                  <a:cubicBezTo>
                    <a:pt x="389" y="493"/>
                    <a:pt x="405" y="491"/>
                    <a:pt x="421" y="488"/>
                  </a:cubicBezTo>
                  <a:cubicBezTo>
                    <a:pt x="421" y="564"/>
                    <a:pt x="472" y="641"/>
                    <a:pt x="536" y="686"/>
                  </a:cubicBezTo>
                  <a:cubicBezTo>
                    <a:pt x="600" y="737"/>
                    <a:pt x="670" y="762"/>
                    <a:pt x="747" y="794"/>
                  </a:cubicBezTo>
                  <a:cubicBezTo>
                    <a:pt x="950" y="864"/>
                    <a:pt x="1295" y="864"/>
                    <a:pt x="1441" y="1017"/>
                  </a:cubicBezTo>
                  <a:cubicBezTo>
                    <a:pt x="1747" y="1342"/>
                    <a:pt x="2072" y="1705"/>
                    <a:pt x="2378" y="2030"/>
                  </a:cubicBezTo>
                  <a:cubicBezTo>
                    <a:pt x="2002" y="2069"/>
                    <a:pt x="1632" y="2107"/>
                    <a:pt x="1256" y="2139"/>
                  </a:cubicBezTo>
                  <a:cubicBezTo>
                    <a:pt x="1225" y="2132"/>
                    <a:pt x="1192" y="2129"/>
                    <a:pt x="1159" y="2129"/>
                  </a:cubicBezTo>
                  <a:cubicBezTo>
                    <a:pt x="947" y="2129"/>
                    <a:pt x="722" y="2266"/>
                    <a:pt x="689" y="2470"/>
                  </a:cubicBezTo>
                  <a:cubicBezTo>
                    <a:pt x="1588" y="2916"/>
                    <a:pt x="2493" y="3350"/>
                    <a:pt x="3481" y="3534"/>
                  </a:cubicBezTo>
                  <a:cubicBezTo>
                    <a:pt x="4367" y="5198"/>
                    <a:pt x="5380" y="6810"/>
                    <a:pt x="6521" y="8314"/>
                  </a:cubicBezTo>
                  <a:cubicBezTo>
                    <a:pt x="6788" y="10437"/>
                    <a:pt x="7056" y="12540"/>
                    <a:pt x="7324" y="14662"/>
                  </a:cubicBezTo>
                  <a:lnTo>
                    <a:pt x="10759" y="15191"/>
                  </a:lnTo>
                  <a:cubicBezTo>
                    <a:pt x="10428" y="12387"/>
                    <a:pt x="10313" y="9098"/>
                    <a:pt x="8860" y="6676"/>
                  </a:cubicBezTo>
                  <a:cubicBezTo>
                    <a:pt x="8019" y="5262"/>
                    <a:pt x="7145" y="4159"/>
                    <a:pt x="5979" y="2986"/>
                  </a:cubicBezTo>
                  <a:cubicBezTo>
                    <a:pt x="5444" y="2451"/>
                    <a:pt x="4915" y="1916"/>
                    <a:pt x="4379" y="1380"/>
                  </a:cubicBezTo>
                  <a:cubicBezTo>
                    <a:pt x="4137" y="1144"/>
                    <a:pt x="3889" y="877"/>
                    <a:pt x="3570" y="756"/>
                  </a:cubicBezTo>
                  <a:cubicBezTo>
                    <a:pt x="3353" y="673"/>
                    <a:pt x="3130" y="590"/>
                    <a:pt x="2913" y="507"/>
                  </a:cubicBezTo>
                  <a:cubicBezTo>
                    <a:pt x="2187" y="238"/>
                    <a:pt x="1456" y="0"/>
                    <a:pt x="696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3;p49">
              <a:extLst>
                <a:ext uri="{FF2B5EF4-FFF2-40B4-BE49-F238E27FC236}">
                  <a16:creationId xmlns:a16="http://schemas.microsoft.com/office/drawing/2014/main" id="{48BF28D5-0B55-BB34-19DD-3A0DFB68A0BB}"/>
                </a:ext>
              </a:extLst>
            </p:cNvPr>
            <p:cNvSpPr/>
            <p:nvPr/>
          </p:nvSpPr>
          <p:spPr>
            <a:xfrm>
              <a:off x="2382904" y="1945368"/>
              <a:ext cx="143199" cy="129970"/>
            </a:xfrm>
            <a:custGeom>
              <a:avLst/>
              <a:gdLst/>
              <a:ahLst/>
              <a:cxnLst/>
              <a:rect l="l" t="t" r="r" b="b"/>
              <a:pathLst>
                <a:path w="2518" h="2287" extrusionOk="0">
                  <a:moveTo>
                    <a:pt x="80" y="1"/>
                  </a:moveTo>
                  <a:cubicBezTo>
                    <a:pt x="60" y="1"/>
                    <a:pt x="40" y="9"/>
                    <a:pt x="26" y="24"/>
                  </a:cubicBezTo>
                  <a:cubicBezTo>
                    <a:pt x="0" y="55"/>
                    <a:pt x="7" y="100"/>
                    <a:pt x="32" y="126"/>
                  </a:cubicBezTo>
                  <a:cubicBezTo>
                    <a:pt x="160" y="234"/>
                    <a:pt x="319" y="285"/>
                    <a:pt x="478" y="342"/>
                  </a:cubicBezTo>
                  <a:cubicBezTo>
                    <a:pt x="574" y="374"/>
                    <a:pt x="669" y="406"/>
                    <a:pt x="752" y="451"/>
                  </a:cubicBezTo>
                  <a:cubicBezTo>
                    <a:pt x="969" y="565"/>
                    <a:pt x="1192" y="699"/>
                    <a:pt x="1409" y="827"/>
                  </a:cubicBezTo>
                  <a:cubicBezTo>
                    <a:pt x="1619" y="948"/>
                    <a:pt x="1836" y="1075"/>
                    <a:pt x="2046" y="1190"/>
                  </a:cubicBezTo>
                  <a:lnTo>
                    <a:pt x="2301" y="2006"/>
                  </a:lnTo>
                  <a:cubicBezTo>
                    <a:pt x="2184" y="1942"/>
                    <a:pt x="2044" y="1913"/>
                    <a:pt x="1919" y="1913"/>
                  </a:cubicBezTo>
                  <a:cubicBezTo>
                    <a:pt x="1895" y="1913"/>
                    <a:pt x="1871" y="1914"/>
                    <a:pt x="1849" y="1916"/>
                  </a:cubicBezTo>
                  <a:cubicBezTo>
                    <a:pt x="1810" y="1916"/>
                    <a:pt x="1785" y="1948"/>
                    <a:pt x="1785" y="1987"/>
                  </a:cubicBezTo>
                  <a:cubicBezTo>
                    <a:pt x="1791" y="2021"/>
                    <a:pt x="1818" y="2051"/>
                    <a:pt x="1851" y="2051"/>
                  </a:cubicBezTo>
                  <a:cubicBezTo>
                    <a:pt x="1855" y="2051"/>
                    <a:pt x="1858" y="2051"/>
                    <a:pt x="1861" y="2050"/>
                  </a:cubicBezTo>
                  <a:cubicBezTo>
                    <a:pt x="1877" y="2049"/>
                    <a:pt x="1892" y="2049"/>
                    <a:pt x="1909" y="2049"/>
                  </a:cubicBezTo>
                  <a:cubicBezTo>
                    <a:pt x="2074" y="2049"/>
                    <a:pt x="2279" y="2109"/>
                    <a:pt x="2384" y="2254"/>
                  </a:cubicBezTo>
                  <a:cubicBezTo>
                    <a:pt x="2403" y="2273"/>
                    <a:pt x="2422" y="2286"/>
                    <a:pt x="2441" y="2286"/>
                  </a:cubicBezTo>
                  <a:cubicBezTo>
                    <a:pt x="2454" y="2286"/>
                    <a:pt x="2467" y="2286"/>
                    <a:pt x="2473" y="2280"/>
                  </a:cubicBezTo>
                  <a:cubicBezTo>
                    <a:pt x="2505" y="2261"/>
                    <a:pt x="2518" y="2229"/>
                    <a:pt x="2511" y="2197"/>
                  </a:cubicBezTo>
                  <a:lnTo>
                    <a:pt x="2167" y="1120"/>
                  </a:lnTo>
                  <a:cubicBezTo>
                    <a:pt x="2161" y="1107"/>
                    <a:pt x="2148" y="1088"/>
                    <a:pt x="2135" y="1082"/>
                  </a:cubicBezTo>
                  <a:cubicBezTo>
                    <a:pt x="1919" y="967"/>
                    <a:pt x="1696" y="833"/>
                    <a:pt x="1479" y="705"/>
                  </a:cubicBezTo>
                  <a:cubicBezTo>
                    <a:pt x="1262" y="578"/>
                    <a:pt x="1033" y="444"/>
                    <a:pt x="822" y="329"/>
                  </a:cubicBezTo>
                  <a:cubicBezTo>
                    <a:pt x="727" y="278"/>
                    <a:pt x="625" y="247"/>
                    <a:pt x="523" y="208"/>
                  </a:cubicBezTo>
                  <a:cubicBezTo>
                    <a:pt x="370" y="157"/>
                    <a:pt x="230" y="113"/>
                    <a:pt x="121" y="17"/>
                  </a:cubicBezTo>
                  <a:cubicBezTo>
                    <a:pt x="110" y="6"/>
                    <a:pt x="9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4;p49">
              <a:extLst>
                <a:ext uri="{FF2B5EF4-FFF2-40B4-BE49-F238E27FC236}">
                  <a16:creationId xmlns:a16="http://schemas.microsoft.com/office/drawing/2014/main" id="{ECE522AB-670B-755C-939F-29A74B785DFC}"/>
                </a:ext>
              </a:extLst>
            </p:cNvPr>
            <p:cNvSpPr/>
            <p:nvPr/>
          </p:nvSpPr>
          <p:spPr>
            <a:xfrm>
              <a:off x="2379605" y="1965087"/>
              <a:ext cx="117152" cy="61320"/>
            </a:xfrm>
            <a:custGeom>
              <a:avLst/>
              <a:gdLst/>
              <a:ahLst/>
              <a:cxnLst/>
              <a:rect l="l" t="t" r="r" b="b"/>
              <a:pathLst>
                <a:path w="2060" h="1079" extrusionOk="0">
                  <a:moveTo>
                    <a:pt x="82" y="0"/>
                  </a:moveTo>
                  <a:cubicBezTo>
                    <a:pt x="49" y="0"/>
                    <a:pt x="19" y="19"/>
                    <a:pt x="14" y="53"/>
                  </a:cubicBezTo>
                  <a:cubicBezTo>
                    <a:pt x="1" y="91"/>
                    <a:pt x="26" y="129"/>
                    <a:pt x="65" y="135"/>
                  </a:cubicBezTo>
                  <a:lnTo>
                    <a:pt x="1237" y="441"/>
                  </a:lnTo>
                  <a:cubicBezTo>
                    <a:pt x="1429" y="492"/>
                    <a:pt x="1562" y="652"/>
                    <a:pt x="1709" y="817"/>
                  </a:cubicBezTo>
                  <a:cubicBezTo>
                    <a:pt x="1779" y="900"/>
                    <a:pt x="1856" y="989"/>
                    <a:pt x="1938" y="1066"/>
                  </a:cubicBezTo>
                  <a:cubicBezTo>
                    <a:pt x="1951" y="1072"/>
                    <a:pt x="1970" y="1079"/>
                    <a:pt x="1983" y="1079"/>
                  </a:cubicBezTo>
                  <a:cubicBezTo>
                    <a:pt x="2002" y="1079"/>
                    <a:pt x="2021" y="1072"/>
                    <a:pt x="2034" y="1053"/>
                  </a:cubicBezTo>
                  <a:cubicBezTo>
                    <a:pt x="2059" y="1028"/>
                    <a:pt x="2059" y="983"/>
                    <a:pt x="2028" y="958"/>
                  </a:cubicBezTo>
                  <a:cubicBezTo>
                    <a:pt x="1951" y="887"/>
                    <a:pt x="1881" y="805"/>
                    <a:pt x="1811" y="728"/>
                  </a:cubicBezTo>
                  <a:cubicBezTo>
                    <a:pt x="1664" y="550"/>
                    <a:pt x="1505" y="371"/>
                    <a:pt x="1276" y="308"/>
                  </a:cubicBezTo>
                  <a:lnTo>
                    <a:pt x="96" y="2"/>
                  </a:lnTo>
                  <a:cubicBezTo>
                    <a:pt x="92" y="1"/>
                    <a:pt x="87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15;p49">
              <a:extLst>
                <a:ext uri="{FF2B5EF4-FFF2-40B4-BE49-F238E27FC236}">
                  <a16:creationId xmlns:a16="http://schemas.microsoft.com/office/drawing/2014/main" id="{4EF31A6F-0B90-59BB-879E-3E80B952CFC0}"/>
                </a:ext>
              </a:extLst>
            </p:cNvPr>
            <p:cNvSpPr/>
            <p:nvPr/>
          </p:nvSpPr>
          <p:spPr>
            <a:xfrm>
              <a:off x="2470939" y="2009583"/>
              <a:ext cx="34861" cy="33132"/>
            </a:xfrm>
            <a:custGeom>
              <a:avLst/>
              <a:gdLst/>
              <a:ahLst/>
              <a:cxnLst/>
              <a:rect l="l" t="t" r="r" b="b"/>
              <a:pathLst>
                <a:path w="613" h="583" extrusionOk="0">
                  <a:moveTo>
                    <a:pt x="536" y="0"/>
                  </a:moveTo>
                  <a:cubicBezTo>
                    <a:pt x="518" y="0"/>
                    <a:pt x="500" y="7"/>
                    <a:pt x="485" y="22"/>
                  </a:cubicBezTo>
                  <a:lnTo>
                    <a:pt x="26" y="461"/>
                  </a:lnTo>
                  <a:cubicBezTo>
                    <a:pt x="1" y="487"/>
                    <a:pt x="1" y="531"/>
                    <a:pt x="26" y="557"/>
                  </a:cubicBezTo>
                  <a:cubicBezTo>
                    <a:pt x="39" y="570"/>
                    <a:pt x="58" y="582"/>
                    <a:pt x="77" y="582"/>
                  </a:cubicBezTo>
                  <a:cubicBezTo>
                    <a:pt x="97" y="582"/>
                    <a:pt x="109" y="576"/>
                    <a:pt x="128" y="563"/>
                  </a:cubicBezTo>
                  <a:lnTo>
                    <a:pt x="587" y="117"/>
                  </a:lnTo>
                  <a:cubicBezTo>
                    <a:pt x="613" y="92"/>
                    <a:pt x="613" y="47"/>
                    <a:pt x="587" y="22"/>
                  </a:cubicBezTo>
                  <a:cubicBezTo>
                    <a:pt x="574" y="8"/>
                    <a:pt x="555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16;p49">
              <a:extLst>
                <a:ext uri="{FF2B5EF4-FFF2-40B4-BE49-F238E27FC236}">
                  <a16:creationId xmlns:a16="http://schemas.microsoft.com/office/drawing/2014/main" id="{D328430F-2A7A-1AE2-1973-1354A2A9C7E9}"/>
                </a:ext>
              </a:extLst>
            </p:cNvPr>
            <p:cNvSpPr/>
            <p:nvPr/>
          </p:nvSpPr>
          <p:spPr>
            <a:xfrm>
              <a:off x="2721395" y="2389136"/>
              <a:ext cx="24340" cy="29893"/>
            </a:xfrm>
            <a:custGeom>
              <a:avLst/>
              <a:gdLst/>
              <a:ahLst/>
              <a:cxnLst/>
              <a:rect l="l" t="t" r="r" b="b"/>
              <a:pathLst>
                <a:path w="428" h="526" extrusionOk="0">
                  <a:moveTo>
                    <a:pt x="343" y="0"/>
                  </a:moveTo>
                  <a:cubicBezTo>
                    <a:pt x="323" y="0"/>
                    <a:pt x="303" y="12"/>
                    <a:pt x="288" y="35"/>
                  </a:cubicBezTo>
                  <a:lnTo>
                    <a:pt x="20" y="417"/>
                  </a:lnTo>
                  <a:cubicBezTo>
                    <a:pt x="1" y="449"/>
                    <a:pt x="7" y="494"/>
                    <a:pt x="39" y="513"/>
                  </a:cubicBezTo>
                  <a:cubicBezTo>
                    <a:pt x="52" y="519"/>
                    <a:pt x="65" y="525"/>
                    <a:pt x="77" y="525"/>
                  </a:cubicBezTo>
                  <a:cubicBezTo>
                    <a:pt x="103" y="525"/>
                    <a:pt x="122" y="513"/>
                    <a:pt x="135" y="494"/>
                  </a:cubicBezTo>
                  <a:lnTo>
                    <a:pt x="402" y="111"/>
                  </a:lnTo>
                  <a:cubicBezTo>
                    <a:pt x="428" y="79"/>
                    <a:pt x="415" y="35"/>
                    <a:pt x="383" y="16"/>
                  </a:cubicBezTo>
                  <a:cubicBezTo>
                    <a:pt x="371" y="5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7;p49">
              <a:extLst>
                <a:ext uri="{FF2B5EF4-FFF2-40B4-BE49-F238E27FC236}">
                  <a16:creationId xmlns:a16="http://schemas.microsoft.com/office/drawing/2014/main" id="{DBFBB0C6-B30E-C393-737F-24922D06E970}"/>
                </a:ext>
              </a:extLst>
            </p:cNvPr>
            <p:cNvSpPr/>
            <p:nvPr/>
          </p:nvSpPr>
          <p:spPr>
            <a:xfrm>
              <a:off x="2166854" y="3042996"/>
              <a:ext cx="323761" cy="337172"/>
            </a:xfrm>
            <a:custGeom>
              <a:avLst/>
              <a:gdLst/>
              <a:ahLst/>
              <a:cxnLst/>
              <a:rect l="l" t="t" r="r" b="b"/>
              <a:pathLst>
                <a:path w="5693" h="5933" extrusionOk="0">
                  <a:moveTo>
                    <a:pt x="2442" y="1"/>
                  </a:moveTo>
                  <a:cubicBezTo>
                    <a:pt x="1639" y="804"/>
                    <a:pt x="957" y="1728"/>
                    <a:pt x="434" y="2735"/>
                  </a:cubicBezTo>
                  <a:cubicBezTo>
                    <a:pt x="211" y="3156"/>
                    <a:pt x="13" y="3608"/>
                    <a:pt x="7" y="4086"/>
                  </a:cubicBezTo>
                  <a:cubicBezTo>
                    <a:pt x="1" y="4519"/>
                    <a:pt x="160" y="4953"/>
                    <a:pt x="447" y="5278"/>
                  </a:cubicBezTo>
                  <a:cubicBezTo>
                    <a:pt x="855" y="5732"/>
                    <a:pt x="1469" y="5932"/>
                    <a:pt x="2088" y="5932"/>
                  </a:cubicBezTo>
                  <a:cubicBezTo>
                    <a:pt x="2328" y="5932"/>
                    <a:pt x="2569" y="5902"/>
                    <a:pt x="2799" y="5845"/>
                  </a:cubicBezTo>
                  <a:cubicBezTo>
                    <a:pt x="3621" y="5641"/>
                    <a:pt x="4341" y="5150"/>
                    <a:pt x="5036" y="4666"/>
                  </a:cubicBezTo>
                  <a:cubicBezTo>
                    <a:pt x="5354" y="4443"/>
                    <a:pt x="5380" y="4188"/>
                    <a:pt x="5520" y="3831"/>
                  </a:cubicBezTo>
                  <a:cubicBezTo>
                    <a:pt x="5660" y="3461"/>
                    <a:pt x="5692" y="3047"/>
                    <a:pt x="5533" y="2690"/>
                  </a:cubicBezTo>
                  <a:cubicBezTo>
                    <a:pt x="5380" y="2365"/>
                    <a:pt x="5087" y="2136"/>
                    <a:pt x="4800" y="1919"/>
                  </a:cubicBezTo>
                  <a:cubicBezTo>
                    <a:pt x="3990" y="1307"/>
                    <a:pt x="3251" y="613"/>
                    <a:pt x="244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8;p49">
              <a:extLst>
                <a:ext uri="{FF2B5EF4-FFF2-40B4-BE49-F238E27FC236}">
                  <a16:creationId xmlns:a16="http://schemas.microsoft.com/office/drawing/2014/main" id="{19826433-5652-DED0-1DE7-A3EA5B3C0FE6}"/>
                </a:ext>
              </a:extLst>
            </p:cNvPr>
            <p:cNvSpPr/>
            <p:nvPr/>
          </p:nvSpPr>
          <p:spPr>
            <a:xfrm>
              <a:off x="2260406" y="3172165"/>
              <a:ext cx="176524" cy="24096"/>
            </a:xfrm>
            <a:custGeom>
              <a:avLst/>
              <a:gdLst/>
              <a:ahLst/>
              <a:cxnLst/>
              <a:rect l="l" t="t" r="r" b="b"/>
              <a:pathLst>
                <a:path w="3104" h="424" extrusionOk="0">
                  <a:moveTo>
                    <a:pt x="1820" y="1"/>
                  </a:moveTo>
                  <a:cubicBezTo>
                    <a:pt x="1223" y="1"/>
                    <a:pt x="628" y="97"/>
                    <a:pt x="57" y="290"/>
                  </a:cubicBezTo>
                  <a:cubicBezTo>
                    <a:pt x="19" y="303"/>
                    <a:pt x="0" y="341"/>
                    <a:pt x="13" y="379"/>
                  </a:cubicBezTo>
                  <a:cubicBezTo>
                    <a:pt x="26" y="405"/>
                    <a:pt x="51" y="424"/>
                    <a:pt x="83" y="424"/>
                  </a:cubicBezTo>
                  <a:lnTo>
                    <a:pt x="102" y="424"/>
                  </a:lnTo>
                  <a:cubicBezTo>
                    <a:pt x="660" y="234"/>
                    <a:pt x="1242" y="139"/>
                    <a:pt x="1827" y="139"/>
                  </a:cubicBezTo>
                  <a:cubicBezTo>
                    <a:pt x="2224" y="139"/>
                    <a:pt x="2623" y="183"/>
                    <a:pt x="3015" y="271"/>
                  </a:cubicBezTo>
                  <a:cubicBezTo>
                    <a:pt x="3021" y="273"/>
                    <a:pt x="3028" y="274"/>
                    <a:pt x="3034" y="274"/>
                  </a:cubicBezTo>
                  <a:cubicBezTo>
                    <a:pt x="3064" y="274"/>
                    <a:pt x="3087" y="251"/>
                    <a:pt x="3097" y="220"/>
                  </a:cubicBezTo>
                  <a:cubicBezTo>
                    <a:pt x="3104" y="181"/>
                    <a:pt x="3078" y="150"/>
                    <a:pt x="3040" y="137"/>
                  </a:cubicBezTo>
                  <a:cubicBezTo>
                    <a:pt x="2638" y="46"/>
                    <a:pt x="2229" y="1"/>
                    <a:pt x="1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9;p49">
              <a:extLst>
                <a:ext uri="{FF2B5EF4-FFF2-40B4-BE49-F238E27FC236}">
                  <a16:creationId xmlns:a16="http://schemas.microsoft.com/office/drawing/2014/main" id="{899A6BBE-CBB4-4753-96F8-D4DF00B1399F}"/>
                </a:ext>
              </a:extLst>
            </p:cNvPr>
            <p:cNvSpPr/>
            <p:nvPr/>
          </p:nvSpPr>
          <p:spPr>
            <a:xfrm>
              <a:off x="2259666" y="2646395"/>
              <a:ext cx="821373" cy="648032"/>
            </a:xfrm>
            <a:custGeom>
              <a:avLst/>
              <a:gdLst/>
              <a:ahLst/>
              <a:cxnLst/>
              <a:rect l="l" t="t" r="r" b="b"/>
              <a:pathLst>
                <a:path w="14443" h="11403" extrusionOk="0">
                  <a:moveTo>
                    <a:pt x="7961" y="1"/>
                  </a:moveTo>
                  <a:cubicBezTo>
                    <a:pt x="7992" y="262"/>
                    <a:pt x="8088" y="530"/>
                    <a:pt x="8114" y="791"/>
                  </a:cubicBezTo>
                  <a:cubicBezTo>
                    <a:pt x="7196" y="1371"/>
                    <a:pt x="6246" y="1958"/>
                    <a:pt x="5348" y="2576"/>
                  </a:cubicBezTo>
                  <a:cubicBezTo>
                    <a:pt x="3340" y="3978"/>
                    <a:pt x="1568" y="5584"/>
                    <a:pt x="0" y="7464"/>
                  </a:cubicBezTo>
                  <a:cubicBezTo>
                    <a:pt x="963" y="8076"/>
                    <a:pt x="1925" y="8694"/>
                    <a:pt x="2887" y="9306"/>
                  </a:cubicBezTo>
                  <a:cubicBezTo>
                    <a:pt x="3684" y="9816"/>
                    <a:pt x="4137" y="10689"/>
                    <a:pt x="4761" y="11403"/>
                  </a:cubicBezTo>
                  <a:cubicBezTo>
                    <a:pt x="5373" y="11269"/>
                    <a:pt x="6029" y="11084"/>
                    <a:pt x="6641" y="10950"/>
                  </a:cubicBezTo>
                  <a:cubicBezTo>
                    <a:pt x="7591" y="10753"/>
                    <a:pt x="8541" y="10549"/>
                    <a:pt x="9490" y="10345"/>
                  </a:cubicBezTo>
                  <a:cubicBezTo>
                    <a:pt x="11154" y="9994"/>
                    <a:pt x="12779" y="9618"/>
                    <a:pt x="14442" y="9261"/>
                  </a:cubicBezTo>
                  <a:cubicBezTo>
                    <a:pt x="14219" y="7458"/>
                    <a:pt x="13225" y="5794"/>
                    <a:pt x="13040" y="3984"/>
                  </a:cubicBezTo>
                  <a:cubicBezTo>
                    <a:pt x="12932" y="2882"/>
                    <a:pt x="12894" y="1747"/>
                    <a:pt x="12785" y="645"/>
                  </a:cubicBezTo>
                  <a:cubicBezTo>
                    <a:pt x="11179" y="460"/>
                    <a:pt x="9567" y="186"/>
                    <a:pt x="79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0;p49">
              <a:extLst>
                <a:ext uri="{FF2B5EF4-FFF2-40B4-BE49-F238E27FC236}">
                  <a16:creationId xmlns:a16="http://schemas.microsoft.com/office/drawing/2014/main" id="{9B8FA8BD-759D-A26F-D958-460AEEBA99DD}"/>
                </a:ext>
              </a:extLst>
            </p:cNvPr>
            <p:cNvSpPr/>
            <p:nvPr/>
          </p:nvSpPr>
          <p:spPr>
            <a:xfrm>
              <a:off x="2556870" y="3145797"/>
              <a:ext cx="521270" cy="117127"/>
            </a:xfrm>
            <a:custGeom>
              <a:avLst/>
              <a:gdLst/>
              <a:ahLst/>
              <a:cxnLst/>
              <a:rect l="l" t="t" r="r" b="b"/>
              <a:pathLst>
                <a:path w="9166" h="2061" extrusionOk="0">
                  <a:moveTo>
                    <a:pt x="9088" y="1"/>
                  </a:moveTo>
                  <a:cubicBezTo>
                    <a:pt x="9084" y="1"/>
                    <a:pt x="9080" y="1"/>
                    <a:pt x="9076" y="2"/>
                  </a:cubicBezTo>
                  <a:cubicBezTo>
                    <a:pt x="6074" y="569"/>
                    <a:pt x="3041" y="1213"/>
                    <a:pt x="64" y="1920"/>
                  </a:cubicBezTo>
                  <a:cubicBezTo>
                    <a:pt x="26" y="1926"/>
                    <a:pt x="0" y="1965"/>
                    <a:pt x="13" y="2003"/>
                  </a:cubicBezTo>
                  <a:cubicBezTo>
                    <a:pt x="20" y="2035"/>
                    <a:pt x="45" y="2060"/>
                    <a:pt x="77" y="2060"/>
                  </a:cubicBezTo>
                  <a:cubicBezTo>
                    <a:pt x="83" y="2060"/>
                    <a:pt x="90" y="2054"/>
                    <a:pt x="96" y="2054"/>
                  </a:cubicBezTo>
                  <a:cubicBezTo>
                    <a:pt x="3066" y="1347"/>
                    <a:pt x="6100" y="703"/>
                    <a:pt x="9102" y="136"/>
                  </a:cubicBezTo>
                  <a:cubicBezTo>
                    <a:pt x="9140" y="129"/>
                    <a:pt x="9165" y="97"/>
                    <a:pt x="9159" y="59"/>
                  </a:cubicBezTo>
                  <a:cubicBezTo>
                    <a:pt x="9153" y="25"/>
                    <a:pt x="9122" y="1"/>
                    <a:pt x="9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1;p49">
              <a:extLst>
                <a:ext uri="{FF2B5EF4-FFF2-40B4-BE49-F238E27FC236}">
                  <a16:creationId xmlns:a16="http://schemas.microsoft.com/office/drawing/2014/main" id="{5C6ED95D-9B61-84C9-92A6-466C6EBE5D3D}"/>
                </a:ext>
              </a:extLst>
            </p:cNvPr>
            <p:cNvSpPr/>
            <p:nvPr/>
          </p:nvSpPr>
          <p:spPr>
            <a:xfrm>
              <a:off x="2712694" y="2685833"/>
              <a:ext cx="9895" cy="34155"/>
            </a:xfrm>
            <a:custGeom>
              <a:avLst/>
              <a:gdLst/>
              <a:ahLst/>
              <a:cxnLst/>
              <a:rect l="l" t="t" r="r" b="b"/>
              <a:pathLst>
                <a:path w="174" h="601" extrusionOk="0">
                  <a:moveTo>
                    <a:pt x="81" y="1"/>
                  </a:moveTo>
                  <a:cubicBezTo>
                    <a:pt x="78" y="1"/>
                    <a:pt x="74" y="1"/>
                    <a:pt x="71" y="2"/>
                  </a:cubicBezTo>
                  <a:cubicBezTo>
                    <a:pt x="33" y="2"/>
                    <a:pt x="1" y="40"/>
                    <a:pt x="7" y="78"/>
                  </a:cubicBezTo>
                  <a:lnTo>
                    <a:pt x="33" y="537"/>
                  </a:lnTo>
                  <a:cubicBezTo>
                    <a:pt x="33" y="575"/>
                    <a:pt x="65" y="601"/>
                    <a:pt x="103" y="601"/>
                  </a:cubicBezTo>
                  <a:cubicBezTo>
                    <a:pt x="141" y="601"/>
                    <a:pt x="173" y="569"/>
                    <a:pt x="173" y="531"/>
                  </a:cubicBezTo>
                  <a:lnTo>
                    <a:pt x="141" y="65"/>
                  </a:lnTo>
                  <a:cubicBezTo>
                    <a:pt x="141" y="30"/>
                    <a:pt x="11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2;p49">
              <a:extLst>
                <a:ext uri="{FF2B5EF4-FFF2-40B4-BE49-F238E27FC236}">
                  <a16:creationId xmlns:a16="http://schemas.microsoft.com/office/drawing/2014/main" id="{715A178E-33DF-BC54-3D24-FE254CC39C00}"/>
                </a:ext>
              </a:extLst>
            </p:cNvPr>
            <p:cNvSpPr/>
            <p:nvPr/>
          </p:nvSpPr>
          <p:spPr>
            <a:xfrm>
              <a:off x="2712353" y="2657078"/>
              <a:ext cx="283497" cy="73083"/>
            </a:xfrm>
            <a:custGeom>
              <a:avLst/>
              <a:gdLst/>
              <a:ahLst/>
              <a:cxnLst/>
              <a:rect l="l" t="t" r="r" b="b"/>
              <a:pathLst>
                <a:path w="4985" h="1286" extrusionOk="0">
                  <a:moveTo>
                    <a:pt x="76" y="1"/>
                  </a:moveTo>
                  <a:cubicBezTo>
                    <a:pt x="45" y="1"/>
                    <a:pt x="19" y="24"/>
                    <a:pt x="13" y="55"/>
                  </a:cubicBezTo>
                  <a:cubicBezTo>
                    <a:pt x="1" y="93"/>
                    <a:pt x="26" y="132"/>
                    <a:pt x="64" y="138"/>
                  </a:cubicBezTo>
                  <a:lnTo>
                    <a:pt x="4889" y="1285"/>
                  </a:lnTo>
                  <a:lnTo>
                    <a:pt x="4908" y="1285"/>
                  </a:lnTo>
                  <a:cubicBezTo>
                    <a:pt x="4940" y="1285"/>
                    <a:pt x="4965" y="1266"/>
                    <a:pt x="4972" y="1234"/>
                  </a:cubicBezTo>
                  <a:cubicBezTo>
                    <a:pt x="4985" y="1196"/>
                    <a:pt x="4959" y="1158"/>
                    <a:pt x="4921" y="1151"/>
                  </a:cubicBezTo>
                  <a:lnTo>
                    <a:pt x="96" y="4"/>
                  </a:ln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3;p49">
              <a:extLst>
                <a:ext uri="{FF2B5EF4-FFF2-40B4-BE49-F238E27FC236}">
                  <a16:creationId xmlns:a16="http://schemas.microsoft.com/office/drawing/2014/main" id="{56479DB2-EF2C-A8E4-AC7A-FA8961758B40}"/>
                </a:ext>
              </a:extLst>
            </p:cNvPr>
            <p:cNvSpPr/>
            <p:nvPr/>
          </p:nvSpPr>
          <p:spPr>
            <a:xfrm>
              <a:off x="2285770" y="3031801"/>
              <a:ext cx="171861" cy="157590"/>
            </a:xfrm>
            <a:custGeom>
              <a:avLst/>
              <a:gdLst/>
              <a:ahLst/>
              <a:cxnLst/>
              <a:rect l="l" t="t" r="r" b="b"/>
              <a:pathLst>
                <a:path w="3022" h="2773" extrusionOk="0">
                  <a:moveTo>
                    <a:pt x="77" y="0"/>
                  </a:moveTo>
                  <a:cubicBezTo>
                    <a:pt x="59" y="0"/>
                    <a:pt x="42" y="7"/>
                    <a:pt x="26" y="19"/>
                  </a:cubicBezTo>
                  <a:cubicBezTo>
                    <a:pt x="0" y="51"/>
                    <a:pt x="7" y="96"/>
                    <a:pt x="32" y="121"/>
                  </a:cubicBezTo>
                  <a:lnTo>
                    <a:pt x="2894" y="2753"/>
                  </a:lnTo>
                  <a:cubicBezTo>
                    <a:pt x="2906" y="2766"/>
                    <a:pt x="2926" y="2773"/>
                    <a:pt x="2945" y="2773"/>
                  </a:cubicBezTo>
                  <a:cubicBezTo>
                    <a:pt x="2964" y="2773"/>
                    <a:pt x="2983" y="2760"/>
                    <a:pt x="2996" y="2747"/>
                  </a:cubicBezTo>
                  <a:cubicBezTo>
                    <a:pt x="3021" y="2722"/>
                    <a:pt x="3021" y="2677"/>
                    <a:pt x="2989" y="2651"/>
                  </a:cubicBezTo>
                  <a:lnTo>
                    <a:pt x="128" y="19"/>
                  </a:lnTo>
                  <a:cubicBezTo>
                    <a:pt x="112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4;p49">
              <a:extLst>
                <a:ext uri="{FF2B5EF4-FFF2-40B4-BE49-F238E27FC236}">
                  <a16:creationId xmlns:a16="http://schemas.microsoft.com/office/drawing/2014/main" id="{97B1FBDF-8178-9A9B-7D75-FBD027CF7B21}"/>
                </a:ext>
              </a:extLst>
            </p:cNvPr>
            <p:cNvSpPr/>
            <p:nvPr/>
          </p:nvSpPr>
          <p:spPr>
            <a:xfrm>
              <a:off x="2481858" y="2711406"/>
              <a:ext cx="224750" cy="176628"/>
            </a:xfrm>
            <a:custGeom>
              <a:avLst/>
              <a:gdLst/>
              <a:ahLst/>
              <a:cxnLst/>
              <a:rect l="l" t="t" r="r" b="b"/>
              <a:pathLst>
                <a:path w="3952" h="3108" extrusionOk="0">
                  <a:moveTo>
                    <a:pt x="3548" y="0"/>
                  </a:moveTo>
                  <a:cubicBezTo>
                    <a:pt x="3541" y="0"/>
                    <a:pt x="3533" y="1"/>
                    <a:pt x="3525" y="4"/>
                  </a:cubicBezTo>
                  <a:cubicBezTo>
                    <a:pt x="3486" y="17"/>
                    <a:pt x="3467" y="55"/>
                    <a:pt x="3486" y="93"/>
                  </a:cubicBezTo>
                  <a:cubicBezTo>
                    <a:pt x="3792" y="986"/>
                    <a:pt x="3442" y="2095"/>
                    <a:pt x="2683" y="2617"/>
                  </a:cubicBezTo>
                  <a:cubicBezTo>
                    <a:pt x="2351" y="2849"/>
                    <a:pt x="1948" y="2962"/>
                    <a:pt x="1544" y="2962"/>
                  </a:cubicBezTo>
                  <a:cubicBezTo>
                    <a:pt x="1026" y="2962"/>
                    <a:pt x="507" y="2777"/>
                    <a:pt x="128" y="2420"/>
                  </a:cubicBezTo>
                  <a:cubicBezTo>
                    <a:pt x="116" y="2405"/>
                    <a:pt x="99" y="2398"/>
                    <a:pt x="82" y="2398"/>
                  </a:cubicBezTo>
                  <a:cubicBezTo>
                    <a:pt x="63" y="2398"/>
                    <a:pt x="42" y="2406"/>
                    <a:pt x="26" y="2420"/>
                  </a:cubicBezTo>
                  <a:cubicBezTo>
                    <a:pt x="0" y="2445"/>
                    <a:pt x="0" y="2490"/>
                    <a:pt x="32" y="2515"/>
                  </a:cubicBezTo>
                  <a:cubicBezTo>
                    <a:pt x="440" y="2904"/>
                    <a:pt x="988" y="3108"/>
                    <a:pt x="1536" y="3108"/>
                  </a:cubicBezTo>
                  <a:cubicBezTo>
                    <a:pt x="1970" y="3108"/>
                    <a:pt x="2397" y="2987"/>
                    <a:pt x="2760" y="2732"/>
                  </a:cubicBezTo>
                  <a:cubicBezTo>
                    <a:pt x="3582" y="2165"/>
                    <a:pt x="3952" y="1011"/>
                    <a:pt x="3614" y="49"/>
                  </a:cubicBezTo>
                  <a:cubicBezTo>
                    <a:pt x="3604" y="18"/>
                    <a:pt x="3578" y="0"/>
                    <a:pt x="3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5;p49">
              <a:extLst>
                <a:ext uri="{FF2B5EF4-FFF2-40B4-BE49-F238E27FC236}">
                  <a16:creationId xmlns:a16="http://schemas.microsoft.com/office/drawing/2014/main" id="{E8F055EC-0CE4-51FC-593C-7BBA74438032}"/>
                </a:ext>
              </a:extLst>
            </p:cNvPr>
            <p:cNvSpPr/>
            <p:nvPr/>
          </p:nvSpPr>
          <p:spPr>
            <a:xfrm>
              <a:off x="2455357" y="3130681"/>
              <a:ext cx="8417" cy="67741"/>
            </a:xfrm>
            <a:custGeom>
              <a:avLst/>
              <a:gdLst/>
              <a:ahLst/>
              <a:cxnLst/>
              <a:rect l="l" t="t" r="r" b="b"/>
              <a:pathLst>
                <a:path w="148" h="1192" extrusionOk="0">
                  <a:moveTo>
                    <a:pt x="77" y="0"/>
                  </a:moveTo>
                  <a:cubicBezTo>
                    <a:pt x="39" y="0"/>
                    <a:pt x="7" y="32"/>
                    <a:pt x="7" y="70"/>
                  </a:cubicBezTo>
                  <a:lnTo>
                    <a:pt x="1" y="1122"/>
                  </a:lnTo>
                  <a:cubicBezTo>
                    <a:pt x="1" y="1160"/>
                    <a:pt x="33" y="1192"/>
                    <a:pt x="71" y="1192"/>
                  </a:cubicBezTo>
                  <a:cubicBezTo>
                    <a:pt x="109" y="1192"/>
                    <a:pt x="141" y="1160"/>
                    <a:pt x="141" y="1122"/>
                  </a:cubicBezTo>
                  <a:lnTo>
                    <a:pt x="147" y="70"/>
                  </a:lnTo>
                  <a:cubicBezTo>
                    <a:pt x="147" y="32"/>
                    <a:pt x="11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6;p49">
              <a:extLst>
                <a:ext uri="{FF2B5EF4-FFF2-40B4-BE49-F238E27FC236}">
                  <a16:creationId xmlns:a16="http://schemas.microsoft.com/office/drawing/2014/main" id="{597A5DB3-0344-27A6-DC85-EFFAD3BD748A}"/>
                </a:ext>
              </a:extLst>
            </p:cNvPr>
            <p:cNvSpPr/>
            <p:nvPr/>
          </p:nvSpPr>
          <p:spPr>
            <a:xfrm>
              <a:off x="2599977" y="2893766"/>
              <a:ext cx="213206" cy="286594"/>
            </a:xfrm>
            <a:custGeom>
              <a:avLst/>
              <a:gdLst/>
              <a:ahLst/>
              <a:cxnLst/>
              <a:rect l="l" t="t" r="r" b="b"/>
              <a:pathLst>
                <a:path w="3749" h="5043" extrusionOk="0">
                  <a:moveTo>
                    <a:pt x="823" y="1"/>
                  </a:moveTo>
                  <a:cubicBezTo>
                    <a:pt x="549" y="1161"/>
                    <a:pt x="275" y="2327"/>
                    <a:pt x="1" y="3487"/>
                  </a:cubicBezTo>
                  <a:cubicBezTo>
                    <a:pt x="708" y="3137"/>
                    <a:pt x="1409" y="2786"/>
                    <a:pt x="2117" y="2436"/>
                  </a:cubicBezTo>
                  <a:lnTo>
                    <a:pt x="2117" y="2436"/>
                  </a:lnTo>
                  <a:cubicBezTo>
                    <a:pt x="2047" y="3302"/>
                    <a:pt x="1983" y="4175"/>
                    <a:pt x="1919" y="5042"/>
                  </a:cubicBezTo>
                  <a:cubicBezTo>
                    <a:pt x="2429" y="4551"/>
                    <a:pt x="2856" y="4099"/>
                    <a:pt x="3366" y="3608"/>
                  </a:cubicBezTo>
                  <a:cubicBezTo>
                    <a:pt x="3506" y="2493"/>
                    <a:pt x="3608" y="1333"/>
                    <a:pt x="3748" y="218"/>
                  </a:cubicBezTo>
                  <a:lnTo>
                    <a:pt x="3748" y="218"/>
                  </a:lnTo>
                  <a:cubicBezTo>
                    <a:pt x="3041" y="568"/>
                    <a:pt x="2397" y="957"/>
                    <a:pt x="1690" y="1301"/>
                  </a:cubicBezTo>
                  <a:cubicBezTo>
                    <a:pt x="1409" y="842"/>
                    <a:pt x="1103" y="453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7;p49">
              <a:extLst>
                <a:ext uri="{FF2B5EF4-FFF2-40B4-BE49-F238E27FC236}">
                  <a16:creationId xmlns:a16="http://schemas.microsoft.com/office/drawing/2014/main" id="{6A8B747F-2705-621B-CEAC-EF326C4E78BA}"/>
                </a:ext>
              </a:extLst>
            </p:cNvPr>
            <p:cNvSpPr/>
            <p:nvPr/>
          </p:nvSpPr>
          <p:spPr>
            <a:xfrm>
              <a:off x="2379605" y="2538934"/>
              <a:ext cx="213547" cy="202428"/>
            </a:xfrm>
            <a:custGeom>
              <a:avLst/>
              <a:gdLst/>
              <a:ahLst/>
              <a:cxnLst/>
              <a:rect l="l" t="t" r="r" b="b"/>
              <a:pathLst>
                <a:path w="3755" h="3562" extrusionOk="0">
                  <a:moveTo>
                    <a:pt x="1692" y="0"/>
                  </a:moveTo>
                  <a:cubicBezTo>
                    <a:pt x="1659" y="0"/>
                    <a:pt x="1626" y="4"/>
                    <a:pt x="1594" y="12"/>
                  </a:cubicBezTo>
                  <a:cubicBezTo>
                    <a:pt x="1409" y="56"/>
                    <a:pt x="1263" y="222"/>
                    <a:pt x="1244" y="413"/>
                  </a:cubicBezTo>
                  <a:cubicBezTo>
                    <a:pt x="1180" y="374"/>
                    <a:pt x="1103" y="355"/>
                    <a:pt x="1026" y="355"/>
                  </a:cubicBezTo>
                  <a:cubicBezTo>
                    <a:pt x="928" y="355"/>
                    <a:pt x="828" y="387"/>
                    <a:pt x="753" y="451"/>
                  </a:cubicBezTo>
                  <a:cubicBezTo>
                    <a:pt x="613" y="560"/>
                    <a:pt x="555" y="764"/>
                    <a:pt x="619" y="930"/>
                  </a:cubicBezTo>
                  <a:cubicBezTo>
                    <a:pt x="571" y="899"/>
                    <a:pt x="519" y="886"/>
                    <a:pt x="465" y="886"/>
                  </a:cubicBezTo>
                  <a:cubicBezTo>
                    <a:pt x="306" y="886"/>
                    <a:pt x="139" y="1008"/>
                    <a:pt x="77" y="1165"/>
                  </a:cubicBezTo>
                  <a:cubicBezTo>
                    <a:pt x="1" y="1376"/>
                    <a:pt x="52" y="1611"/>
                    <a:pt x="122" y="1822"/>
                  </a:cubicBezTo>
                  <a:cubicBezTo>
                    <a:pt x="313" y="2446"/>
                    <a:pt x="613" y="3039"/>
                    <a:pt x="1008" y="3562"/>
                  </a:cubicBezTo>
                  <a:lnTo>
                    <a:pt x="3755" y="2140"/>
                  </a:lnTo>
                  <a:cubicBezTo>
                    <a:pt x="3627" y="1522"/>
                    <a:pt x="3366" y="930"/>
                    <a:pt x="3003" y="413"/>
                  </a:cubicBezTo>
                  <a:cubicBezTo>
                    <a:pt x="2894" y="267"/>
                    <a:pt x="2773" y="120"/>
                    <a:pt x="2608" y="50"/>
                  </a:cubicBezTo>
                  <a:cubicBezTo>
                    <a:pt x="2565" y="34"/>
                    <a:pt x="2516" y="27"/>
                    <a:pt x="2466" y="27"/>
                  </a:cubicBezTo>
                  <a:cubicBezTo>
                    <a:pt x="2314" y="27"/>
                    <a:pt x="2149" y="96"/>
                    <a:pt x="2091" y="216"/>
                  </a:cubicBezTo>
                  <a:cubicBezTo>
                    <a:pt x="2007" y="84"/>
                    <a:pt x="1849" y="0"/>
                    <a:pt x="16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8;p49">
              <a:extLst>
                <a:ext uri="{FF2B5EF4-FFF2-40B4-BE49-F238E27FC236}">
                  <a16:creationId xmlns:a16="http://schemas.microsoft.com/office/drawing/2014/main" id="{FA7890B1-5AAF-1F9E-6F81-43B2022A549E}"/>
                </a:ext>
              </a:extLst>
            </p:cNvPr>
            <p:cNvSpPr/>
            <p:nvPr/>
          </p:nvSpPr>
          <p:spPr>
            <a:xfrm>
              <a:off x="2372042" y="2644576"/>
              <a:ext cx="60908" cy="84449"/>
            </a:xfrm>
            <a:custGeom>
              <a:avLst/>
              <a:gdLst/>
              <a:ahLst/>
              <a:cxnLst/>
              <a:rect l="l" t="t" r="r" b="b"/>
              <a:pathLst>
                <a:path w="1071" h="1486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7"/>
                    <a:pt x="0" y="46"/>
                    <a:pt x="13" y="84"/>
                  </a:cubicBezTo>
                  <a:cubicBezTo>
                    <a:pt x="121" y="651"/>
                    <a:pt x="472" y="1155"/>
                    <a:pt x="956" y="1473"/>
                  </a:cubicBezTo>
                  <a:cubicBezTo>
                    <a:pt x="962" y="1480"/>
                    <a:pt x="982" y="1486"/>
                    <a:pt x="994" y="1486"/>
                  </a:cubicBezTo>
                  <a:cubicBezTo>
                    <a:pt x="1013" y="1486"/>
                    <a:pt x="1039" y="1473"/>
                    <a:pt x="1052" y="1454"/>
                  </a:cubicBezTo>
                  <a:cubicBezTo>
                    <a:pt x="1071" y="1416"/>
                    <a:pt x="1064" y="1378"/>
                    <a:pt x="1033" y="1352"/>
                  </a:cubicBezTo>
                  <a:cubicBezTo>
                    <a:pt x="580" y="1065"/>
                    <a:pt x="255" y="581"/>
                    <a:pt x="147" y="58"/>
                  </a:cubicBezTo>
                  <a:cubicBezTo>
                    <a:pt x="141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;p49">
              <a:extLst>
                <a:ext uri="{FF2B5EF4-FFF2-40B4-BE49-F238E27FC236}">
                  <a16:creationId xmlns:a16="http://schemas.microsoft.com/office/drawing/2014/main" id="{7CA56C8C-2813-B78C-1BE7-6482D3B10B83}"/>
                </a:ext>
              </a:extLst>
            </p:cNvPr>
            <p:cNvSpPr/>
            <p:nvPr/>
          </p:nvSpPr>
          <p:spPr>
            <a:xfrm>
              <a:off x="2506483" y="2700040"/>
              <a:ext cx="159179" cy="158158"/>
            </a:xfrm>
            <a:custGeom>
              <a:avLst/>
              <a:gdLst/>
              <a:ahLst/>
              <a:cxnLst/>
              <a:rect l="l" t="t" r="r" b="b"/>
              <a:pathLst>
                <a:path w="2799" h="2783" extrusionOk="0">
                  <a:moveTo>
                    <a:pt x="1549" y="0"/>
                  </a:moveTo>
                  <a:cubicBezTo>
                    <a:pt x="995" y="351"/>
                    <a:pt x="440" y="803"/>
                    <a:pt x="1" y="1288"/>
                  </a:cubicBezTo>
                  <a:cubicBezTo>
                    <a:pt x="160" y="1587"/>
                    <a:pt x="326" y="1880"/>
                    <a:pt x="485" y="2173"/>
                  </a:cubicBezTo>
                  <a:cubicBezTo>
                    <a:pt x="383" y="2301"/>
                    <a:pt x="230" y="2409"/>
                    <a:pt x="122" y="2537"/>
                  </a:cubicBezTo>
                  <a:cubicBezTo>
                    <a:pt x="400" y="2699"/>
                    <a:pt x="717" y="2782"/>
                    <a:pt x="1032" y="2782"/>
                  </a:cubicBezTo>
                  <a:cubicBezTo>
                    <a:pt x="1359" y="2782"/>
                    <a:pt x="1684" y="2693"/>
                    <a:pt x="1964" y="2511"/>
                  </a:cubicBezTo>
                  <a:cubicBezTo>
                    <a:pt x="2512" y="2148"/>
                    <a:pt x="2798" y="1460"/>
                    <a:pt x="2722" y="810"/>
                  </a:cubicBezTo>
                  <a:lnTo>
                    <a:pt x="2722" y="810"/>
                  </a:lnTo>
                  <a:cubicBezTo>
                    <a:pt x="2575" y="886"/>
                    <a:pt x="2416" y="994"/>
                    <a:pt x="2269" y="1077"/>
                  </a:cubicBezTo>
                  <a:cubicBezTo>
                    <a:pt x="2034" y="714"/>
                    <a:pt x="1791" y="357"/>
                    <a:pt x="1549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30;p49">
              <a:extLst>
                <a:ext uri="{FF2B5EF4-FFF2-40B4-BE49-F238E27FC236}">
                  <a16:creationId xmlns:a16="http://schemas.microsoft.com/office/drawing/2014/main" id="{79331FBF-8798-DF25-A463-E30B67554B5E}"/>
                </a:ext>
              </a:extLst>
            </p:cNvPr>
            <p:cNvSpPr/>
            <p:nvPr/>
          </p:nvSpPr>
          <p:spPr>
            <a:xfrm>
              <a:off x="2403207" y="2613321"/>
              <a:ext cx="223670" cy="184186"/>
            </a:xfrm>
            <a:custGeom>
              <a:avLst/>
              <a:gdLst/>
              <a:ahLst/>
              <a:cxnLst/>
              <a:rect l="l" t="t" r="r" b="b"/>
              <a:pathLst>
                <a:path w="3933" h="3241" extrusionOk="0">
                  <a:moveTo>
                    <a:pt x="3373" y="1"/>
                  </a:moveTo>
                  <a:cubicBezTo>
                    <a:pt x="3362" y="1"/>
                    <a:pt x="3351" y="2"/>
                    <a:pt x="3340" y="3"/>
                  </a:cubicBezTo>
                  <a:cubicBezTo>
                    <a:pt x="3219" y="22"/>
                    <a:pt x="3123" y="105"/>
                    <a:pt x="3072" y="213"/>
                  </a:cubicBezTo>
                  <a:cubicBezTo>
                    <a:pt x="3015" y="315"/>
                    <a:pt x="3008" y="462"/>
                    <a:pt x="2989" y="577"/>
                  </a:cubicBezTo>
                  <a:cubicBezTo>
                    <a:pt x="2664" y="487"/>
                    <a:pt x="2301" y="360"/>
                    <a:pt x="2033" y="162"/>
                  </a:cubicBezTo>
                  <a:cubicBezTo>
                    <a:pt x="1944" y="341"/>
                    <a:pt x="1791" y="481"/>
                    <a:pt x="1606" y="551"/>
                  </a:cubicBezTo>
                  <a:cubicBezTo>
                    <a:pt x="1469" y="603"/>
                    <a:pt x="1296" y="666"/>
                    <a:pt x="1141" y="666"/>
                  </a:cubicBezTo>
                  <a:cubicBezTo>
                    <a:pt x="1087" y="666"/>
                    <a:pt x="1036" y="658"/>
                    <a:pt x="988" y="640"/>
                  </a:cubicBezTo>
                  <a:cubicBezTo>
                    <a:pt x="975" y="930"/>
                    <a:pt x="726" y="1214"/>
                    <a:pt x="437" y="1214"/>
                  </a:cubicBezTo>
                  <a:cubicBezTo>
                    <a:pt x="434" y="1214"/>
                    <a:pt x="430" y="1214"/>
                    <a:pt x="427" y="1214"/>
                  </a:cubicBezTo>
                  <a:lnTo>
                    <a:pt x="427" y="1214"/>
                  </a:lnTo>
                  <a:cubicBezTo>
                    <a:pt x="618" y="1411"/>
                    <a:pt x="708" y="1717"/>
                    <a:pt x="625" y="1979"/>
                  </a:cubicBezTo>
                  <a:cubicBezTo>
                    <a:pt x="584" y="1967"/>
                    <a:pt x="542" y="1962"/>
                    <a:pt x="500" y="1962"/>
                  </a:cubicBezTo>
                  <a:cubicBezTo>
                    <a:pt x="376" y="1962"/>
                    <a:pt x="251" y="2009"/>
                    <a:pt x="166" y="2100"/>
                  </a:cubicBezTo>
                  <a:cubicBezTo>
                    <a:pt x="51" y="2214"/>
                    <a:pt x="0" y="2393"/>
                    <a:pt x="45" y="2552"/>
                  </a:cubicBezTo>
                  <a:cubicBezTo>
                    <a:pt x="102" y="2775"/>
                    <a:pt x="332" y="2922"/>
                    <a:pt x="561" y="2954"/>
                  </a:cubicBezTo>
                  <a:cubicBezTo>
                    <a:pt x="602" y="2959"/>
                    <a:pt x="643" y="2962"/>
                    <a:pt x="685" y="2962"/>
                  </a:cubicBezTo>
                  <a:cubicBezTo>
                    <a:pt x="872" y="2962"/>
                    <a:pt x="1059" y="2907"/>
                    <a:pt x="1237" y="2839"/>
                  </a:cubicBezTo>
                  <a:cubicBezTo>
                    <a:pt x="1472" y="3108"/>
                    <a:pt x="1830" y="3241"/>
                    <a:pt x="2190" y="3241"/>
                  </a:cubicBezTo>
                  <a:cubicBezTo>
                    <a:pt x="2453" y="3241"/>
                    <a:pt x="2718" y="3170"/>
                    <a:pt x="2938" y="3030"/>
                  </a:cubicBezTo>
                  <a:cubicBezTo>
                    <a:pt x="3461" y="2699"/>
                    <a:pt x="3786" y="1877"/>
                    <a:pt x="3531" y="1316"/>
                  </a:cubicBezTo>
                  <a:cubicBezTo>
                    <a:pt x="3843" y="1067"/>
                    <a:pt x="3933" y="589"/>
                    <a:pt x="3735" y="245"/>
                  </a:cubicBezTo>
                  <a:cubicBezTo>
                    <a:pt x="3658" y="115"/>
                    <a:pt x="3520" y="1"/>
                    <a:pt x="3373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31;p49">
              <a:extLst>
                <a:ext uri="{FF2B5EF4-FFF2-40B4-BE49-F238E27FC236}">
                  <a16:creationId xmlns:a16="http://schemas.microsoft.com/office/drawing/2014/main" id="{0BF8612C-DBAA-A674-3C3D-99F68F4194B5}"/>
                </a:ext>
              </a:extLst>
            </p:cNvPr>
            <p:cNvSpPr/>
            <p:nvPr/>
          </p:nvSpPr>
          <p:spPr>
            <a:xfrm>
              <a:off x="2471678" y="2713793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32;p49">
              <a:extLst>
                <a:ext uri="{FF2B5EF4-FFF2-40B4-BE49-F238E27FC236}">
                  <a16:creationId xmlns:a16="http://schemas.microsoft.com/office/drawing/2014/main" id="{5E70216E-61CF-B42E-F669-B20CA1D57518}"/>
                </a:ext>
              </a:extLst>
            </p:cNvPr>
            <p:cNvSpPr/>
            <p:nvPr/>
          </p:nvSpPr>
          <p:spPr>
            <a:xfrm>
              <a:off x="2537648" y="2672138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33;p49">
              <a:extLst>
                <a:ext uri="{FF2B5EF4-FFF2-40B4-BE49-F238E27FC236}">
                  <a16:creationId xmlns:a16="http://schemas.microsoft.com/office/drawing/2014/main" id="{73C07B08-7369-AC01-D729-4C6D2B4C2B5A}"/>
                </a:ext>
              </a:extLst>
            </p:cNvPr>
            <p:cNvSpPr/>
            <p:nvPr/>
          </p:nvSpPr>
          <p:spPr>
            <a:xfrm>
              <a:off x="2506824" y="2699927"/>
              <a:ext cx="30141" cy="42168"/>
            </a:xfrm>
            <a:custGeom>
              <a:avLst/>
              <a:gdLst/>
              <a:ahLst/>
              <a:cxnLst/>
              <a:rect l="l" t="t" r="r" b="b"/>
              <a:pathLst>
                <a:path w="530" h="742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186" y="690"/>
                  </a:lnTo>
                  <a:cubicBezTo>
                    <a:pt x="192" y="716"/>
                    <a:pt x="211" y="735"/>
                    <a:pt x="237" y="741"/>
                  </a:cubicBezTo>
                  <a:lnTo>
                    <a:pt x="256" y="741"/>
                  </a:lnTo>
                  <a:cubicBezTo>
                    <a:pt x="269" y="741"/>
                    <a:pt x="288" y="735"/>
                    <a:pt x="300" y="729"/>
                  </a:cubicBezTo>
                  <a:lnTo>
                    <a:pt x="492" y="563"/>
                  </a:lnTo>
                  <a:cubicBezTo>
                    <a:pt x="524" y="544"/>
                    <a:pt x="530" y="499"/>
                    <a:pt x="504" y="467"/>
                  </a:cubicBezTo>
                  <a:cubicBezTo>
                    <a:pt x="491" y="451"/>
                    <a:pt x="472" y="443"/>
                    <a:pt x="453" y="443"/>
                  </a:cubicBezTo>
                  <a:cubicBezTo>
                    <a:pt x="435" y="443"/>
                    <a:pt x="417" y="449"/>
                    <a:pt x="402" y="461"/>
                  </a:cubicBezTo>
                  <a:lnTo>
                    <a:pt x="294" y="550"/>
                  </a:lnTo>
                  <a:lnTo>
                    <a:pt x="148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34;p49">
              <a:extLst>
                <a:ext uri="{FF2B5EF4-FFF2-40B4-BE49-F238E27FC236}">
                  <a16:creationId xmlns:a16="http://schemas.microsoft.com/office/drawing/2014/main" id="{567D519B-316F-E35C-1F1B-ECAC89231302}"/>
                </a:ext>
              </a:extLst>
            </p:cNvPr>
            <p:cNvSpPr/>
            <p:nvPr/>
          </p:nvSpPr>
          <p:spPr>
            <a:xfrm>
              <a:off x="2548169" y="2713622"/>
              <a:ext cx="21440" cy="32109"/>
            </a:xfrm>
            <a:custGeom>
              <a:avLst/>
              <a:gdLst/>
              <a:ahLst/>
              <a:cxnLst/>
              <a:rect l="l" t="t" r="r" b="b"/>
              <a:pathLst>
                <a:path w="377" h="565" extrusionOk="0">
                  <a:moveTo>
                    <a:pt x="236" y="0"/>
                  </a:moveTo>
                  <a:cubicBezTo>
                    <a:pt x="221" y="0"/>
                    <a:pt x="205" y="5"/>
                    <a:pt x="192" y="16"/>
                  </a:cubicBezTo>
                  <a:cubicBezTo>
                    <a:pt x="166" y="42"/>
                    <a:pt x="160" y="86"/>
                    <a:pt x="179" y="112"/>
                  </a:cubicBezTo>
                  <a:cubicBezTo>
                    <a:pt x="224" y="169"/>
                    <a:pt x="230" y="239"/>
                    <a:pt x="211" y="303"/>
                  </a:cubicBezTo>
                  <a:cubicBezTo>
                    <a:pt x="185" y="367"/>
                    <a:pt x="128" y="411"/>
                    <a:pt x="64" y="430"/>
                  </a:cubicBezTo>
                  <a:cubicBezTo>
                    <a:pt x="26" y="437"/>
                    <a:pt x="0" y="475"/>
                    <a:pt x="13" y="513"/>
                  </a:cubicBezTo>
                  <a:cubicBezTo>
                    <a:pt x="20" y="545"/>
                    <a:pt x="45" y="564"/>
                    <a:pt x="77" y="564"/>
                  </a:cubicBezTo>
                  <a:lnTo>
                    <a:pt x="90" y="564"/>
                  </a:lnTo>
                  <a:cubicBezTo>
                    <a:pt x="204" y="539"/>
                    <a:pt x="300" y="462"/>
                    <a:pt x="338" y="354"/>
                  </a:cubicBezTo>
                  <a:cubicBezTo>
                    <a:pt x="377" y="246"/>
                    <a:pt x="364" y="124"/>
                    <a:pt x="294" y="29"/>
                  </a:cubicBezTo>
                  <a:cubicBezTo>
                    <a:pt x="279" y="10"/>
                    <a:pt x="25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35;p49">
              <a:extLst>
                <a:ext uri="{FF2B5EF4-FFF2-40B4-BE49-F238E27FC236}">
                  <a16:creationId xmlns:a16="http://schemas.microsoft.com/office/drawing/2014/main" id="{7AC83AFF-162F-2E92-A3AF-8EB30B9F01D2}"/>
                </a:ext>
              </a:extLst>
            </p:cNvPr>
            <p:cNvSpPr/>
            <p:nvPr/>
          </p:nvSpPr>
          <p:spPr>
            <a:xfrm>
              <a:off x="2446314" y="2679128"/>
              <a:ext cx="22179" cy="27449"/>
            </a:xfrm>
            <a:custGeom>
              <a:avLst/>
              <a:gdLst/>
              <a:ahLst/>
              <a:cxnLst/>
              <a:rect l="l" t="t" r="r" b="b"/>
              <a:pathLst>
                <a:path w="390" h="483" extrusionOk="0">
                  <a:moveTo>
                    <a:pt x="312" y="0"/>
                  </a:moveTo>
                  <a:cubicBezTo>
                    <a:pt x="288" y="0"/>
                    <a:pt x="265" y="10"/>
                    <a:pt x="249" y="30"/>
                  </a:cubicBezTo>
                  <a:lnTo>
                    <a:pt x="20" y="375"/>
                  </a:lnTo>
                  <a:cubicBezTo>
                    <a:pt x="1" y="406"/>
                    <a:pt x="7" y="451"/>
                    <a:pt x="39" y="470"/>
                  </a:cubicBezTo>
                  <a:cubicBezTo>
                    <a:pt x="52" y="476"/>
                    <a:pt x="64" y="483"/>
                    <a:pt x="77" y="483"/>
                  </a:cubicBezTo>
                  <a:cubicBezTo>
                    <a:pt x="103" y="483"/>
                    <a:pt x="122" y="470"/>
                    <a:pt x="134" y="451"/>
                  </a:cubicBezTo>
                  <a:lnTo>
                    <a:pt x="370" y="107"/>
                  </a:lnTo>
                  <a:cubicBezTo>
                    <a:pt x="389" y="75"/>
                    <a:pt x="383" y="30"/>
                    <a:pt x="351" y="11"/>
                  </a:cubicBezTo>
                  <a:cubicBezTo>
                    <a:pt x="339" y="4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36;p49">
              <a:extLst>
                <a:ext uri="{FF2B5EF4-FFF2-40B4-BE49-F238E27FC236}">
                  <a16:creationId xmlns:a16="http://schemas.microsoft.com/office/drawing/2014/main" id="{D1F77555-4D11-645E-D306-68236633BEB9}"/>
                </a:ext>
              </a:extLst>
            </p:cNvPr>
            <p:cNvSpPr/>
            <p:nvPr/>
          </p:nvSpPr>
          <p:spPr>
            <a:xfrm>
              <a:off x="2510862" y="2643894"/>
              <a:ext cx="34463" cy="24664"/>
            </a:xfrm>
            <a:custGeom>
              <a:avLst/>
              <a:gdLst/>
              <a:ahLst/>
              <a:cxnLst/>
              <a:rect l="l" t="t" r="r" b="b"/>
              <a:pathLst>
                <a:path w="606" h="434" extrusionOk="0">
                  <a:moveTo>
                    <a:pt x="520" y="0"/>
                  </a:moveTo>
                  <a:cubicBezTo>
                    <a:pt x="303" y="0"/>
                    <a:pt x="100" y="132"/>
                    <a:pt x="13" y="332"/>
                  </a:cubicBezTo>
                  <a:cubicBezTo>
                    <a:pt x="0" y="370"/>
                    <a:pt x="13" y="408"/>
                    <a:pt x="51" y="427"/>
                  </a:cubicBezTo>
                  <a:cubicBezTo>
                    <a:pt x="57" y="427"/>
                    <a:pt x="70" y="434"/>
                    <a:pt x="77" y="434"/>
                  </a:cubicBezTo>
                  <a:cubicBezTo>
                    <a:pt x="102" y="434"/>
                    <a:pt x="134" y="415"/>
                    <a:pt x="140" y="389"/>
                  </a:cubicBezTo>
                  <a:cubicBezTo>
                    <a:pt x="202" y="241"/>
                    <a:pt x="360" y="140"/>
                    <a:pt x="515" y="140"/>
                  </a:cubicBezTo>
                  <a:cubicBezTo>
                    <a:pt x="520" y="140"/>
                    <a:pt x="524" y="140"/>
                    <a:pt x="529" y="140"/>
                  </a:cubicBezTo>
                  <a:cubicBezTo>
                    <a:pt x="567" y="140"/>
                    <a:pt x="599" y="115"/>
                    <a:pt x="605" y="77"/>
                  </a:cubicBezTo>
                  <a:cubicBezTo>
                    <a:pt x="605" y="32"/>
                    <a:pt x="574" y="0"/>
                    <a:pt x="535" y="0"/>
                  </a:cubicBezTo>
                  <a:cubicBezTo>
                    <a:pt x="530" y="0"/>
                    <a:pt x="525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37;p49">
              <a:extLst>
                <a:ext uri="{FF2B5EF4-FFF2-40B4-BE49-F238E27FC236}">
                  <a16:creationId xmlns:a16="http://schemas.microsoft.com/office/drawing/2014/main" id="{8FC6011A-E435-67C1-60C2-2A952105A3A3}"/>
                </a:ext>
              </a:extLst>
            </p:cNvPr>
            <p:cNvSpPr/>
            <p:nvPr/>
          </p:nvSpPr>
          <p:spPr>
            <a:xfrm>
              <a:off x="2586613" y="2632586"/>
              <a:ext cx="18142" cy="27278"/>
            </a:xfrm>
            <a:custGeom>
              <a:avLst/>
              <a:gdLst/>
              <a:ahLst/>
              <a:cxnLst/>
              <a:rect l="l" t="t" r="r" b="b"/>
              <a:pathLst>
                <a:path w="319" h="480" extrusionOk="0">
                  <a:moveTo>
                    <a:pt x="239" y="0"/>
                  </a:moveTo>
                  <a:cubicBezTo>
                    <a:pt x="214" y="0"/>
                    <a:pt x="188" y="17"/>
                    <a:pt x="179" y="40"/>
                  </a:cubicBezTo>
                  <a:lnTo>
                    <a:pt x="19" y="384"/>
                  </a:lnTo>
                  <a:cubicBezTo>
                    <a:pt x="0" y="416"/>
                    <a:pt x="19" y="461"/>
                    <a:pt x="51" y="473"/>
                  </a:cubicBezTo>
                  <a:cubicBezTo>
                    <a:pt x="64" y="480"/>
                    <a:pt x="70" y="480"/>
                    <a:pt x="83" y="480"/>
                  </a:cubicBezTo>
                  <a:cubicBezTo>
                    <a:pt x="108" y="480"/>
                    <a:pt x="134" y="467"/>
                    <a:pt x="147" y="441"/>
                  </a:cubicBezTo>
                  <a:lnTo>
                    <a:pt x="300" y="97"/>
                  </a:lnTo>
                  <a:cubicBezTo>
                    <a:pt x="319" y="65"/>
                    <a:pt x="306" y="21"/>
                    <a:pt x="268" y="8"/>
                  </a:cubicBezTo>
                  <a:cubicBezTo>
                    <a:pt x="259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38;p49">
              <a:extLst>
                <a:ext uri="{FF2B5EF4-FFF2-40B4-BE49-F238E27FC236}">
                  <a16:creationId xmlns:a16="http://schemas.microsoft.com/office/drawing/2014/main" id="{9F72D81D-8CDB-CC5C-F7F1-E4984E7A55F7}"/>
                </a:ext>
              </a:extLst>
            </p:cNvPr>
            <p:cNvSpPr/>
            <p:nvPr/>
          </p:nvSpPr>
          <p:spPr>
            <a:xfrm>
              <a:off x="2423111" y="2744139"/>
              <a:ext cx="32302" cy="9888"/>
            </a:xfrm>
            <a:custGeom>
              <a:avLst/>
              <a:gdLst/>
              <a:ahLst/>
              <a:cxnLst/>
              <a:rect l="l" t="t" r="r" b="b"/>
              <a:pathLst>
                <a:path w="568" h="174" extrusionOk="0">
                  <a:moveTo>
                    <a:pt x="72" y="1"/>
                  </a:moveTo>
                  <a:cubicBezTo>
                    <a:pt x="38" y="1"/>
                    <a:pt x="7" y="25"/>
                    <a:pt x="7" y="59"/>
                  </a:cubicBezTo>
                  <a:cubicBezTo>
                    <a:pt x="1" y="104"/>
                    <a:pt x="33" y="136"/>
                    <a:pt x="71" y="136"/>
                  </a:cubicBezTo>
                  <a:lnTo>
                    <a:pt x="491" y="174"/>
                  </a:lnTo>
                  <a:lnTo>
                    <a:pt x="498" y="174"/>
                  </a:lnTo>
                  <a:cubicBezTo>
                    <a:pt x="530" y="174"/>
                    <a:pt x="562" y="148"/>
                    <a:pt x="568" y="110"/>
                  </a:cubicBezTo>
                  <a:cubicBezTo>
                    <a:pt x="568" y="72"/>
                    <a:pt x="542" y="40"/>
                    <a:pt x="504" y="34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39;p49">
              <a:extLst>
                <a:ext uri="{FF2B5EF4-FFF2-40B4-BE49-F238E27FC236}">
                  <a16:creationId xmlns:a16="http://schemas.microsoft.com/office/drawing/2014/main" id="{BF9ABFC5-F0F6-E3BD-CDD3-34160BF19AEC}"/>
                </a:ext>
              </a:extLst>
            </p:cNvPr>
            <p:cNvSpPr/>
            <p:nvPr/>
          </p:nvSpPr>
          <p:spPr>
            <a:xfrm>
              <a:off x="2517004" y="2719589"/>
              <a:ext cx="97532" cy="84790"/>
            </a:xfrm>
            <a:custGeom>
              <a:avLst/>
              <a:gdLst/>
              <a:ahLst/>
              <a:cxnLst/>
              <a:rect l="l" t="t" r="r" b="b"/>
              <a:pathLst>
                <a:path w="1715" h="1492" extrusionOk="0">
                  <a:moveTo>
                    <a:pt x="1645" y="0"/>
                  </a:moveTo>
                  <a:cubicBezTo>
                    <a:pt x="1606" y="0"/>
                    <a:pt x="1575" y="32"/>
                    <a:pt x="1568" y="70"/>
                  </a:cubicBezTo>
                  <a:cubicBezTo>
                    <a:pt x="1549" y="427"/>
                    <a:pt x="1371" y="784"/>
                    <a:pt x="1097" y="1020"/>
                  </a:cubicBezTo>
                  <a:cubicBezTo>
                    <a:pt x="846" y="1231"/>
                    <a:pt x="518" y="1350"/>
                    <a:pt x="192" y="1350"/>
                  </a:cubicBezTo>
                  <a:cubicBezTo>
                    <a:pt x="154" y="1350"/>
                    <a:pt x="115" y="1348"/>
                    <a:pt x="77" y="1345"/>
                  </a:cubicBezTo>
                  <a:cubicBezTo>
                    <a:pt x="74" y="1345"/>
                    <a:pt x="70" y="1344"/>
                    <a:pt x="67" y="1344"/>
                  </a:cubicBezTo>
                  <a:cubicBezTo>
                    <a:pt x="33" y="1344"/>
                    <a:pt x="6" y="1374"/>
                    <a:pt x="0" y="1409"/>
                  </a:cubicBezTo>
                  <a:cubicBezTo>
                    <a:pt x="0" y="1447"/>
                    <a:pt x="26" y="1479"/>
                    <a:pt x="64" y="1485"/>
                  </a:cubicBezTo>
                  <a:cubicBezTo>
                    <a:pt x="109" y="1485"/>
                    <a:pt x="160" y="1492"/>
                    <a:pt x="204" y="1492"/>
                  </a:cubicBezTo>
                  <a:cubicBezTo>
                    <a:pt x="561" y="1492"/>
                    <a:pt x="912" y="1364"/>
                    <a:pt x="1186" y="1128"/>
                  </a:cubicBezTo>
                  <a:cubicBezTo>
                    <a:pt x="1492" y="867"/>
                    <a:pt x="1683" y="478"/>
                    <a:pt x="1708" y="77"/>
                  </a:cubicBezTo>
                  <a:cubicBezTo>
                    <a:pt x="1715" y="39"/>
                    <a:pt x="1683" y="7"/>
                    <a:pt x="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40;p49">
              <a:extLst>
                <a:ext uri="{FF2B5EF4-FFF2-40B4-BE49-F238E27FC236}">
                  <a16:creationId xmlns:a16="http://schemas.microsoft.com/office/drawing/2014/main" id="{360FB270-BADC-C1E4-F6A7-0774BB9A8888}"/>
                </a:ext>
              </a:extLst>
            </p:cNvPr>
            <p:cNvSpPr/>
            <p:nvPr/>
          </p:nvSpPr>
          <p:spPr>
            <a:xfrm>
              <a:off x="2366241" y="3182905"/>
              <a:ext cx="233451" cy="219989"/>
            </a:xfrm>
            <a:custGeom>
              <a:avLst/>
              <a:gdLst/>
              <a:ahLst/>
              <a:cxnLst/>
              <a:rect l="l" t="t" r="r" b="b"/>
              <a:pathLst>
                <a:path w="4105" h="3871" extrusionOk="0">
                  <a:moveTo>
                    <a:pt x="1205" y="0"/>
                  </a:moveTo>
                  <a:cubicBezTo>
                    <a:pt x="904" y="0"/>
                    <a:pt x="578" y="180"/>
                    <a:pt x="376" y="400"/>
                  </a:cubicBezTo>
                  <a:cubicBezTo>
                    <a:pt x="96" y="694"/>
                    <a:pt x="0" y="1140"/>
                    <a:pt x="102" y="1528"/>
                  </a:cubicBezTo>
                  <a:cubicBezTo>
                    <a:pt x="204" y="1924"/>
                    <a:pt x="644" y="2280"/>
                    <a:pt x="956" y="2542"/>
                  </a:cubicBezTo>
                  <a:cubicBezTo>
                    <a:pt x="1434" y="2937"/>
                    <a:pt x="1906" y="3338"/>
                    <a:pt x="2384" y="3734"/>
                  </a:cubicBezTo>
                  <a:cubicBezTo>
                    <a:pt x="2447" y="3785"/>
                    <a:pt x="2511" y="3842"/>
                    <a:pt x="2588" y="3861"/>
                  </a:cubicBezTo>
                  <a:cubicBezTo>
                    <a:pt x="2611" y="3867"/>
                    <a:pt x="2642" y="3870"/>
                    <a:pt x="2675" y="3870"/>
                  </a:cubicBezTo>
                  <a:cubicBezTo>
                    <a:pt x="2750" y="3870"/>
                    <a:pt x="2835" y="3852"/>
                    <a:pt x="2862" y="3804"/>
                  </a:cubicBezTo>
                  <a:cubicBezTo>
                    <a:pt x="2766" y="3644"/>
                    <a:pt x="2728" y="3491"/>
                    <a:pt x="2626" y="3332"/>
                  </a:cubicBezTo>
                  <a:lnTo>
                    <a:pt x="2626" y="3332"/>
                  </a:lnTo>
                  <a:cubicBezTo>
                    <a:pt x="2801" y="3513"/>
                    <a:pt x="3044" y="3610"/>
                    <a:pt x="3292" y="3610"/>
                  </a:cubicBezTo>
                  <a:cubicBezTo>
                    <a:pt x="3350" y="3610"/>
                    <a:pt x="3409" y="3604"/>
                    <a:pt x="3467" y="3593"/>
                  </a:cubicBezTo>
                  <a:cubicBezTo>
                    <a:pt x="3372" y="3434"/>
                    <a:pt x="3327" y="3281"/>
                    <a:pt x="3231" y="3122"/>
                  </a:cubicBezTo>
                  <a:lnTo>
                    <a:pt x="3231" y="3122"/>
                  </a:lnTo>
                  <a:cubicBezTo>
                    <a:pt x="3359" y="3217"/>
                    <a:pt x="3486" y="3307"/>
                    <a:pt x="3607" y="3402"/>
                  </a:cubicBezTo>
                  <a:cubicBezTo>
                    <a:pt x="3677" y="3453"/>
                    <a:pt x="3748" y="3511"/>
                    <a:pt x="3837" y="3523"/>
                  </a:cubicBezTo>
                  <a:cubicBezTo>
                    <a:pt x="3840" y="3524"/>
                    <a:pt x="3843" y="3524"/>
                    <a:pt x="3846" y="3524"/>
                  </a:cubicBezTo>
                  <a:cubicBezTo>
                    <a:pt x="3931" y="3524"/>
                    <a:pt x="4084" y="3444"/>
                    <a:pt x="4047" y="3364"/>
                  </a:cubicBezTo>
                  <a:cubicBezTo>
                    <a:pt x="3977" y="3205"/>
                    <a:pt x="3932" y="3071"/>
                    <a:pt x="3862" y="2905"/>
                  </a:cubicBezTo>
                  <a:lnTo>
                    <a:pt x="3862" y="2905"/>
                  </a:lnTo>
                  <a:cubicBezTo>
                    <a:pt x="3876" y="2910"/>
                    <a:pt x="3891" y="2912"/>
                    <a:pt x="3907" y="2912"/>
                  </a:cubicBezTo>
                  <a:cubicBezTo>
                    <a:pt x="3981" y="2912"/>
                    <a:pt x="4073" y="2867"/>
                    <a:pt x="4105" y="2809"/>
                  </a:cubicBezTo>
                  <a:cubicBezTo>
                    <a:pt x="4034" y="2669"/>
                    <a:pt x="4009" y="2516"/>
                    <a:pt x="3920" y="2389"/>
                  </a:cubicBezTo>
                  <a:cubicBezTo>
                    <a:pt x="3537" y="1860"/>
                    <a:pt x="3346" y="1095"/>
                    <a:pt x="2779" y="783"/>
                  </a:cubicBezTo>
                  <a:cubicBezTo>
                    <a:pt x="2358" y="547"/>
                    <a:pt x="1931" y="311"/>
                    <a:pt x="1511" y="75"/>
                  </a:cubicBezTo>
                  <a:cubicBezTo>
                    <a:pt x="1417" y="23"/>
                    <a:pt x="1313" y="0"/>
                    <a:pt x="120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41;p49">
              <a:extLst>
                <a:ext uri="{FF2B5EF4-FFF2-40B4-BE49-F238E27FC236}">
                  <a16:creationId xmlns:a16="http://schemas.microsoft.com/office/drawing/2014/main" id="{596CEDB4-D9FD-9B9F-41BB-D8EF68DF2D61}"/>
                </a:ext>
              </a:extLst>
            </p:cNvPr>
            <p:cNvSpPr/>
            <p:nvPr/>
          </p:nvSpPr>
          <p:spPr>
            <a:xfrm>
              <a:off x="2390525" y="3301619"/>
              <a:ext cx="38842" cy="38417"/>
            </a:xfrm>
            <a:custGeom>
              <a:avLst/>
              <a:gdLst/>
              <a:ahLst/>
              <a:cxnLst/>
              <a:rect l="l" t="t" r="r" b="b"/>
              <a:pathLst>
                <a:path w="683" h="676" extrusionOk="0">
                  <a:moveTo>
                    <a:pt x="74" y="0"/>
                  </a:moveTo>
                  <a:cubicBezTo>
                    <a:pt x="56" y="0"/>
                    <a:pt x="38" y="7"/>
                    <a:pt x="26" y="19"/>
                  </a:cubicBezTo>
                  <a:cubicBezTo>
                    <a:pt x="0" y="45"/>
                    <a:pt x="0" y="90"/>
                    <a:pt x="26" y="115"/>
                  </a:cubicBezTo>
                  <a:lnTo>
                    <a:pt x="561" y="657"/>
                  </a:lnTo>
                  <a:cubicBezTo>
                    <a:pt x="574" y="669"/>
                    <a:pt x="586" y="676"/>
                    <a:pt x="606" y="676"/>
                  </a:cubicBezTo>
                  <a:cubicBezTo>
                    <a:pt x="625" y="676"/>
                    <a:pt x="644" y="669"/>
                    <a:pt x="657" y="657"/>
                  </a:cubicBezTo>
                  <a:cubicBezTo>
                    <a:pt x="682" y="631"/>
                    <a:pt x="682" y="587"/>
                    <a:pt x="657" y="555"/>
                  </a:cubicBezTo>
                  <a:lnTo>
                    <a:pt x="128" y="19"/>
                  </a:lnTo>
                  <a:cubicBezTo>
                    <a:pt x="112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42;p49">
              <a:extLst>
                <a:ext uri="{FF2B5EF4-FFF2-40B4-BE49-F238E27FC236}">
                  <a16:creationId xmlns:a16="http://schemas.microsoft.com/office/drawing/2014/main" id="{FF36B396-89B6-226B-C6E1-E049253CC0F6}"/>
                </a:ext>
              </a:extLst>
            </p:cNvPr>
            <p:cNvSpPr/>
            <p:nvPr/>
          </p:nvSpPr>
          <p:spPr>
            <a:xfrm>
              <a:off x="2491242" y="3340830"/>
              <a:ext cx="32700" cy="43077"/>
            </a:xfrm>
            <a:custGeom>
              <a:avLst/>
              <a:gdLst/>
              <a:ahLst/>
              <a:cxnLst/>
              <a:rect l="l" t="t" r="r" b="b"/>
              <a:pathLst>
                <a:path w="575" h="758" extrusionOk="0">
                  <a:moveTo>
                    <a:pt x="78" y="1"/>
                  </a:moveTo>
                  <a:cubicBezTo>
                    <a:pt x="65" y="1"/>
                    <a:pt x="51" y="4"/>
                    <a:pt x="39" y="11"/>
                  </a:cubicBezTo>
                  <a:cubicBezTo>
                    <a:pt x="7" y="37"/>
                    <a:pt x="1" y="75"/>
                    <a:pt x="20" y="107"/>
                  </a:cubicBezTo>
                  <a:lnTo>
                    <a:pt x="434" y="725"/>
                  </a:lnTo>
                  <a:cubicBezTo>
                    <a:pt x="453" y="744"/>
                    <a:pt x="472" y="757"/>
                    <a:pt x="498" y="757"/>
                  </a:cubicBezTo>
                  <a:cubicBezTo>
                    <a:pt x="511" y="757"/>
                    <a:pt x="523" y="751"/>
                    <a:pt x="536" y="744"/>
                  </a:cubicBezTo>
                  <a:cubicBezTo>
                    <a:pt x="568" y="725"/>
                    <a:pt x="574" y="681"/>
                    <a:pt x="555" y="649"/>
                  </a:cubicBezTo>
                  <a:lnTo>
                    <a:pt x="135" y="30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43;p49">
              <a:extLst>
                <a:ext uri="{FF2B5EF4-FFF2-40B4-BE49-F238E27FC236}">
                  <a16:creationId xmlns:a16="http://schemas.microsoft.com/office/drawing/2014/main" id="{E8C2AB98-2712-DEE0-3F33-5B88952E6AEE}"/>
                </a:ext>
              </a:extLst>
            </p:cNvPr>
            <p:cNvSpPr/>
            <p:nvPr/>
          </p:nvSpPr>
          <p:spPr>
            <a:xfrm>
              <a:off x="2521326" y="3318724"/>
              <a:ext cx="39240" cy="54670"/>
            </a:xfrm>
            <a:custGeom>
              <a:avLst/>
              <a:gdLst/>
              <a:ahLst/>
              <a:cxnLst/>
              <a:rect l="l" t="t" r="r" b="b"/>
              <a:pathLst>
                <a:path w="690" h="962" extrusionOk="0">
                  <a:moveTo>
                    <a:pt x="78" y="1"/>
                  </a:moveTo>
                  <a:cubicBezTo>
                    <a:pt x="65" y="1"/>
                    <a:pt x="51" y="4"/>
                    <a:pt x="39" y="12"/>
                  </a:cubicBezTo>
                  <a:cubicBezTo>
                    <a:pt x="7" y="31"/>
                    <a:pt x="1" y="75"/>
                    <a:pt x="20" y="107"/>
                  </a:cubicBezTo>
                  <a:lnTo>
                    <a:pt x="555" y="929"/>
                  </a:lnTo>
                  <a:cubicBezTo>
                    <a:pt x="568" y="948"/>
                    <a:pt x="587" y="961"/>
                    <a:pt x="613" y="961"/>
                  </a:cubicBezTo>
                  <a:cubicBezTo>
                    <a:pt x="625" y="961"/>
                    <a:pt x="638" y="961"/>
                    <a:pt x="651" y="948"/>
                  </a:cubicBezTo>
                  <a:cubicBezTo>
                    <a:pt x="683" y="929"/>
                    <a:pt x="689" y="885"/>
                    <a:pt x="670" y="853"/>
                  </a:cubicBezTo>
                  <a:lnTo>
                    <a:pt x="135" y="31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44;p49">
              <a:extLst>
                <a:ext uri="{FF2B5EF4-FFF2-40B4-BE49-F238E27FC236}">
                  <a16:creationId xmlns:a16="http://schemas.microsoft.com/office/drawing/2014/main" id="{E61A9F9A-182D-76E5-1DC8-7F14709FF662}"/>
                </a:ext>
              </a:extLst>
            </p:cNvPr>
            <p:cNvSpPr/>
            <p:nvPr/>
          </p:nvSpPr>
          <p:spPr>
            <a:xfrm>
              <a:off x="2545609" y="3285139"/>
              <a:ext cx="48624" cy="70867"/>
            </a:xfrm>
            <a:custGeom>
              <a:avLst/>
              <a:gdLst/>
              <a:ahLst/>
              <a:cxnLst/>
              <a:rect l="l" t="t" r="r" b="b"/>
              <a:pathLst>
                <a:path w="855" h="1247" extrusionOk="0">
                  <a:moveTo>
                    <a:pt x="79" y="1"/>
                  </a:moveTo>
                  <a:cubicBezTo>
                    <a:pt x="67" y="1"/>
                    <a:pt x="56" y="4"/>
                    <a:pt x="45" y="10"/>
                  </a:cubicBezTo>
                  <a:cubicBezTo>
                    <a:pt x="14" y="29"/>
                    <a:pt x="1" y="74"/>
                    <a:pt x="26" y="105"/>
                  </a:cubicBezTo>
                  <a:lnTo>
                    <a:pt x="715" y="1214"/>
                  </a:lnTo>
                  <a:cubicBezTo>
                    <a:pt x="727" y="1240"/>
                    <a:pt x="753" y="1246"/>
                    <a:pt x="778" y="1246"/>
                  </a:cubicBezTo>
                  <a:cubicBezTo>
                    <a:pt x="791" y="1246"/>
                    <a:pt x="804" y="1246"/>
                    <a:pt x="810" y="1240"/>
                  </a:cubicBezTo>
                  <a:cubicBezTo>
                    <a:pt x="842" y="1221"/>
                    <a:pt x="855" y="1176"/>
                    <a:pt x="836" y="1144"/>
                  </a:cubicBezTo>
                  <a:lnTo>
                    <a:pt x="141" y="35"/>
                  </a:ln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645;p49">
            <a:extLst>
              <a:ext uri="{FF2B5EF4-FFF2-40B4-BE49-F238E27FC236}">
                <a16:creationId xmlns:a16="http://schemas.microsoft.com/office/drawing/2014/main" id="{7B022A4C-5AA6-B0E3-207D-FAF09BA732B2}"/>
              </a:ext>
            </a:extLst>
          </p:cNvPr>
          <p:cNvGrpSpPr/>
          <p:nvPr/>
        </p:nvGrpSpPr>
        <p:grpSpPr>
          <a:xfrm flipH="1">
            <a:off x="317446" y="3089916"/>
            <a:ext cx="570965" cy="1795258"/>
            <a:chOff x="4329968" y="1575533"/>
            <a:chExt cx="878303" cy="2761609"/>
          </a:xfrm>
        </p:grpSpPr>
        <p:sp>
          <p:nvSpPr>
            <p:cNvPr id="62" name="Google Shape;1646;p49">
              <a:extLst>
                <a:ext uri="{FF2B5EF4-FFF2-40B4-BE49-F238E27FC236}">
                  <a16:creationId xmlns:a16="http://schemas.microsoft.com/office/drawing/2014/main" id="{BB3EA99A-7ACE-A020-0166-D2066BEADD4A}"/>
                </a:ext>
              </a:extLst>
            </p:cNvPr>
            <p:cNvSpPr/>
            <p:nvPr/>
          </p:nvSpPr>
          <p:spPr>
            <a:xfrm>
              <a:off x="4883826" y="3615649"/>
              <a:ext cx="308122" cy="643202"/>
            </a:xfrm>
            <a:custGeom>
              <a:avLst/>
              <a:gdLst/>
              <a:ahLst/>
              <a:cxnLst/>
              <a:rect l="l" t="t" r="r" b="b"/>
              <a:pathLst>
                <a:path w="5418" h="11318" extrusionOk="0">
                  <a:moveTo>
                    <a:pt x="1636" y="1"/>
                  </a:moveTo>
                  <a:cubicBezTo>
                    <a:pt x="1215" y="1"/>
                    <a:pt x="794" y="18"/>
                    <a:pt x="377" y="45"/>
                  </a:cubicBezTo>
                  <a:cubicBezTo>
                    <a:pt x="0" y="1555"/>
                    <a:pt x="102" y="3180"/>
                    <a:pt x="663" y="4627"/>
                  </a:cubicBezTo>
                  <a:cubicBezTo>
                    <a:pt x="1434" y="6628"/>
                    <a:pt x="2180" y="8508"/>
                    <a:pt x="2480" y="10631"/>
                  </a:cubicBezTo>
                  <a:cubicBezTo>
                    <a:pt x="2543" y="11096"/>
                    <a:pt x="3187" y="11243"/>
                    <a:pt x="3646" y="11300"/>
                  </a:cubicBezTo>
                  <a:cubicBezTo>
                    <a:pt x="3743" y="11312"/>
                    <a:pt x="3842" y="11317"/>
                    <a:pt x="3941" y="11317"/>
                  </a:cubicBezTo>
                  <a:cubicBezTo>
                    <a:pt x="4315" y="11317"/>
                    <a:pt x="4698" y="11242"/>
                    <a:pt x="5061" y="11166"/>
                  </a:cubicBezTo>
                  <a:cubicBezTo>
                    <a:pt x="5418" y="8394"/>
                    <a:pt x="4857" y="5589"/>
                    <a:pt x="3678" y="3053"/>
                  </a:cubicBezTo>
                  <a:cubicBezTo>
                    <a:pt x="3818" y="2148"/>
                    <a:pt x="4124" y="1217"/>
                    <a:pt x="4264" y="312"/>
                  </a:cubicBezTo>
                  <a:cubicBezTo>
                    <a:pt x="3416" y="79"/>
                    <a:pt x="2526" y="1"/>
                    <a:pt x="163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47;p49">
              <a:extLst>
                <a:ext uri="{FF2B5EF4-FFF2-40B4-BE49-F238E27FC236}">
                  <a16:creationId xmlns:a16="http://schemas.microsoft.com/office/drawing/2014/main" id="{752C19A9-C03D-CEF7-0DC6-61FF6A829721}"/>
                </a:ext>
              </a:extLst>
            </p:cNvPr>
            <p:cNvSpPr/>
            <p:nvPr/>
          </p:nvSpPr>
          <p:spPr>
            <a:xfrm>
              <a:off x="4918233" y="3808692"/>
              <a:ext cx="68244" cy="18868"/>
            </a:xfrm>
            <a:custGeom>
              <a:avLst/>
              <a:gdLst/>
              <a:ahLst/>
              <a:cxnLst/>
              <a:rect l="l" t="t" r="r" b="b"/>
              <a:pathLst>
                <a:path w="1200" h="332" extrusionOk="0">
                  <a:moveTo>
                    <a:pt x="78" y="1"/>
                  </a:moveTo>
                  <a:cubicBezTo>
                    <a:pt x="59" y="1"/>
                    <a:pt x="40" y="9"/>
                    <a:pt x="26" y="25"/>
                  </a:cubicBezTo>
                  <a:cubicBezTo>
                    <a:pt x="1" y="51"/>
                    <a:pt x="7" y="96"/>
                    <a:pt x="33" y="121"/>
                  </a:cubicBezTo>
                  <a:cubicBezTo>
                    <a:pt x="192" y="261"/>
                    <a:pt x="402" y="331"/>
                    <a:pt x="613" y="331"/>
                  </a:cubicBezTo>
                  <a:cubicBezTo>
                    <a:pt x="810" y="331"/>
                    <a:pt x="1008" y="268"/>
                    <a:pt x="1161" y="147"/>
                  </a:cubicBezTo>
                  <a:cubicBezTo>
                    <a:pt x="1193" y="121"/>
                    <a:pt x="1199" y="76"/>
                    <a:pt x="1174" y="45"/>
                  </a:cubicBezTo>
                  <a:cubicBezTo>
                    <a:pt x="1160" y="28"/>
                    <a:pt x="1141" y="20"/>
                    <a:pt x="1122" y="20"/>
                  </a:cubicBezTo>
                  <a:cubicBezTo>
                    <a:pt x="1105" y="20"/>
                    <a:pt x="1087" y="26"/>
                    <a:pt x="1072" y="38"/>
                  </a:cubicBezTo>
                  <a:cubicBezTo>
                    <a:pt x="945" y="143"/>
                    <a:pt x="779" y="196"/>
                    <a:pt x="612" y="196"/>
                  </a:cubicBezTo>
                  <a:cubicBezTo>
                    <a:pt x="436" y="196"/>
                    <a:pt x="260" y="137"/>
                    <a:pt x="128" y="19"/>
                  </a:cubicBezTo>
                  <a:cubicBezTo>
                    <a:pt x="113" y="7"/>
                    <a:pt x="95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48;p49">
              <a:extLst>
                <a:ext uri="{FF2B5EF4-FFF2-40B4-BE49-F238E27FC236}">
                  <a16:creationId xmlns:a16="http://schemas.microsoft.com/office/drawing/2014/main" id="{A2191705-F480-AC03-25B9-41DB0DA8440B}"/>
                </a:ext>
              </a:extLst>
            </p:cNvPr>
            <p:cNvSpPr/>
            <p:nvPr/>
          </p:nvSpPr>
          <p:spPr>
            <a:xfrm>
              <a:off x="5083896" y="3780335"/>
              <a:ext cx="11658" cy="27676"/>
            </a:xfrm>
            <a:custGeom>
              <a:avLst/>
              <a:gdLst/>
              <a:ahLst/>
              <a:cxnLst/>
              <a:rect l="l" t="t" r="r" b="b"/>
              <a:pathLst>
                <a:path w="205" h="487" extrusionOk="0">
                  <a:moveTo>
                    <a:pt x="129" y="1"/>
                  </a:moveTo>
                  <a:cubicBezTo>
                    <a:pt x="95" y="1"/>
                    <a:pt x="64" y="25"/>
                    <a:pt x="58" y="59"/>
                  </a:cubicBezTo>
                  <a:lnTo>
                    <a:pt x="1" y="403"/>
                  </a:lnTo>
                  <a:cubicBezTo>
                    <a:pt x="1" y="442"/>
                    <a:pt x="20" y="480"/>
                    <a:pt x="58" y="486"/>
                  </a:cubicBezTo>
                  <a:lnTo>
                    <a:pt x="71" y="486"/>
                  </a:lnTo>
                  <a:cubicBezTo>
                    <a:pt x="109" y="486"/>
                    <a:pt x="134" y="461"/>
                    <a:pt x="141" y="429"/>
                  </a:cubicBezTo>
                  <a:lnTo>
                    <a:pt x="198" y="85"/>
                  </a:lnTo>
                  <a:cubicBezTo>
                    <a:pt x="205" y="46"/>
                    <a:pt x="179" y="8"/>
                    <a:pt x="141" y="2"/>
                  </a:cubicBezTo>
                  <a:cubicBezTo>
                    <a:pt x="137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49;p49">
              <a:extLst>
                <a:ext uri="{FF2B5EF4-FFF2-40B4-BE49-F238E27FC236}">
                  <a16:creationId xmlns:a16="http://schemas.microsoft.com/office/drawing/2014/main" id="{09940E2F-66A2-A0D2-23AC-B53F32E0BD7E}"/>
                </a:ext>
              </a:extLst>
            </p:cNvPr>
            <p:cNvSpPr/>
            <p:nvPr/>
          </p:nvSpPr>
          <p:spPr>
            <a:xfrm>
              <a:off x="4867505" y="4144090"/>
              <a:ext cx="340424" cy="190153"/>
            </a:xfrm>
            <a:custGeom>
              <a:avLst/>
              <a:gdLst/>
              <a:ahLst/>
              <a:cxnLst/>
              <a:rect l="l" t="t" r="r" b="b"/>
              <a:pathLst>
                <a:path w="5986" h="3346" extrusionOk="0">
                  <a:moveTo>
                    <a:pt x="2929" y="0"/>
                  </a:moveTo>
                  <a:cubicBezTo>
                    <a:pt x="2909" y="0"/>
                    <a:pt x="2889" y="2"/>
                    <a:pt x="2869" y="6"/>
                  </a:cubicBezTo>
                  <a:cubicBezTo>
                    <a:pt x="2703" y="44"/>
                    <a:pt x="2601" y="197"/>
                    <a:pt x="2531" y="344"/>
                  </a:cubicBezTo>
                  <a:cubicBezTo>
                    <a:pt x="2359" y="682"/>
                    <a:pt x="2231" y="1045"/>
                    <a:pt x="2155" y="1415"/>
                  </a:cubicBezTo>
                  <a:cubicBezTo>
                    <a:pt x="2015" y="2058"/>
                    <a:pt x="1409" y="2485"/>
                    <a:pt x="797" y="2747"/>
                  </a:cubicBezTo>
                  <a:cubicBezTo>
                    <a:pt x="638" y="2810"/>
                    <a:pt x="472" y="2868"/>
                    <a:pt x="319" y="2957"/>
                  </a:cubicBezTo>
                  <a:cubicBezTo>
                    <a:pt x="173" y="3046"/>
                    <a:pt x="39" y="3180"/>
                    <a:pt x="1" y="3346"/>
                  </a:cubicBezTo>
                  <a:lnTo>
                    <a:pt x="5985" y="3193"/>
                  </a:lnTo>
                  <a:cubicBezTo>
                    <a:pt x="5902" y="2237"/>
                    <a:pt x="5851" y="1236"/>
                    <a:pt x="5762" y="280"/>
                  </a:cubicBezTo>
                  <a:cubicBezTo>
                    <a:pt x="5169" y="567"/>
                    <a:pt x="4577" y="873"/>
                    <a:pt x="3990" y="1160"/>
                  </a:cubicBezTo>
                  <a:cubicBezTo>
                    <a:pt x="3812" y="841"/>
                    <a:pt x="3608" y="541"/>
                    <a:pt x="3366" y="267"/>
                  </a:cubicBezTo>
                  <a:cubicBezTo>
                    <a:pt x="3246" y="136"/>
                    <a:pt x="3096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50;p49">
              <a:extLst>
                <a:ext uri="{FF2B5EF4-FFF2-40B4-BE49-F238E27FC236}">
                  <a16:creationId xmlns:a16="http://schemas.microsoft.com/office/drawing/2014/main" id="{7A4E4CAF-CD55-76F1-EDAB-9DD488E8E09C}"/>
                </a:ext>
              </a:extLst>
            </p:cNvPr>
            <p:cNvSpPr/>
            <p:nvPr/>
          </p:nvSpPr>
          <p:spPr>
            <a:xfrm>
              <a:off x="4997624" y="4217227"/>
              <a:ext cx="58405" cy="9434"/>
            </a:xfrm>
            <a:custGeom>
              <a:avLst/>
              <a:gdLst/>
              <a:ahLst/>
              <a:cxnLst/>
              <a:rect l="l" t="t" r="r" b="b"/>
              <a:pathLst>
                <a:path w="1027" h="166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26" y="140"/>
                    <a:pt x="64" y="140"/>
                  </a:cubicBezTo>
                  <a:lnTo>
                    <a:pt x="957" y="166"/>
                  </a:lnTo>
                  <a:cubicBezTo>
                    <a:pt x="995" y="166"/>
                    <a:pt x="1027" y="134"/>
                    <a:pt x="1027" y="96"/>
                  </a:cubicBezTo>
                  <a:cubicBezTo>
                    <a:pt x="1027" y="58"/>
                    <a:pt x="1001" y="26"/>
                    <a:pt x="963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51;p49">
              <a:extLst>
                <a:ext uri="{FF2B5EF4-FFF2-40B4-BE49-F238E27FC236}">
                  <a16:creationId xmlns:a16="http://schemas.microsoft.com/office/drawing/2014/main" id="{8F07830C-4395-A665-7A7E-EC4550A8D598}"/>
                </a:ext>
              </a:extLst>
            </p:cNvPr>
            <p:cNvSpPr/>
            <p:nvPr/>
          </p:nvSpPr>
          <p:spPr>
            <a:xfrm>
              <a:off x="4989321" y="4242856"/>
              <a:ext cx="54026" cy="10968"/>
            </a:xfrm>
            <a:custGeom>
              <a:avLst/>
              <a:gdLst/>
              <a:ahLst/>
              <a:cxnLst/>
              <a:rect l="l" t="t" r="r" b="b"/>
              <a:pathLst>
                <a:path w="950" h="193" extrusionOk="0">
                  <a:moveTo>
                    <a:pt x="65" y="1"/>
                  </a:moveTo>
                  <a:cubicBezTo>
                    <a:pt x="28" y="1"/>
                    <a:pt x="6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867" y="193"/>
                  </a:lnTo>
                  <a:lnTo>
                    <a:pt x="873" y="193"/>
                  </a:lnTo>
                  <a:cubicBezTo>
                    <a:pt x="912" y="193"/>
                    <a:pt x="943" y="161"/>
                    <a:pt x="943" y="129"/>
                  </a:cubicBezTo>
                  <a:cubicBezTo>
                    <a:pt x="950" y="91"/>
                    <a:pt x="918" y="53"/>
                    <a:pt x="880" y="53"/>
                  </a:cubicBezTo>
                  <a:lnTo>
                    <a:pt x="77" y="2"/>
                  </a:lnTo>
                  <a:cubicBezTo>
                    <a:pt x="73" y="1"/>
                    <a:pt x="69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52;p49">
              <a:extLst>
                <a:ext uri="{FF2B5EF4-FFF2-40B4-BE49-F238E27FC236}">
                  <a16:creationId xmlns:a16="http://schemas.microsoft.com/office/drawing/2014/main" id="{B7CFA1CB-2726-7F7B-0402-F1036EAB046C}"/>
                </a:ext>
              </a:extLst>
            </p:cNvPr>
            <p:cNvSpPr/>
            <p:nvPr/>
          </p:nvSpPr>
          <p:spPr>
            <a:xfrm>
              <a:off x="4967937" y="4266099"/>
              <a:ext cx="61988" cy="9832"/>
            </a:xfrm>
            <a:custGeom>
              <a:avLst/>
              <a:gdLst/>
              <a:ahLst/>
              <a:cxnLst/>
              <a:rect l="l" t="t" r="r" b="b"/>
              <a:pathLst>
                <a:path w="1090" h="173" extrusionOk="0">
                  <a:moveTo>
                    <a:pt x="77" y="1"/>
                  </a:moveTo>
                  <a:cubicBezTo>
                    <a:pt x="32" y="1"/>
                    <a:pt x="6" y="32"/>
                    <a:pt x="6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20" y="173"/>
                  </a:lnTo>
                  <a:cubicBezTo>
                    <a:pt x="1058" y="173"/>
                    <a:pt x="1090" y="141"/>
                    <a:pt x="1090" y="103"/>
                  </a:cubicBezTo>
                  <a:cubicBezTo>
                    <a:pt x="1090" y="64"/>
                    <a:pt x="1058" y="32"/>
                    <a:pt x="1020" y="3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53;p49">
              <a:extLst>
                <a:ext uri="{FF2B5EF4-FFF2-40B4-BE49-F238E27FC236}">
                  <a16:creationId xmlns:a16="http://schemas.microsoft.com/office/drawing/2014/main" id="{E61EABAD-A9E1-DF14-96BA-E7274B468980}"/>
                </a:ext>
              </a:extLst>
            </p:cNvPr>
            <p:cNvSpPr/>
            <p:nvPr/>
          </p:nvSpPr>
          <p:spPr>
            <a:xfrm>
              <a:off x="4881665" y="4285136"/>
              <a:ext cx="324443" cy="41884"/>
            </a:xfrm>
            <a:custGeom>
              <a:avLst/>
              <a:gdLst/>
              <a:ahLst/>
              <a:cxnLst/>
              <a:rect l="l" t="t" r="r" b="b"/>
              <a:pathLst>
                <a:path w="5705" h="737" extrusionOk="0">
                  <a:moveTo>
                    <a:pt x="5629" y="0"/>
                  </a:moveTo>
                  <a:cubicBezTo>
                    <a:pt x="5622" y="0"/>
                    <a:pt x="5616" y="1"/>
                    <a:pt x="5609" y="3"/>
                  </a:cubicBezTo>
                  <a:cubicBezTo>
                    <a:pt x="4211" y="398"/>
                    <a:pt x="2782" y="595"/>
                    <a:pt x="1341" y="595"/>
                  </a:cubicBezTo>
                  <a:cubicBezTo>
                    <a:pt x="923" y="595"/>
                    <a:pt x="503" y="578"/>
                    <a:pt x="83" y="545"/>
                  </a:cubicBezTo>
                  <a:cubicBezTo>
                    <a:pt x="38" y="545"/>
                    <a:pt x="7" y="571"/>
                    <a:pt x="7" y="609"/>
                  </a:cubicBezTo>
                  <a:cubicBezTo>
                    <a:pt x="0" y="647"/>
                    <a:pt x="32" y="679"/>
                    <a:pt x="70" y="685"/>
                  </a:cubicBezTo>
                  <a:cubicBezTo>
                    <a:pt x="497" y="717"/>
                    <a:pt x="918" y="736"/>
                    <a:pt x="1345" y="736"/>
                  </a:cubicBezTo>
                  <a:cubicBezTo>
                    <a:pt x="2798" y="736"/>
                    <a:pt x="4239" y="532"/>
                    <a:pt x="5647" y="137"/>
                  </a:cubicBezTo>
                  <a:cubicBezTo>
                    <a:pt x="5685" y="124"/>
                    <a:pt x="5704" y="86"/>
                    <a:pt x="5698" y="54"/>
                  </a:cubicBezTo>
                  <a:cubicBezTo>
                    <a:pt x="5688" y="23"/>
                    <a:pt x="5660" y="0"/>
                    <a:pt x="5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54;p49">
              <a:extLst>
                <a:ext uri="{FF2B5EF4-FFF2-40B4-BE49-F238E27FC236}">
                  <a16:creationId xmlns:a16="http://schemas.microsoft.com/office/drawing/2014/main" id="{B8B74745-5690-1E86-EBAA-AC0EFB83DD03}"/>
                </a:ext>
              </a:extLst>
            </p:cNvPr>
            <p:cNvSpPr/>
            <p:nvPr/>
          </p:nvSpPr>
          <p:spPr>
            <a:xfrm>
              <a:off x="5042949" y="4201088"/>
              <a:ext cx="55846" cy="120877"/>
            </a:xfrm>
            <a:custGeom>
              <a:avLst/>
              <a:gdLst/>
              <a:ahLst/>
              <a:cxnLst/>
              <a:rect l="l" t="t" r="r" b="b"/>
              <a:pathLst>
                <a:path w="982" h="2127" extrusionOk="0">
                  <a:moveTo>
                    <a:pt x="903" y="0"/>
                  </a:moveTo>
                  <a:cubicBezTo>
                    <a:pt x="883" y="0"/>
                    <a:pt x="862" y="9"/>
                    <a:pt x="848" y="23"/>
                  </a:cubicBezTo>
                  <a:cubicBezTo>
                    <a:pt x="357" y="584"/>
                    <a:pt x="51" y="1304"/>
                    <a:pt x="0" y="2050"/>
                  </a:cubicBezTo>
                  <a:cubicBezTo>
                    <a:pt x="0" y="2088"/>
                    <a:pt x="26" y="2120"/>
                    <a:pt x="64" y="2126"/>
                  </a:cubicBezTo>
                  <a:lnTo>
                    <a:pt x="70" y="2126"/>
                  </a:lnTo>
                  <a:cubicBezTo>
                    <a:pt x="109" y="2126"/>
                    <a:pt x="134" y="2094"/>
                    <a:pt x="141" y="2062"/>
                  </a:cubicBezTo>
                  <a:cubicBezTo>
                    <a:pt x="192" y="1342"/>
                    <a:pt x="478" y="654"/>
                    <a:pt x="956" y="118"/>
                  </a:cubicBezTo>
                  <a:cubicBezTo>
                    <a:pt x="982" y="87"/>
                    <a:pt x="976" y="42"/>
                    <a:pt x="950" y="16"/>
                  </a:cubicBezTo>
                  <a:cubicBezTo>
                    <a:pt x="936" y="5"/>
                    <a:pt x="920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55;p49">
              <a:extLst>
                <a:ext uri="{FF2B5EF4-FFF2-40B4-BE49-F238E27FC236}">
                  <a16:creationId xmlns:a16="http://schemas.microsoft.com/office/drawing/2014/main" id="{7D02984B-9B5F-B3AA-5DC5-9D6BF7C4E2AA}"/>
                </a:ext>
              </a:extLst>
            </p:cNvPr>
            <p:cNvSpPr/>
            <p:nvPr/>
          </p:nvSpPr>
          <p:spPr>
            <a:xfrm>
              <a:off x="5136842" y="4235810"/>
              <a:ext cx="71429" cy="71265"/>
            </a:xfrm>
            <a:custGeom>
              <a:avLst/>
              <a:gdLst/>
              <a:ahLst/>
              <a:cxnLst/>
              <a:rect l="l" t="t" r="r" b="b"/>
              <a:pathLst>
                <a:path w="1256" h="1254" extrusionOk="0">
                  <a:moveTo>
                    <a:pt x="1184" y="1"/>
                  </a:moveTo>
                  <a:cubicBezTo>
                    <a:pt x="1176" y="1"/>
                    <a:pt x="1168" y="2"/>
                    <a:pt x="1160" y="5"/>
                  </a:cubicBezTo>
                  <a:cubicBezTo>
                    <a:pt x="606" y="151"/>
                    <a:pt x="153" y="604"/>
                    <a:pt x="6" y="1165"/>
                  </a:cubicBezTo>
                  <a:cubicBezTo>
                    <a:pt x="0" y="1203"/>
                    <a:pt x="26" y="1241"/>
                    <a:pt x="57" y="1247"/>
                  </a:cubicBezTo>
                  <a:cubicBezTo>
                    <a:pt x="64" y="1254"/>
                    <a:pt x="70" y="1254"/>
                    <a:pt x="77" y="1254"/>
                  </a:cubicBezTo>
                  <a:cubicBezTo>
                    <a:pt x="108" y="1254"/>
                    <a:pt x="140" y="1228"/>
                    <a:pt x="147" y="1196"/>
                  </a:cubicBezTo>
                  <a:cubicBezTo>
                    <a:pt x="274" y="699"/>
                    <a:pt x="695" y="272"/>
                    <a:pt x="1198" y="138"/>
                  </a:cubicBezTo>
                  <a:cubicBezTo>
                    <a:pt x="1237" y="126"/>
                    <a:pt x="1256" y="87"/>
                    <a:pt x="1249" y="49"/>
                  </a:cubicBezTo>
                  <a:cubicBezTo>
                    <a:pt x="1239" y="19"/>
                    <a:pt x="1213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56;p49">
              <a:extLst>
                <a:ext uri="{FF2B5EF4-FFF2-40B4-BE49-F238E27FC236}">
                  <a16:creationId xmlns:a16="http://schemas.microsoft.com/office/drawing/2014/main" id="{28837B58-799F-B355-77CF-99FC9E3C786C}"/>
                </a:ext>
              </a:extLst>
            </p:cNvPr>
            <p:cNvSpPr/>
            <p:nvPr/>
          </p:nvSpPr>
          <p:spPr>
            <a:xfrm>
              <a:off x="4532994" y="3589792"/>
              <a:ext cx="332405" cy="668434"/>
            </a:xfrm>
            <a:custGeom>
              <a:avLst/>
              <a:gdLst/>
              <a:ahLst/>
              <a:cxnLst/>
              <a:rect l="l" t="t" r="r" b="b"/>
              <a:pathLst>
                <a:path w="5845" h="11762" extrusionOk="0">
                  <a:moveTo>
                    <a:pt x="3573" y="1"/>
                  </a:moveTo>
                  <a:cubicBezTo>
                    <a:pt x="3060" y="1"/>
                    <a:pt x="2551" y="89"/>
                    <a:pt x="2084" y="277"/>
                  </a:cubicBezTo>
                  <a:cubicBezTo>
                    <a:pt x="1804" y="1315"/>
                    <a:pt x="1765" y="2354"/>
                    <a:pt x="1721" y="3438"/>
                  </a:cubicBezTo>
                  <a:cubicBezTo>
                    <a:pt x="1613" y="5815"/>
                    <a:pt x="994" y="8568"/>
                    <a:pt x="0" y="10920"/>
                  </a:cubicBezTo>
                  <a:lnTo>
                    <a:pt x="2976" y="11761"/>
                  </a:lnTo>
                  <a:cubicBezTo>
                    <a:pt x="4372" y="9142"/>
                    <a:pt x="5175" y="6115"/>
                    <a:pt x="5182" y="3278"/>
                  </a:cubicBezTo>
                  <a:cubicBezTo>
                    <a:pt x="5398" y="2386"/>
                    <a:pt x="5621" y="1494"/>
                    <a:pt x="5844" y="602"/>
                  </a:cubicBezTo>
                  <a:cubicBezTo>
                    <a:pt x="5174" y="214"/>
                    <a:pt x="4369" y="1"/>
                    <a:pt x="357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57;p49">
              <a:extLst>
                <a:ext uri="{FF2B5EF4-FFF2-40B4-BE49-F238E27FC236}">
                  <a16:creationId xmlns:a16="http://schemas.microsoft.com/office/drawing/2014/main" id="{154F67B5-76E2-9B98-330C-2D8FD01153F7}"/>
                </a:ext>
              </a:extLst>
            </p:cNvPr>
            <p:cNvSpPr/>
            <p:nvPr/>
          </p:nvSpPr>
          <p:spPr>
            <a:xfrm>
              <a:off x="4635531" y="3749592"/>
              <a:ext cx="53344" cy="33757"/>
            </a:xfrm>
            <a:custGeom>
              <a:avLst/>
              <a:gdLst/>
              <a:ahLst/>
              <a:cxnLst/>
              <a:rect l="l" t="t" r="r" b="b"/>
              <a:pathLst>
                <a:path w="938" h="594" extrusionOk="0">
                  <a:moveTo>
                    <a:pt x="74" y="0"/>
                  </a:moveTo>
                  <a:cubicBezTo>
                    <a:pt x="71" y="0"/>
                    <a:pt x="68" y="0"/>
                    <a:pt x="64" y="1"/>
                  </a:cubicBezTo>
                  <a:cubicBezTo>
                    <a:pt x="26" y="14"/>
                    <a:pt x="1" y="52"/>
                    <a:pt x="7" y="90"/>
                  </a:cubicBezTo>
                  <a:cubicBezTo>
                    <a:pt x="52" y="262"/>
                    <a:pt x="173" y="415"/>
                    <a:pt x="351" y="511"/>
                  </a:cubicBezTo>
                  <a:cubicBezTo>
                    <a:pt x="453" y="562"/>
                    <a:pt x="562" y="594"/>
                    <a:pt x="670" y="594"/>
                  </a:cubicBezTo>
                  <a:cubicBezTo>
                    <a:pt x="746" y="594"/>
                    <a:pt x="817" y="575"/>
                    <a:pt x="887" y="549"/>
                  </a:cubicBezTo>
                  <a:cubicBezTo>
                    <a:pt x="925" y="537"/>
                    <a:pt x="938" y="498"/>
                    <a:pt x="925" y="460"/>
                  </a:cubicBezTo>
                  <a:cubicBezTo>
                    <a:pt x="915" y="435"/>
                    <a:pt x="889" y="418"/>
                    <a:pt x="860" y="418"/>
                  </a:cubicBezTo>
                  <a:cubicBezTo>
                    <a:pt x="852" y="418"/>
                    <a:pt x="844" y="419"/>
                    <a:pt x="836" y="422"/>
                  </a:cubicBezTo>
                  <a:cubicBezTo>
                    <a:pt x="785" y="442"/>
                    <a:pt x="730" y="452"/>
                    <a:pt x="673" y="452"/>
                  </a:cubicBezTo>
                  <a:cubicBezTo>
                    <a:pt x="588" y="452"/>
                    <a:pt x="499" y="429"/>
                    <a:pt x="415" y="384"/>
                  </a:cubicBezTo>
                  <a:cubicBezTo>
                    <a:pt x="275" y="313"/>
                    <a:pt x="179" y="192"/>
                    <a:pt x="147" y="58"/>
                  </a:cubicBezTo>
                  <a:cubicBezTo>
                    <a:pt x="136" y="24"/>
                    <a:pt x="104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58;p49">
              <a:extLst>
                <a:ext uri="{FF2B5EF4-FFF2-40B4-BE49-F238E27FC236}">
                  <a16:creationId xmlns:a16="http://schemas.microsoft.com/office/drawing/2014/main" id="{B65FECB5-C678-5997-EA61-7776A5664895}"/>
                </a:ext>
              </a:extLst>
            </p:cNvPr>
            <p:cNvSpPr/>
            <p:nvPr/>
          </p:nvSpPr>
          <p:spPr>
            <a:xfrm>
              <a:off x="4329968" y="4121927"/>
              <a:ext cx="417255" cy="215215"/>
            </a:xfrm>
            <a:custGeom>
              <a:avLst/>
              <a:gdLst/>
              <a:ahLst/>
              <a:cxnLst/>
              <a:rect l="l" t="t" r="r" b="b"/>
              <a:pathLst>
                <a:path w="7337" h="3787" extrusionOk="0">
                  <a:moveTo>
                    <a:pt x="4164" y="0"/>
                  </a:moveTo>
                  <a:cubicBezTo>
                    <a:pt x="4034" y="0"/>
                    <a:pt x="3943" y="134"/>
                    <a:pt x="3882" y="250"/>
                  </a:cubicBezTo>
                  <a:lnTo>
                    <a:pt x="3181" y="1543"/>
                  </a:lnTo>
                  <a:cubicBezTo>
                    <a:pt x="2729" y="2372"/>
                    <a:pt x="1824" y="2882"/>
                    <a:pt x="931" y="3207"/>
                  </a:cubicBezTo>
                  <a:cubicBezTo>
                    <a:pt x="581" y="3334"/>
                    <a:pt x="173" y="3449"/>
                    <a:pt x="1" y="3787"/>
                  </a:cubicBezTo>
                  <a:lnTo>
                    <a:pt x="6782" y="3704"/>
                  </a:lnTo>
                  <a:cubicBezTo>
                    <a:pt x="6967" y="2863"/>
                    <a:pt x="7152" y="2034"/>
                    <a:pt x="7337" y="1199"/>
                  </a:cubicBezTo>
                  <a:lnTo>
                    <a:pt x="7337" y="1199"/>
                  </a:lnTo>
                  <a:cubicBezTo>
                    <a:pt x="6515" y="1288"/>
                    <a:pt x="5724" y="1346"/>
                    <a:pt x="4902" y="1435"/>
                  </a:cubicBezTo>
                  <a:cubicBezTo>
                    <a:pt x="4749" y="1053"/>
                    <a:pt x="4596" y="664"/>
                    <a:pt x="4443" y="281"/>
                  </a:cubicBezTo>
                  <a:cubicBezTo>
                    <a:pt x="4392" y="154"/>
                    <a:pt x="4316" y="7"/>
                    <a:pt x="4182" y="1"/>
                  </a:cubicBezTo>
                  <a:cubicBezTo>
                    <a:pt x="4176" y="0"/>
                    <a:pt x="4170" y="0"/>
                    <a:pt x="41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59;p49">
              <a:extLst>
                <a:ext uri="{FF2B5EF4-FFF2-40B4-BE49-F238E27FC236}">
                  <a16:creationId xmlns:a16="http://schemas.microsoft.com/office/drawing/2014/main" id="{5A12A8B6-036F-3CD7-BC05-FB1C1FDF2DBC}"/>
                </a:ext>
              </a:extLst>
            </p:cNvPr>
            <p:cNvSpPr/>
            <p:nvPr/>
          </p:nvSpPr>
          <p:spPr>
            <a:xfrm>
              <a:off x="4356071" y="4288716"/>
              <a:ext cx="371247" cy="42622"/>
            </a:xfrm>
            <a:custGeom>
              <a:avLst/>
              <a:gdLst/>
              <a:ahLst/>
              <a:cxnLst/>
              <a:rect l="l" t="t" r="r" b="b"/>
              <a:pathLst>
                <a:path w="6528" h="750" extrusionOk="0">
                  <a:moveTo>
                    <a:pt x="6455" y="0"/>
                  </a:moveTo>
                  <a:cubicBezTo>
                    <a:pt x="6448" y="0"/>
                    <a:pt x="6440" y="1"/>
                    <a:pt x="6432" y="4"/>
                  </a:cubicBezTo>
                  <a:cubicBezTo>
                    <a:pt x="4939" y="408"/>
                    <a:pt x="3411" y="614"/>
                    <a:pt x="1872" y="614"/>
                  </a:cubicBezTo>
                  <a:cubicBezTo>
                    <a:pt x="1275" y="614"/>
                    <a:pt x="676" y="583"/>
                    <a:pt x="77" y="520"/>
                  </a:cubicBezTo>
                  <a:cubicBezTo>
                    <a:pt x="73" y="520"/>
                    <a:pt x="70" y="519"/>
                    <a:pt x="66" y="519"/>
                  </a:cubicBezTo>
                  <a:cubicBezTo>
                    <a:pt x="33" y="519"/>
                    <a:pt x="7" y="543"/>
                    <a:pt x="1" y="578"/>
                  </a:cubicBezTo>
                  <a:cubicBezTo>
                    <a:pt x="1" y="616"/>
                    <a:pt x="26" y="654"/>
                    <a:pt x="65" y="654"/>
                  </a:cubicBezTo>
                  <a:cubicBezTo>
                    <a:pt x="670" y="718"/>
                    <a:pt x="1282" y="750"/>
                    <a:pt x="1887" y="750"/>
                  </a:cubicBezTo>
                  <a:cubicBezTo>
                    <a:pt x="3430" y="750"/>
                    <a:pt x="4966" y="546"/>
                    <a:pt x="6470" y="138"/>
                  </a:cubicBezTo>
                  <a:cubicBezTo>
                    <a:pt x="6508" y="125"/>
                    <a:pt x="6527" y="87"/>
                    <a:pt x="6521" y="49"/>
                  </a:cubicBezTo>
                  <a:cubicBezTo>
                    <a:pt x="6511" y="18"/>
                    <a:pt x="6485" y="0"/>
                    <a:pt x="6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60;p49">
              <a:extLst>
                <a:ext uri="{FF2B5EF4-FFF2-40B4-BE49-F238E27FC236}">
                  <a16:creationId xmlns:a16="http://schemas.microsoft.com/office/drawing/2014/main" id="{0F9DF638-EF12-1540-6C98-E1A0791113B9}"/>
                </a:ext>
              </a:extLst>
            </p:cNvPr>
            <p:cNvSpPr/>
            <p:nvPr/>
          </p:nvSpPr>
          <p:spPr>
            <a:xfrm>
              <a:off x="4524976" y="4194894"/>
              <a:ext cx="92527" cy="131732"/>
            </a:xfrm>
            <a:custGeom>
              <a:avLst/>
              <a:gdLst/>
              <a:ahLst/>
              <a:cxnLst/>
              <a:rect l="l" t="t" r="r" b="b"/>
              <a:pathLst>
                <a:path w="1627" h="2318" extrusionOk="0">
                  <a:moveTo>
                    <a:pt x="1546" y="1"/>
                  </a:moveTo>
                  <a:cubicBezTo>
                    <a:pt x="1531" y="1"/>
                    <a:pt x="1516" y="6"/>
                    <a:pt x="1505" y="17"/>
                  </a:cubicBezTo>
                  <a:cubicBezTo>
                    <a:pt x="823" y="610"/>
                    <a:pt x="307" y="1375"/>
                    <a:pt x="14" y="2222"/>
                  </a:cubicBezTo>
                  <a:cubicBezTo>
                    <a:pt x="1" y="2261"/>
                    <a:pt x="20" y="2299"/>
                    <a:pt x="52" y="2312"/>
                  </a:cubicBezTo>
                  <a:cubicBezTo>
                    <a:pt x="65" y="2318"/>
                    <a:pt x="71" y="2318"/>
                    <a:pt x="77" y="2318"/>
                  </a:cubicBezTo>
                  <a:cubicBezTo>
                    <a:pt x="109" y="2318"/>
                    <a:pt x="135" y="2299"/>
                    <a:pt x="141" y="2267"/>
                  </a:cubicBezTo>
                  <a:cubicBezTo>
                    <a:pt x="428" y="1438"/>
                    <a:pt x="931" y="699"/>
                    <a:pt x="1594" y="125"/>
                  </a:cubicBezTo>
                  <a:cubicBezTo>
                    <a:pt x="1626" y="100"/>
                    <a:pt x="1626" y="55"/>
                    <a:pt x="1601" y="23"/>
                  </a:cubicBezTo>
                  <a:cubicBezTo>
                    <a:pt x="1586" y="9"/>
                    <a:pt x="1566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61;p49">
              <a:extLst>
                <a:ext uri="{FF2B5EF4-FFF2-40B4-BE49-F238E27FC236}">
                  <a16:creationId xmlns:a16="http://schemas.microsoft.com/office/drawing/2014/main" id="{06EB4D7D-9170-B58D-6E68-5AB7D71E024A}"/>
                </a:ext>
              </a:extLst>
            </p:cNvPr>
            <p:cNvSpPr/>
            <p:nvPr/>
          </p:nvSpPr>
          <p:spPr>
            <a:xfrm>
              <a:off x="4639910" y="4247857"/>
              <a:ext cx="101513" cy="64275"/>
            </a:xfrm>
            <a:custGeom>
              <a:avLst/>
              <a:gdLst/>
              <a:ahLst/>
              <a:cxnLst/>
              <a:rect l="l" t="t" r="r" b="b"/>
              <a:pathLst>
                <a:path w="1785" h="1131" extrusionOk="0">
                  <a:moveTo>
                    <a:pt x="1554" y="1"/>
                  </a:moveTo>
                  <a:cubicBezTo>
                    <a:pt x="899" y="1"/>
                    <a:pt x="254" y="423"/>
                    <a:pt x="13" y="1035"/>
                  </a:cubicBezTo>
                  <a:cubicBezTo>
                    <a:pt x="0" y="1067"/>
                    <a:pt x="13" y="1112"/>
                    <a:pt x="51" y="1125"/>
                  </a:cubicBezTo>
                  <a:cubicBezTo>
                    <a:pt x="58" y="1131"/>
                    <a:pt x="70" y="1131"/>
                    <a:pt x="77" y="1131"/>
                  </a:cubicBezTo>
                  <a:cubicBezTo>
                    <a:pt x="102" y="1131"/>
                    <a:pt x="128" y="1112"/>
                    <a:pt x="140" y="1086"/>
                  </a:cubicBezTo>
                  <a:cubicBezTo>
                    <a:pt x="364" y="527"/>
                    <a:pt x="953" y="142"/>
                    <a:pt x="1554" y="142"/>
                  </a:cubicBezTo>
                  <a:cubicBezTo>
                    <a:pt x="1603" y="142"/>
                    <a:pt x="1653" y="144"/>
                    <a:pt x="1702" y="149"/>
                  </a:cubicBezTo>
                  <a:cubicBezTo>
                    <a:pt x="1706" y="150"/>
                    <a:pt x="1710" y="150"/>
                    <a:pt x="1714" y="150"/>
                  </a:cubicBezTo>
                  <a:cubicBezTo>
                    <a:pt x="1746" y="150"/>
                    <a:pt x="1773" y="126"/>
                    <a:pt x="1778" y="92"/>
                  </a:cubicBezTo>
                  <a:cubicBezTo>
                    <a:pt x="1785" y="54"/>
                    <a:pt x="1753" y="16"/>
                    <a:pt x="1715" y="9"/>
                  </a:cubicBezTo>
                  <a:cubicBezTo>
                    <a:pt x="1661" y="3"/>
                    <a:pt x="1607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62;p49">
              <a:extLst>
                <a:ext uri="{FF2B5EF4-FFF2-40B4-BE49-F238E27FC236}">
                  <a16:creationId xmlns:a16="http://schemas.microsoft.com/office/drawing/2014/main" id="{93C2675D-D18C-5DBB-8915-2854A4A3C509}"/>
                </a:ext>
              </a:extLst>
            </p:cNvPr>
            <p:cNvSpPr/>
            <p:nvPr/>
          </p:nvSpPr>
          <p:spPr>
            <a:xfrm>
              <a:off x="4502910" y="4209612"/>
              <a:ext cx="51865" cy="7672"/>
            </a:xfrm>
            <a:custGeom>
              <a:avLst/>
              <a:gdLst/>
              <a:ahLst/>
              <a:cxnLst/>
              <a:rect l="l" t="t" r="r" b="b"/>
              <a:pathLst>
                <a:path w="912" h="135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34"/>
                    <a:pt x="70" y="134"/>
                  </a:cubicBezTo>
                  <a:lnTo>
                    <a:pt x="848" y="134"/>
                  </a:lnTo>
                  <a:cubicBezTo>
                    <a:pt x="886" y="134"/>
                    <a:pt x="911" y="109"/>
                    <a:pt x="911" y="70"/>
                  </a:cubicBezTo>
                  <a:cubicBezTo>
                    <a:pt x="911" y="32"/>
                    <a:pt x="886" y="0"/>
                    <a:pt x="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63;p49">
              <a:extLst>
                <a:ext uri="{FF2B5EF4-FFF2-40B4-BE49-F238E27FC236}">
                  <a16:creationId xmlns:a16="http://schemas.microsoft.com/office/drawing/2014/main" id="{0FE6E2EF-87A9-C84E-7894-3FE2ACF0409B}"/>
                </a:ext>
              </a:extLst>
            </p:cNvPr>
            <p:cNvSpPr/>
            <p:nvPr/>
          </p:nvSpPr>
          <p:spPr>
            <a:xfrm>
              <a:off x="4483290" y="4236776"/>
              <a:ext cx="53742" cy="9491"/>
            </a:xfrm>
            <a:custGeom>
              <a:avLst/>
              <a:gdLst/>
              <a:ahLst/>
              <a:cxnLst/>
              <a:rect l="l" t="t" r="r" b="b"/>
              <a:pathLst>
                <a:path w="945" h="167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1"/>
                    <a:pt x="71" y="141"/>
                  </a:cubicBezTo>
                  <a:lnTo>
                    <a:pt x="874" y="166"/>
                  </a:lnTo>
                  <a:cubicBezTo>
                    <a:pt x="912" y="166"/>
                    <a:pt x="944" y="134"/>
                    <a:pt x="944" y="96"/>
                  </a:cubicBezTo>
                  <a:cubicBezTo>
                    <a:pt x="944" y="58"/>
                    <a:pt x="912" y="26"/>
                    <a:pt x="874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64;p49">
              <a:extLst>
                <a:ext uri="{FF2B5EF4-FFF2-40B4-BE49-F238E27FC236}">
                  <a16:creationId xmlns:a16="http://schemas.microsoft.com/office/drawing/2014/main" id="{40EB1823-7E47-9E90-78FF-71A0FBB4C0DA}"/>
                </a:ext>
              </a:extLst>
            </p:cNvPr>
            <p:cNvSpPr/>
            <p:nvPr/>
          </p:nvSpPr>
          <p:spPr>
            <a:xfrm>
              <a:off x="4455423" y="4259564"/>
              <a:ext cx="52207" cy="11650"/>
            </a:xfrm>
            <a:custGeom>
              <a:avLst/>
              <a:gdLst/>
              <a:ahLst/>
              <a:cxnLst/>
              <a:rect l="l" t="t" r="r" b="b"/>
              <a:pathLst>
                <a:path w="918" h="205" extrusionOk="0">
                  <a:moveTo>
                    <a:pt x="77" y="1"/>
                  </a:moveTo>
                  <a:cubicBezTo>
                    <a:pt x="38" y="1"/>
                    <a:pt x="7" y="26"/>
                    <a:pt x="7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841" y="205"/>
                  </a:lnTo>
                  <a:lnTo>
                    <a:pt x="848" y="205"/>
                  </a:lnTo>
                  <a:cubicBezTo>
                    <a:pt x="886" y="205"/>
                    <a:pt x="912" y="173"/>
                    <a:pt x="918" y="141"/>
                  </a:cubicBezTo>
                  <a:cubicBezTo>
                    <a:pt x="918" y="103"/>
                    <a:pt x="892" y="65"/>
                    <a:pt x="854" y="6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65;p49">
              <a:extLst>
                <a:ext uri="{FF2B5EF4-FFF2-40B4-BE49-F238E27FC236}">
                  <a16:creationId xmlns:a16="http://schemas.microsoft.com/office/drawing/2014/main" id="{D95BC5F0-F7EA-39BC-2752-6DC81C3CE54D}"/>
                </a:ext>
              </a:extLst>
            </p:cNvPr>
            <p:cNvSpPr/>
            <p:nvPr/>
          </p:nvSpPr>
          <p:spPr>
            <a:xfrm>
              <a:off x="4796815" y="1575533"/>
              <a:ext cx="364707" cy="1139101"/>
            </a:xfrm>
            <a:custGeom>
              <a:avLst/>
              <a:gdLst/>
              <a:ahLst/>
              <a:cxnLst/>
              <a:rect l="l" t="t" r="r" b="b"/>
              <a:pathLst>
                <a:path w="6413" h="20044" extrusionOk="0">
                  <a:moveTo>
                    <a:pt x="1628" y="0"/>
                  </a:moveTo>
                  <a:cubicBezTo>
                    <a:pt x="1608" y="0"/>
                    <a:pt x="1588" y="4"/>
                    <a:pt x="1569" y="12"/>
                  </a:cubicBezTo>
                  <a:cubicBezTo>
                    <a:pt x="1492" y="43"/>
                    <a:pt x="1448" y="126"/>
                    <a:pt x="1441" y="203"/>
                  </a:cubicBezTo>
                  <a:cubicBezTo>
                    <a:pt x="1441" y="286"/>
                    <a:pt x="1467" y="362"/>
                    <a:pt x="1492" y="439"/>
                  </a:cubicBezTo>
                  <a:cubicBezTo>
                    <a:pt x="1709" y="1101"/>
                    <a:pt x="1894" y="1758"/>
                    <a:pt x="2110" y="2414"/>
                  </a:cubicBezTo>
                  <a:cubicBezTo>
                    <a:pt x="1760" y="1790"/>
                    <a:pt x="1409" y="1165"/>
                    <a:pt x="1059" y="541"/>
                  </a:cubicBezTo>
                  <a:cubicBezTo>
                    <a:pt x="1001" y="432"/>
                    <a:pt x="931" y="318"/>
                    <a:pt x="823" y="254"/>
                  </a:cubicBezTo>
                  <a:cubicBezTo>
                    <a:pt x="779" y="223"/>
                    <a:pt x="722" y="207"/>
                    <a:pt x="667" y="207"/>
                  </a:cubicBezTo>
                  <a:cubicBezTo>
                    <a:pt x="595" y="207"/>
                    <a:pt x="525" y="234"/>
                    <a:pt x="485" y="292"/>
                  </a:cubicBezTo>
                  <a:cubicBezTo>
                    <a:pt x="415" y="394"/>
                    <a:pt x="460" y="528"/>
                    <a:pt x="504" y="636"/>
                  </a:cubicBezTo>
                  <a:cubicBezTo>
                    <a:pt x="785" y="1318"/>
                    <a:pt x="1129" y="2038"/>
                    <a:pt x="1518" y="2663"/>
                  </a:cubicBezTo>
                  <a:cubicBezTo>
                    <a:pt x="1142" y="2185"/>
                    <a:pt x="772" y="1713"/>
                    <a:pt x="396" y="1235"/>
                  </a:cubicBezTo>
                  <a:cubicBezTo>
                    <a:pt x="340" y="1169"/>
                    <a:pt x="262" y="1094"/>
                    <a:pt x="185" y="1094"/>
                  </a:cubicBezTo>
                  <a:cubicBezTo>
                    <a:pt x="166" y="1094"/>
                    <a:pt x="147" y="1098"/>
                    <a:pt x="128" y="1108"/>
                  </a:cubicBezTo>
                  <a:cubicBezTo>
                    <a:pt x="33" y="1165"/>
                    <a:pt x="52" y="1305"/>
                    <a:pt x="90" y="1407"/>
                  </a:cubicBezTo>
                  <a:cubicBezTo>
                    <a:pt x="390" y="2223"/>
                    <a:pt x="829" y="3026"/>
                    <a:pt x="1339" y="3734"/>
                  </a:cubicBezTo>
                  <a:cubicBezTo>
                    <a:pt x="1084" y="3734"/>
                    <a:pt x="874" y="3562"/>
                    <a:pt x="657" y="3434"/>
                  </a:cubicBezTo>
                  <a:cubicBezTo>
                    <a:pt x="544" y="3362"/>
                    <a:pt x="423" y="3321"/>
                    <a:pt x="302" y="3321"/>
                  </a:cubicBezTo>
                  <a:cubicBezTo>
                    <a:pt x="200" y="3321"/>
                    <a:pt x="98" y="3351"/>
                    <a:pt x="1" y="3415"/>
                  </a:cubicBezTo>
                  <a:cubicBezTo>
                    <a:pt x="453" y="4001"/>
                    <a:pt x="900" y="4588"/>
                    <a:pt x="1346" y="5174"/>
                  </a:cubicBezTo>
                  <a:cubicBezTo>
                    <a:pt x="1448" y="5308"/>
                    <a:pt x="1556" y="5448"/>
                    <a:pt x="1690" y="5550"/>
                  </a:cubicBezTo>
                  <a:cubicBezTo>
                    <a:pt x="1805" y="5638"/>
                    <a:pt x="1948" y="5702"/>
                    <a:pt x="2092" y="5702"/>
                  </a:cubicBezTo>
                  <a:cubicBezTo>
                    <a:pt x="2115" y="5702"/>
                    <a:pt x="2138" y="5700"/>
                    <a:pt x="2161" y="5697"/>
                  </a:cubicBezTo>
                  <a:cubicBezTo>
                    <a:pt x="2372" y="7264"/>
                    <a:pt x="2582" y="8864"/>
                    <a:pt x="2792" y="10432"/>
                  </a:cubicBezTo>
                  <a:cubicBezTo>
                    <a:pt x="3105" y="12803"/>
                    <a:pt x="3035" y="15269"/>
                    <a:pt x="3143" y="17659"/>
                  </a:cubicBezTo>
                  <a:lnTo>
                    <a:pt x="6005" y="20043"/>
                  </a:lnTo>
                  <a:cubicBezTo>
                    <a:pt x="6412" y="14830"/>
                    <a:pt x="5380" y="9661"/>
                    <a:pt x="4169" y="4575"/>
                  </a:cubicBezTo>
                  <a:cubicBezTo>
                    <a:pt x="3761" y="2848"/>
                    <a:pt x="3290" y="1885"/>
                    <a:pt x="2710" y="585"/>
                  </a:cubicBezTo>
                  <a:cubicBezTo>
                    <a:pt x="2665" y="475"/>
                    <a:pt x="2574" y="346"/>
                    <a:pt x="2467" y="346"/>
                  </a:cubicBezTo>
                  <a:cubicBezTo>
                    <a:pt x="2451" y="346"/>
                    <a:pt x="2434" y="349"/>
                    <a:pt x="2416" y="356"/>
                  </a:cubicBezTo>
                  <a:cubicBezTo>
                    <a:pt x="2289" y="407"/>
                    <a:pt x="2302" y="579"/>
                    <a:pt x="2334" y="706"/>
                  </a:cubicBezTo>
                  <a:cubicBezTo>
                    <a:pt x="2474" y="1229"/>
                    <a:pt x="2576" y="1771"/>
                    <a:pt x="2716" y="2287"/>
                  </a:cubicBezTo>
                  <a:lnTo>
                    <a:pt x="1913" y="292"/>
                  </a:lnTo>
                  <a:cubicBezTo>
                    <a:pt x="1881" y="216"/>
                    <a:pt x="1849" y="133"/>
                    <a:pt x="1792" y="75"/>
                  </a:cubicBezTo>
                  <a:cubicBezTo>
                    <a:pt x="1749" y="32"/>
                    <a:pt x="1688" y="0"/>
                    <a:pt x="162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66;p49">
              <a:extLst>
                <a:ext uri="{FF2B5EF4-FFF2-40B4-BE49-F238E27FC236}">
                  <a16:creationId xmlns:a16="http://schemas.microsoft.com/office/drawing/2014/main" id="{D21E43BC-D58B-E2D0-511F-8FDAEC1FFC85}"/>
                </a:ext>
              </a:extLst>
            </p:cNvPr>
            <p:cNvSpPr/>
            <p:nvPr/>
          </p:nvSpPr>
          <p:spPr>
            <a:xfrm>
              <a:off x="4899750" y="1743630"/>
              <a:ext cx="74386" cy="30347"/>
            </a:xfrm>
            <a:custGeom>
              <a:avLst/>
              <a:gdLst/>
              <a:ahLst/>
              <a:cxnLst/>
              <a:rect l="l" t="t" r="r" b="b"/>
              <a:pathLst>
                <a:path w="1308" h="534" extrusionOk="0">
                  <a:moveTo>
                    <a:pt x="1229" y="1"/>
                  </a:moveTo>
                  <a:cubicBezTo>
                    <a:pt x="1221" y="1"/>
                    <a:pt x="1213" y="2"/>
                    <a:pt x="1205" y="4"/>
                  </a:cubicBezTo>
                  <a:lnTo>
                    <a:pt x="58" y="400"/>
                  </a:lnTo>
                  <a:cubicBezTo>
                    <a:pt x="20" y="412"/>
                    <a:pt x="1" y="451"/>
                    <a:pt x="14" y="489"/>
                  </a:cubicBezTo>
                  <a:cubicBezTo>
                    <a:pt x="26" y="514"/>
                    <a:pt x="52" y="533"/>
                    <a:pt x="84" y="533"/>
                  </a:cubicBezTo>
                  <a:cubicBezTo>
                    <a:pt x="90" y="533"/>
                    <a:pt x="97" y="533"/>
                    <a:pt x="103" y="527"/>
                  </a:cubicBezTo>
                  <a:lnTo>
                    <a:pt x="1250" y="138"/>
                  </a:lnTo>
                  <a:cubicBezTo>
                    <a:pt x="1288" y="126"/>
                    <a:pt x="1307" y="81"/>
                    <a:pt x="1295" y="49"/>
                  </a:cubicBezTo>
                  <a:cubicBezTo>
                    <a:pt x="1285" y="19"/>
                    <a:pt x="1259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67;p49">
              <a:extLst>
                <a:ext uri="{FF2B5EF4-FFF2-40B4-BE49-F238E27FC236}">
                  <a16:creationId xmlns:a16="http://schemas.microsoft.com/office/drawing/2014/main" id="{A348674B-B11B-83E7-A164-BB1D7A5F4C34}"/>
                </a:ext>
              </a:extLst>
            </p:cNvPr>
            <p:cNvSpPr/>
            <p:nvPr/>
          </p:nvSpPr>
          <p:spPr>
            <a:xfrm>
              <a:off x="4873305" y="1785057"/>
              <a:ext cx="95030" cy="43589"/>
            </a:xfrm>
            <a:custGeom>
              <a:avLst/>
              <a:gdLst/>
              <a:ahLst/>
              <a:cxnLst/>
              <a:rect l="l" t="t" r="r" b="b"/>
              <a:pathLst>
                <a:path w="1671" h="767" extrusionOk="0">
                  <a:moveTo>
                    <a:pt x="638" y="0"/>
                  </a:moveTo>
                  <a:cubicBezTo>
                    <a:pt x="453" y="0"/>
                    <a:pt x="261" y="33"/>
                    <a:pt x="64" y="72"/>
                  </a:cubicBezTo>
                  <a:cubicBezTo>
                    <a:pt x="26" y="79"/>
                    <a:pt x="1" y="117"/>
                    <a:pt x="13" y="155"/>
                  </a:cubicBezTo>
                  <a:cubicBezTo>
                    <a:pt x="19" y="189"/>
                    <a:pt x="50" y="213"/>
                    <a:pt x="80" y="213"/>
                  </a:cubicBezTo>
                  <a:cubicBezTo>
                    <a:pt x="83" y="213"/>
                    <a:pt x="87" y="213"/>
                    <a:pt x="90" y="212"/>
                  </a:cubicBezTo>
                  <a:cubicBezTo>
                    <a:pt x="284" y="175"/>
                    <a:pt x="471" y="141"/>
                    <a:pt x="646" y="141"/>
                  </a:cubicBezTo>
                  <a:cubicBezTo>
                    <a:pt x="798" y="141"/>
                    <a:pt x="941" y="167"/>
                    <a:pt x="1071" y="238"/>
                  </a:cubicBezTo>
                  <a:cubicBezTo>
                    <a:pt x="1269" y="346"/>
                    <a:pt x="1409" y="544"/>
                    <a:pt x="1530" y="735"/>
                  </a:cubicBezTo>
                  <a:cubicBezTo>
                    <a:pt x="1543" y="760"/>
                    <a:pt x="1568" y="767"/>
                    <a:pt x="1594" y="767"/>
                  </a:cubicBezTo>
                  <a:cubicBezTo>
                    <a:pt x="1607" y="767"/>
                    <a:pt x="1619" y="767"/>
                    <a:pt x="1626" y="760"/>
                  </a:cubicBezTo>
                  <a:cubicBezTo>
                    <a:pt x="1658" y="735"/>
                    <a:pt x="1670" y="697"/>
                    <a:pt x="1651" y="658"/>
                  </a:cubicBezTo>
                  <a:cubicBezTo>
                    <a:pt x="1524" y="461"/>
                    <a:pt x="1365" y="238"/>
                    <a:pt x="1135" y="110"/>
                  </a:cubicBezTo>
                  <a:cubicBezTo>
                    <a:pt x="980" y="30"/>
                    <a:pt x="81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68;p49">
              <a:extLst>
                <a:ext uri="{FF2B5EF4-FFF2-40B4-BE49-F238E27FC236}">
                  <a16:creationId xmlns:a16="http://schemas.microsoft.com/office/drawing/2014/main" id="{05D00014-6A21-73A8-E6A4-9F3586C42EE0}"/>
                </a:ext>
              </a:extLst>
            </p:cNvPr>
            <p:cNvSpPr/>
            <p:nvPr/>
          </p:nvSpPr>
          <p:spPr>
            <a:xfrm>
              <a:off x="4913171" y="1892291"/>
              <a:ext cx="41003" cy="14264"/>
            </a:xfrm>
            <a:custGeom>
              <a:avLst/>
              <a:gdLst/>
              <a:ahLst/>
              <a:cxnLst/>
              <a:rect l="l" t="t" r="r" b="b"/>
              <a:pathLst>
                <a:path w="721" h="251" extrusionOk="0">
                  <a:moveTo>
                    <a:pt x="646" y="0"/>
                  </a:moveTo>
                  <a:cubicBezTo>
                    <a:pt x="641" y="0"/>
                    <a:pt x="637" y="1"/>
                    <a:pt x="632" y="2"/>
                  </a:cubicBezTo>
                  <a:lnTo>
                    <a:pt x="64" y="110"/>
                  </a:lnTo>
                  <a:cubicBezTo>
                    <a:pt x="26" y="116"/>
                    <a:pt x="1" y="155"/>
                    <a:pt x="7" y="193"/>
                  </a:cubicBezTo>
                  <a:cubicBezTo>
                    <a:pt x="13" y="225"/>
                    <a:pt x="45" y="250"/>
                    <a:pt x="77" y="250"/>
                  </a:cubicBezTo>
                  <a:cubicBezTo>
                    <a:pt x="84" y="250"/>
                    <a:pt x="84" y="250"/>
                    <a:pt x="90" y="244"/>
                  </a:cubicBezTo>
                  <a:lnTo>
                    <a:pt x="664" y="135"/>
                  </a:lnTo>
                  <a:cubicBezTo>
                    <a:pt x="695" y="129"/>
                    <a:pt x="721" y="91"/>
                    <a:pt x="715" y="53"/>
                  </a:cubicBezTo>
                  <a:cubicBezTo>
                    <a:pt x="709" y="19"/>
                    <a:pt x="67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69;p49">
              <a:extLst>
                <a:ext uri="{FF2B5EF4-FFF2-40B4-BE49-F238E27FC236}">
                  <a16:creationId xmlns:a16="http://schemas.microsoft.com/office/drawing/2014/main" id="{03AE7B2E-7077-2334-648E-E7384F1B724D}"/>
                </a:ext>
              </a:extLst>
            </p:cNvPr>
            <p:cNvSpPr/>
            <p:nvPr/>
          </p:nvSpPr>
          <p:spPr>
            <a:xfrm>
              <a:off x="4359711" y="2906098"/>
              <a:ext cx="304141" cy="416166"/>
            </a:xfrm>
            <a:custGeom>
              <a:avLst/>
              <a:gdLst/>
              <a:ahLst/>
              <a:cxnLst/>
              <a:rect l="l" t="t" r="r" b="b"/>
              <a:pathLst>
                <a:path w="5348" h="7323" extrusionOk="0">
                  <a:moveTo>
                    <a:pt x="3385" y="1"/>
                  </a:moveTo>
                  <a:cubicBezTo>
                    <a:pt x="2512" y="574"/>
                    <a:pt x="1588" y="1192"/>
                    <a:pt x="957" y="2027"/>
                  </a:cubicBezTo>
                  <a:cubicBezTo>
                    <a:pt x="332" y="2862"/>
                    <a:pt x="1" y="4003"/>
                    <a:pt x="389" y="4972"/>
                  </a:cubicBezTo>
                  <a:cubicBezTo>
                    <a:pt x="638" y="5590"/>
                    <a:pt x="1154" y="6074"/>
                    <a:pt x="1734" y="6412"/>
                  </a:cubicBezTo>
                  <a:cubicBezTo>
                    <a:pt x="2308" y="6750"/>
                    <a:pt x="2958" y="6960"/>
                    <a:pt x="3595" y="7164"/>
                  </a:cubicBezTo>
                  <a:cubicBezTo>
                    <a:pt x="3844" y="7246"/>
                    <a:pt x="4116" y="7323"/>
                    <a:pt x="4376" y="7323"/>
                  </a:cubicBezTo>
                  <a:cubicBezTo>
                    <a:pt x="4542" y="7323"/>
                    <a:pt x="4704" y="7291"/>
                    <a:pt x="4851" y="7209"/>
                  </a:cubicBezTo>
                  <a:cubicBezTo>
                    <a:pt x="5163" y="7037"/>
                    <a:pt x="5322" y="6661"/>
                    <a:pt x="5335" y="6297"/>
                  </a:cubicBezTo>
                  <a:cubicBezTo>
                    <a:pt x="5348" y="5941"/>
                    <a:pt x="5157" y="5590"/>
                    <a:pt x="4991" y="5271"/>
                  </a:cubicBezTo>
                  <a:cubicBezTo>
                    <a:pt x="4621" y="4558"/>
                    <a:pt x="3965" y="3997"/>
                    <a:pt x="3206" y="3735"/>
                  </a:cubicBezTo>
                  <a:cubicBezTo>
                    <a:pt x="3876" y="3245"/>
                    <a:pt x="4538" y="2754"/>
                    <a:pt x="5208" y="2269"/>
                  </a:cubicBezTo>
                  <a:cubicBezTo>
                    <a:pt x="4545" y="1594"/>
                    <a:pt x="3895" y="797"/>
                    <a:pt x="338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70;p49">
              <a:extLst>
                <a:ext uri="{FF2B5EF4-FFF2-40B4-BE49-F238E27FC236}">
                  <a16:creationId xmlns:a16="http://schemas.microsoft.com/office/drawing/2014/main" id="{E89C11F8-6036-66C4-B338-FAE49979F48B}"/>
                </a:ext>
              </a:extLst>
            </p:cNvPr>
            <p:cNvSpPr/>
            <p:nvPr/>
          </p:nvSpPr>
          <p:spPr>
            <a:xfrm>
              <a:off x="4438362" y="3097096"/>
              <a:ext cx="117493" cy="28188"/>
            </a:xfrm>
            <a:custGeom>
              <a:avLst/>
              <a:gdLst/>
              <a:ahLst/>
              <a:cxnLst/>
              <a:rect l="l" t="t" r="r" b="b"/>
              <a:pathLst>
                <a:path w="2066" h="496" extrusionOk="0">
                  <a:moveTo>
                    <a:pt x="414" y="1"/>
                  </a:moveTo>
                  <a:cubicBezTo>
                    <a:pt x="297" y="1"/>
                    <a:pt x="181" y="6"/>
                    <a:pt x="64" y="17"/>
                  </a:cubicBezTo>
                  <a:cubicBezTo>
                    <a:pt x="26" y="24"/>
                    <a:pt x="1" y="56"/>
                    <a:pt x="1" y="94"/>
                  </a:cubicBezTo>
                  <a:cubicBezTo>
                    <a:pt x="6" y="129"/>
                    <a:pt x="34" y="158"/>
                    <a:pt x="67" y="158"/>
                  </a:cubicBezTo>
                  <a:cubicBezTo>
                    <a:pt x="71" y="158"/>
                    <a:pt x="74" y="158"/>
                    <a:pt x="77" y="158"/>
                  </a:cubicBezTo>
                  <a:cubicBezTo>
                    <a:pt x="193" y="146"/>
                    <a:pt x="309" y="141"/>
                    <a:pt x="424" y="141"/>
                  </a:cubicBezTo>
                  <a:cubicBezTo>
                    <a:pt x="952" y="141"/>
                    <a:pt x="1476" y="259"/>
                    <a:pt x="1957" y="489"/>
                  </a:cubicBezTo>
                  <a:cubicBezTo>
                    <a:pt x="1970" y="495"/>
                    <a:pt x="1976" y="495"/>
                    <a:pt x="1989" y="495"/>
                  </a:cubicBezTo>
                  <a:cubicBezTo>
                    <a:pt x="2015" y="495"/>
                    <a:pt x="2040" y="483"/>
                    <a:pt x="2053" y="457"/>
                  </a:cubicBezTo>
                  <a:cubicBezTo>
                    <a:pt x="2066" y="419"/>
                    <a:pt x="2053" y="381"/>
                    <a:pt x="2021" y="362"/>
                  </a:cubicBezTo>
                  <a:cubicBezTo>
                    <a:pt x="1516" y="125"/>
                    <a:pt x="967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71;p49">
              <a:extLst>
                <a:ext uri="{FF2B5EF4-FFF2-40B4-BE49-F238E27FC236}">
                  <a16:creationId xmlns:a16="http://schemas.microsoft.com/office/drawing/2014/main" id="{38AC596A-7CBB-FF58-AEAC-17AA009633B3}"/>
                </a:ext>
              </a:extLst>
            </p:cNvPr>
            <p:cNvSpPr/>
            <p:nvPr/>
          </p:nvSpPr>
          <p:spPr>
            <a:xfrm>
              <a:off x="4618527" y="3199840"/>
              <a:ext cx="542995" cy="473451"/>
            </a:xfrm>
            <a:custGeom>
              <a:avLst/>
              <a:gdLst/>
              <a:ahLst/>
              <a:cxnLst/>
              <a:rect l="l" t="t" r="r" b="b"/>
              <a:pathLst>
                <a:path w="9548" h="8331" extrusionOk="0">
                  <a:moveTo>
                    <a:pt x="8904" y="0"/>
                  </a:moveTo>
                  <a:lnTo>
                    <a:pt x="1530" y="1109"/>
                  </a:lnTo>
                  <a:cubicBezTo>
                    <a:pt x="1020" y="3302"/>
                    <a:pt x="510" y="5494"/>
                    <a:pt x="0" y="7693"/>
                  </a:cubicBezTo>
                  <a:cubicBezTo>
                    <a:pt x="397" y="7664"/>
                    <a:pt x="785" y="7650"/>
                    <a:pt x="1169" y="7650"/>
                  </a:cubicBezTo>
                  <a:cubicBezTo>
                    <a:pt x="2324" y="7650"/>
                    <a:pt x="3436" y="7777"/>
                    <a:pt x="4608" y="8012"/>
                  </a:cubicBezTo>
                  <a:cubicBezTo>
                    <a:pt x="4621" y="7859"/>
                    <a:pt x="4634" y="7693"/>
                    <a:pt x="4646" y="7540"/>
                  </a:cubicBezTo>
                  <a:cubicBezTo>
                    <a:pt x="4956" y="7496"/>
                    <a:pt x="5273" y="7475"/>
                    <a:pt x="5594" y="7475"/>
                  </a:cubicBezTo>
                  <a:cubicBezTo>
                    <a:pt x="6808" y="7475"/>
                    <a:pt x="8071" y="7781"/>
                    <a:pt x="9114" y="8330"/>
                  </a:cubicBezTo>
                  <a:cubicBezTo>
                    <a:pt x="9547" y="5532"/>
                    <a:pt x="9382" y="2792"/>
                    <a:pt x="8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72;p49">
              <a:extLst>
                <a:ext uri="{FF2B5EF4-FFF2-40B4-BE49-F238E27FC236}">
                  <a16:creationId xmlns:a16="http://schemas.microsoft.com/office/drawing/2014/main" id="{5C42C905-ECE7-3E05-C1C4-B8840F43519D}"/>
                </a:ext>
              </a:extLst>
            </p:cNvPr>
            <p:cNvSpPr/>
            <p:nvPr/>
          </p:nvSpPr>
          <p:spPr>
            <a:xfrm>
              <a:off x="4864263" y="3380382"/>
              <a:ext cx="41344" cy="267897"/>
            </a:xfrm>
            <a:custGeom>
              <a:avLst/>
              <a:gdLst/>
              <a:ahLst/>
              <a:cxnLst/>
              <a:rect l="l" t="t" r="r" b="b"/>
              <a:pathLst>
                <a:path w="727" h="4714" extrusionOk="0">
                  <a:moveTo>
                    <a:pt x="83" y="0"/>
                  </a:moveTo>
                  <a:cubicBezTo>
                    <a:pt x="64" y="0"/>
                    <a:pt x="44" y="8"/>
                    <a:pt x="26" y="23"/>
                  </a:cubicBezTo>
                  <a:cubicBezTo>
                    <a:pt x="0" y="55"/>
                    <a:pt x="7" y="99"/>
                    <a:pt x="32" y="125"/>
                  </a:cubicBezTo>
                  <a:cubicBezTo>
                    <a:pt x="128" y="208"/>
                    <a:pt x="223" y="290"/>
                    <a:pt x="325" y="373"/>
                  </a:cubicBezTo>
                  <a:cubicBezTo>
                    <a:pt x="408" y="443"/>
                    <a:pt x="497" y="520"/>
                    <a:pt x="580" y="596"/>
                  </a:cubicBezTo>
                  <a:lnTo>
                    <a:pt x="236" y="4637"/>
                  </a:lnTo>
                  <a:cubicBezTo>
                    <a:pt x="230" y="4675"/>
                    <a:pt x="262" y="4707"/>
                    <a:pt x="300" y="4714"/>
                  </a:cubicBezTo>
                  <a:lnTo>
                    <a:pt x="306" y="4714"/>
                  </a:lnTo>
                  <a:cubicBezTo>
                    <a:pt x="338" y="4714"/>
                    <a:pt x="370" y="4682"/>
                    <a:pt x="370" y="4643"/>
                  </a:cubicBezTo>
                  <a:lnTo>
                    <a:pt x="727" y="571"/>
                  </a:lnTo>
                  <a:cubicBezTo>
                    <a:pt x="727" y="552"/>
                    <a:pt x="721" y="526"/>
                    <a:pt x="701" y="514"/>
                  </a:cubicBezTo>
                  <a:cubicBezTo>
                    <a:pt x="612" y="431"/>
                    <a:pt x="510" y="348"/>
                    <a:pt x="415" y="265"/>
                  </a:cubicBezTo>
                  <a:cubicBezTo>
                    <a:pt x="319" y="182"/>
                    <a:pt x="217" y="99"/>
                    <a:pt x="128" y="16"/>
                  </a:cubicBezTo>
                  <a:cubicBezTo>
                    <a:pt x="114" y="5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73;p49">
              <a:extLst>
                <a:ext uri="{FF2B5EF4-FFF2-40B4-BE49-F238E27FC236}">
                  <a16:creationId xmlns:a16="http://schemas.microsoft.com/office/drawing/2014/main" id="{0B4CC28B-7214-EFA2-C54D-5FA421A84B6B}"/>
                </a:ext>
              </a:extLst>
            </p:cNvPr>
            <p:cNvSpPr/>
            <p:nvPr/>
          </p:nvSpPr>
          <p:spPr>
            <a:xfrm>
              <a:off x="5044030" y="3266044"/>
              <a:ext cx="116754" cy="150429"/>
            </a:xfrm>
            <a:custGeom>
              <a:avLst/>
              <a:gdLst/>
              <a:ahLst/>
              <a:cxnLst/>
              <a:rect l="l" t="t" r="r" b="b"/>
              <a:pathLst>
                <a:path w="2053" h="2647" extrusionOk="0">
                  <a:moveTo>
                    <a:pt x="81" y="1"/>
                  </a:moveTo>
                  <a:cubicBezTo>
                    <a:pt x="77" y="1"/>
                    <a:pt x="74" y="1"/>
                    <a:pt x="71" y="2"/>
                  </a:cubicBezTo>
                  <a:cubicBezTo>
                    <a:pt x="32" y="2"/>
                    <a:pt x="1" y="40"/>
                    <a:pt x="7" y="78"/>
                  </a:cubicBezTo>
                  <a:cubicBezTo>
                    <a:pt x="173" y="1174"/>
                    <a:pt x="931" y="2181"/>
                    <a:pt x="1944" y="2640"/>
                  </a:cubicBezTo>
                  <a:cubicBezTo>
                    <a:pt x="1957" y="2640"/>
                    <a:pt x="1964" y="2647"/>
                    <a:pt x="1976" y="2647"/>
                  </a:cubicBezTo>
                  <a:cubicBezTo>
                    <a:pt x="2002" y="2647"/>
                    <a:pt x="2027" y="2628"/>
                    <a:pt x="2040" y="2602"/>
                  </a:cubicBezTo>
                  <a:cubicBezTo>
                    <a:pt x="2053" y="2570"/>
                    <a:pt x="2040" y="2526"/>
                    <a:pt x="2002" y="2513"/>
                  </a:cubicBezTo>
                  <a:cubicBezTo>
                    <a:pt x="1033" y="2073"/>
                    <a:pt x="300" y="1111"/>
                    <a:pt x="147" y="59"/>
                  </a:cubicBezTo>
                  <a:cubicBezTo>
                    <a:pt x="141" y="25"/>
                    <a:pt x="11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74;p49">
              <a:extLst>
                <a:ext uri="{FF2B5EF4-FFF2-40B4-BE49-F238E27FC236}">
                  <a16:creationId xmlns:a16="http://schemas.microsoft.com/office/drawing/2014/main" id="{94AE9534-A96E-FC0B-F0CC-8715841E3A49}"/>
                </a:ext>
              </a:extLst>
            </p:cNvPr>
            <p:cNvSpPr/>
            <p:nvPr/>
          </p:nvSpPr>
          <p:spPr>
            <a:xfrm>
              <a:off x="4676478" y="3267124"/>
              <a:ext cx="107371" cy="129061"/>
            </a:xfrm>
            <a:custGeom>
              <a:avLst/>
              <a:gdLst/>
              <a:ahLst/>
              <a:cxnLst/>
              <a:rect l="l" t="t" r="r" b="b"/>
              <a:pathLst>
                <a:path w="1888" h="2271" extrusionOk="0">
                  <a:moveTo>
                    <a:pt x="1818" y="1"/>
                  </a:moveTo>
                  <a:cubicBezTo>
                    <a:pt x="1784" y="1"/>
                    <a:pt x="1752" y="25"/>
                    <a:pt x="1741" y="59"/>
                  </a:cubicBezTo>
                  <a:cubicBezTo>
                    <a:pt x="1531" y="951"/>
                    <a:pt x="880" y="1748"/>
                    <a:pt x="52" y="2137"/>
                  </a:cubicBezTo>
                  <a:cubicBezTo>
                    <a:pt x="20" y="2156"/>
                    <a:pt x="1" y="2194"/>
                    <a:pt x="20" y="2232"/>
                  </a:cubicBezTo>
                  <a:cubicBezTo>
                    <a:pt x="33" y="2258"/>
                    <a:pt x="58" y="2271"/>
                    <a:pt x="84" y="2271"/>
                  </a:cubicBezTo>
                  <a:cubicBezTo>
                    <a:pt x="90" y="2271"/>
                    <a:pt x="103" y="2271"/>
                    <a:pt x="116" y="2264"/>
                  </a:cubicBezTo>
                  <a:cubicBezTo>
                    <a:pt x="995" y="1850"/>
                    <a:pt x="1652" y="1034"/>
                    <a:pt x="1881" y="85"/>
                  </a:cubicBezTo>
                  <a:cubicBezTo>
                    <a:pt x="1887" y="53"/>
                    <a:pt x="1862" y="15"/>
                    <a:pt x="1830" y="2"/>
                  </a:cubicBezTo>
                  <a:cubicBezTo>
                    <a:pt x="1826" y="1"/>
                    <a:pt x="1822" y="1"/>
                    <a:pt x="1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75;p49">
              <a:extLst>
                <a:ext uri="{FF2B5EF4-FFF2-40B4-BE49-F238E27FC236}">
                  <a16:creationId xmlns:a16="http://schemas.microsoft.com/office/drawing/2014/main" id="{7F0B22E7-D203-5F77-8429-257FEF64BBCD}"/>
                </a:ext>
              </a:extLst>
            </p:cNvPr>
            <p:cNvSpPr/>
            <p:nvPr/>
          </p:nvSpPr>
          <p:spPr>
            <a:xfrm>
              <a:off x="4624328" y="3585473"/>
              <a:ext cx="259555" cy="35973"/>
            </a:xfrm>
            <a:custGeom>
              <a:avLst/>
              <a:gdLst/>
              <a:ahLst/>
              <a:cxnLst/>
              <a:rect l="l" t="t" r="r" b="b"/>
              <a:pathLst>
                <a:path w="4564" h="633" extrusionOk="0">
                  <a:moveTo>
                    <a:pt x="1096" y="0"/>
                  </a:moveTo>
                  <a:cubicBezTo>
                    <a:pt x="751" y="0"/>
                    <a:pt x="406" y="16"/>
                    <a:pt x="64" y="47"/>
                  </a:cubicBezTo>
                  <a:cubicBezTo>
                    <a:pt x="26" y="47"/>
                    <a:pt x="0" y="85"/>
                    <a:pt x="0" y="123"/>
                  </a:cubicBezTo>
                  <a:cubicBezTo>
                    <a:pt x="7" y="161"/>
                    <a:pt x="38" y="187"/>
                    <a:pt x="77" y="187"/>
                  </a:cubicBezTo>
                  <a:cubicBezTo>
                    <a:pt x="421" y="155"/>
                    <a:pt x="769" y="140"/>
                    <a:pt x="1117" y="140"/>
                  </a:cubicBezTo>
                  <a:cubicBezTo>
                    <a:pt x="2250" y="140"/>
                    <a:pt x="3391" y="305"/>
                    <a:pt x="4468" y="627"/>
                  </a:cubicBezTo>
                  <a:cubicBezTo>
                    <a:pt x="4474" y="633"/>
                    <a:pt x="4481" y="633"/>
                    <a:pt x="4487" y="633"/>
                  </a:cubicBezTo>
                  <a:cubicBezTo>
                    <a:pt x="4512" y="633"/>
                    <a:pt x="4544" y="614"/>
                    <a:pt x="4551" y="582"/>
                  </a:cubicBezTo>
                  <a:cubicBezTo>
                    <a:pt x="4563" y="544"/>
                    <a:pt x="4544" y="506"/>
                    <a:pt x="4506" y="493"/>
                  </a:cubicBezTo>
                  <a:cubicBezTo>
                    <a:pt x="3409" y="169"/>
                    <a:pt x="224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76;p49">
              <a:extLst>
                <a:ext uri="{FF2B5EF4-FFF2-40B4-BE49-F238E27FC236}">
                  <a16:creationId xmlns:a16="http://schemas.microsoft.com/office/drawing/2014/main" id="{50A5A6AC-1120-FB18-9D80-FA295DEF9046}"/>
                </a:ext>
              </a:extLst>
            </p:cNvPr>
            <p:cNvSpPr/>
            <p:nvPr/>
          </p:nvSpPr>
          <p:spPr>
            <a:xfrm>
              <a:off x="4880926" y="3586723"/>
              <a:ext cx="268256" cy="51772"/>
            </a:xfrm>
            <a:custGeom>
              <a:avLst/>
              <a:gdLst/>
              <a:ahLst/>
              <a:cxnLst/>
              <a:rect l="l" t="t" r="r" b="b"/>
              <a:pathLst>
                <a:path w="4717" h="911" extrusionOk="0">
                  <a:moveTo>
                    <a:pt x="977" y="0"/>
                  </a:moveTo>
                  <a:cubicBezTo>
                    <a:pt x="660" y="0"/>
                    <a:pt x="356" y="25"/>
                    <a:pt x="64" y="76"/>
                  </a:cubicBezTo>
                  <a:cubicBezTo>
                    <a:pt x="26" y="82"/>
                    <a:pt x="0" y="120"/>
                    <a:pt x="7" y="158"/>
                  </a:cubicBezTo>
                  <a:cubicBezTo>
                    <a:pt x="13" y="193"/>
                    <a:pt x="44" y="217"/>
                    <a:pt x="78" y="217"/>
                  </a:cubicBezTo>
                  <a:cubicBezTo>
                    <a:pt x="82" y="217"/>
                    <a:pt x="86" y="216"/>
                    <a:pt x="90" y="216"/>
                  </a:cubicBezTo>
                  <a:cubicBezTo>
                    <a:pt x="377" y="165"/>
                    <a:pt x="676" y="140"/>
                    <a:pt x="990" y="140"/>
                  </a:cubicBezTo>
                  <a:cubicBezTo>
                    <a:pt x="1423" y="140"/>
                    <a:pt x="1883" y="187"/>
                    <a:pt x="2378" y="280"/>
                  </a:cubicBezTo>
                  <a:cubicBezTo>
                    <a:pt x="3136" y="433"/>
                    <a:pt x="3888" y="668"/>
                    <a:pt x="4615" y="904"/>
                  </a:cubicBezTo>
                  <a:cubicBezTo>
                    <a:pt x="4621" y="911"/>
                    <a:pt x="4634" y="911"/>
                    <a:pt x="4640" y="911"/>
                  </a:cubicBezTo>
                  <a:cubicBezTo>
                    <a:pt x="4666" y="911"/>
                    <a:pt x="4698" y="891"/>
                    <a:pt x="4704" y="860"/>
                  </a:cubicBezTo>
                  <a:cubicBezTo>
                    <a:pt x="4717" y="821"/>
                    <a:pt x="4698" y="783"/>
                    <a:pt x="4659" y="770"/>
                  </a:cubicBezTo>
                  <a:cubicBezTo>
                    <a:pt x="3926" y="534"/>
                    <a:pt x="3174" y="292"/>
                    <a:pt x="2403" y="146"/>
                  </a:cubicBezTo>
                  <a:cubicBezTo>
                    <a:pt x="1894" y="49"/>
                    <a:pt x="1422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677;p49">
              <a:extLst>
                <a:ext uri="{FF2B5EF4-FFF2-40B4-BE49-F238E27FC236}">
                  <a16:creationId xmlns:a16="http://schemas.microsoft.com/office/drawing/2014/main" id="{5BB3EB09-A4A2-9FF2-A2AA-6E7A497F5C1E}"/>
                </a:ext>
              </a:extLst>
            </p:cNvPr>
            <p:cNvSpPr/>
            <p:nvPr/>
          </p:nvSpPr>
          <p:spPr>
            <a:xfrm>
              <a:off x="4507232" y="2488868"/>
              <a:ext cx="667711" cy="795052"/>
            </a:xfrm>
            <a:custGeom>
              <a:avLst/>
              <a:gdLst/>
              <a:ahLst/>
              <a:cxnLst/>
              <a:rect l="l" t="t" r="r" b="b"/>
              <a:pathLst>
                <a:path w="11741" h="13990" extrusionOk="0">
                  <a:moveTo>
                    <a:pt x="7955" y="0"/>
                  </a:moveTo>
                  <a:cubicBezTo>
                    <a:pt x="7929" y="549"/>
                    <a:pt x="7955" y="1065"/>
                    <a:pt x="7929" y="1613"/>
                  </a:cubicBezTo>
                  <a:cubicBezTo>
                    <a:pt x="6922" y="2480"/>
                    <a:pt x="6023" y="3410"/>
                    <a:pt x="4927" y="4156"/>
                  </a:cubicBezTo>
                  <a:cubicBezTo>
                    <a:pt x="3283" y="5265"/>
                    <a:pt x="1645" y="6374"/>
                    <a:pt x="1" y="7489"/>
                  </a:cubicBezTo>
                  <a:cubicBezTo>
                    <a:pt x="797" y="8426"/>
                    <a:pt x="1543" y="9388"/>
                    <a:pt x="2340" y="10332"/>
                  </a:cubicBezTo>
                  <a:cubicBezTo>
                    <a:pt x="2722" y="10140"/>
                    <a:pt x="3104" y="9917"/>
                    <a:pt x="3487" y="9726"/>
                  </a:cubicBezTo>
                  <a:lnTo>
                    <a:pt x="3487" y="9726"/>
                  </a:lnTo>
                  <a:cubicBezTo>
                    <a:pt x="3563" y="11071"/>
                    <a:pt x="3557" y="12403"/>
                    <a:pt x="3378" y="13735"/>
                  </a:cubicBezTo>
                  <a:cubicBezTo>
                    <a:pt x="5947" y="13977"/>
                    <a:pt x="8534" y="13971"/>
                    <a:pt x="11116" y="13990"/>
                  </a:cubicBezTo>
                  <a:cubicBezTo>
                    <a:pt x="11447" y="10797"/>
                    <a:pt x="10861" y="7559"/>
                    <a:pt x="11422" y="4398"/>
                  </a:cubicBezTo>
                  <a:cubicBezTo>
                    <a:pt x="11517" y="3856"/>
                    <a:pt x="11645" y="3264"/>
                    <a:pt x="11740" y="2722"/>
                  </a:cubicBezTo>
                  <a:cubicBezTo>
                    <a:pt x="10950" y="1307"/>
                    <a:pt x="9548" y="313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678;p49">
              <a:extLst>
                <a:ext uri="{FF2B5EF4-FFF2-40B4-BE49-F238E27FC236}">
                  <a16:creationId xmlns:a16="http://schemas.microsoft.com/office/drawing/2014/main" id="{3262E1F1-5CC6-B024-CD50-74AA2C10D469}"/>
                </a:ext>
              </a:extLst>
            </p:cNvPr>
            <p:cNvSpPr/>
            <p:nvPr/>
          </p:nvSpPr>
          <p:spPr>
            <a:xfrm>
              <a:off x="4775830" y="2845803"/>
              <a:ext cx="247214" cy="233514"/>
            </a:xfrm>
            <a:custGeom>
              <a:avLst/>
              <a:gdLst/>
              <a:ahLst/>
              <a:cxnLst/>
              <a:rect l="l" t="t" r="r" b="b"/>
              <a:pathLst>
                <a:path w="4347" h="4109" extrusionOk="0">
                  <a:moveTo>
                    <a:pt x="2910" y="0"/>
                  </a:moveTo>
                  <a:cubicBezTo>
                    <a:pt x="2774" y="0"/>
                    <a:pt x="2639" y="27"/>
                    <a:pt x="2511" y="86"/>
                  </a:cubicBezTo>
                  <a:cubicBezTo>
                    <a:pt x="2148" y="246"/>
                    <a:pt x="1925" y="603"/>
                    <a:pt x="1919" y="1011"/>
                  </a:cubicBezTo>
                  <a:cubicBezTo>
                    <a:pt x="1763" y="734"/>
                    <a:pt x="1456" y="594"/>
                    <a:pt x="1146" y="594"/>
                  </a:cubicBezTo>
                  <a:cubicBezTo>
                    <a:pt x="935" y="594"/>
                    <a:pt x="722" y="659"/>
                    <a:pt x="555" y="788"/>
                  </a:cubicBezTo>
                  <a:cubicBezTo>
                    <a:pt x="134" y="1113"/>
                    <a:pt x="0" y="1731"/>
                    <a:pt x="140" y="2247"/>
                  </a:cubicBezTo>
                  <a:cubicBezTo>
                    <a:pt x="287" y="2763"/>
                    <a:pt x="663" y="3184"/>
                    <a:pt x="1103" y="3471"/>
                  </a:cubicBezTo>
                  <a:cubicBezTo>
                    <a:pt x="1543" y="3758"/>
                    <a:pt x="2040" y="3936"/>
                    <a:pt x="2537" y="4108"/>
                  </a:cubicBezTo>
                  <a:cubicBezTo>
                    <a:pt x="2996" y="3649"/>
                    <a:pt x="3620" y="3273"/>
                    <a:pt x="3926" y="2693"/>
                  </a:cubicBezTo>
                  <a:cubicBezTo>
                    <a:pt x="4232" y="2120"/>
                    <a:pt x="4347" y="1399"/>
                    <a:pt x="4086" y="800"/>
                  </a:cubicBezTo>
                  <a:cubicBezTo>
                    <a:pt x="3877" y="338"/>
                    <a:pt x="3390" y="0"/>
                    <a:pt x="2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679;p49">
              <a:extLst>
                <a:ext uri="{FF2B5EF4-FFF2-40B4-BE49-F238E27FC236}">
                  <a16:creationId xmlns:a16="http://schemas.microsoft.com/office/drawing/2014/main" id="{FA789A2F-4C2A-7D0F-A9DA-A8B102454FE1}"/>
                </a:ext>
              </a:extLst>
            </p:cNvPr>
            <p:cNvSpPr/>
            <p:nvPr/>
          </p:nvSpPr>
          <p:spPr>
            <a:xfrm>
              <a:off x="4723623" y="2601103"/>
              <a:ext cx="227651" cy="196404"/>
            </a:xfrm>
            <a:custGeom>
              <a:avLst/>
              <a:gdLst/>
              <a:ahLst/>
              <a:cxnLst/>
              <a:rect l="l" t="t" r="r" b="b"/>
              <a:pathLst>
                <a:path w="4003" h="3456" extrusionOk="0">
                  <a:moveTo>
                    <a:pt x="3804" y="0"/>
                  </a:moveTo>
                  <a:cubicBezTo>
                    <a:pt x="3800" y="0"/>
                    <a:pt x="3797" y="1"/>
                    <a:pt x="3793" y="1"/>
                  </a:cubicBezTo>
                  <a:cubicBezTo>
                    <a:pt x="3754" y="8"/>
                    <a:pt x="3729" y="46"/>
                    <a:pt x="3735" y="84"/>
                  </a:cubicBezTo>
                  <a:cubicBezTo>
                    <a:pt x="3799" y="447"/>
                    <a:pt x="3863" y="887"/>
                    <a:pt x="3824" y="1327"/>
                  </a:cubicBezTo>
                  <a:cubicBezTo>
                    <a:pt x="3793" y="1779"/>
                    <a:pt x="3652" y="2181"/>
                    <a:pt x="3436" y="2480"/>
                  </a:cubicBezTo>
                  <a:cubicBezTo>
                    <a:pt x="3104" y="2939"/>
                    <a:pt x="2524" y="3245"/>
                    <a:pt x="1887" y="3303"/>
                  </a:cubicBezTo>
                  <a:cubicBezTo>
                    <a:pt x="1801" y="3311"/>
                    <a:pt x="1713" y="3315"/>
                    <a:pt x="1623" y="3315"/>
                  </a:cubicBezTo>
                  <a:cubicBezTo>
                    <a:pt x="1153" y="3315"/>
                    <a:pt x="644" y="3202"/>
                    <a:pt x="109" y="2971"/>
                  </a:cubicBezTo>
                  <a:cubicBezTo>
                    <a:pt x="100" y="2966"/>
                    <a:pt x="91" y="2964"/>
                    <a:pt x="81" y="2964"/>
                  </a:cubicBezTo>
                  <a:cubicBezTo>
                    <a:pt x="55" y="2964"/>
                    <a:pt x="29" y="2981"/>
                    <a:pt x="20" y="3009"/>
                  </a:cubicBezTo>
                  <a:cubicBezTo>
                    <a:pt x="0" y="3041"/>
                    <a:pt x="20" y="3086"/>
                    <a:pt x="58" y="3099"/>
                  </a:cubicBezTo>
                  <a:cubicBezTo>
                    <a:pt x="606" y="3334"/>
                    <a:pt x="1135" y="3456"/>
                    <a:pt x="1626" y="3456"/>
                  </a:cubicBezTo>
                  <a:cubicBezTo>
                    <a:pt x="1721" y="3456"/>
                    <a:pt x="1810" y="3449"/>
                    <a:pt x="1900" y="3443"/>
                  </a:cubicBezTo>
                  <a:cubicBezTo>
                    <a:pt x="2582" y="3379"/>
                    <a:pt x="3194" y="3048"/>
                    <a:pt x="3544" y="2563"/>
                  </a:cubicBezTo>
                  <a:cubicBezTo>
                    <a:pt x="3780" y="2238"/>
                    <a:pt x="3926" y="1818"/>
                    <a:pt x="3965" y="1340"/>
                  </a:cubicBezTo>
                  <a:cubicBezTo>
                    <a:pt x="4003" y="881"/>
                    <a:pt x="3939" y="435"/>
                    <a:pt x="3875" y="59"/>
                  </a:cubicBezTo>
                  <a:cubicBezTo>
                    <a:pt x="3870" y="24"/>
                    <a:pt x="3838" y="0"/>
                    <a:pt x="3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680;p49">
              <a:extLst>
                <a:ext uri="{FF2B5EF4-FFF2-40B4-BE49-F238E27FC236}">
                  <a16:creationId xmlns:a16="http://schemas.microsoft.com/office/drawing/2014/main" id="{6E23C9D4-64F0-D774-BBBF-81F79527C5AE}"/>
                </a:ext>
              </a:extLst>
            </p:cNvPr>
            <p:cNvSpPr/>
            <p:nvPr/>
          </p:nvSpPr>
          <p:spPr>
            <a:xfrm>
              <a:off x="4955938" y="2510747"/>
              <a:ext cx="220087" cy="168671"/>
            </a:xfrm>
            <a:custGeom>
              <a:avLst/>
              <a:gdLst/>
              <a:ahLst/>
              <a:cxnLst/>
              <a:rect l="l" t="t" r="r" b="b"/>
              <a:pathLst>
                <a:path w="3870" h="2968" extrusionOk="0">
                  <a:moveTo>
                    <a:pt x="78" y="0"/>
                  </a:moveTo>
                  <a:cubicBezTo>
                    <a:pt x="49" y="0"/>
                    <a:pt x="24" y="17"/>
                    <a:pt x="14" y="42"/>
                  </a:cubicBezTo>
                  <a:cubicBezTo>
                    <a:pt x="1" y="81"/>
                    <a:pt x="20" y="119"/>
                    <a:pt x="58" y="132"/>
                  </a:cubicBezTo>
                  <a:cubicBezTo>
                    <a:pt x="1524" y="667"/>
                    <a:pt x="2831" y="1661"/>
                    <a:pt x="3736" y="2936"/>
                  </a:cubicBezTo>
                  <a:cubicBezTo>
                    <a:pt x="3748" y="2955"/>
                    <a:pt x="3767" y="2968"/>
                    <a:pt x="3793" y="2968"/>
                  </a:cubicBezTo>
                  <a:cubicBezTo>
                    <a:pt x="3806" y="2968"/>
                    <a:pt x="3818" y="2961"/>
                    <a:pt x="3831" y="2955"/>
                  </a:cubicBezTo>
                  <a:cubicBezTo>
                    <a:pt x="3863" y="2930"/>
                    <a:pt x="3869" y="2891"/>
                    <a:pt x="3850" y="2860"/>
                  </a:cubicBezTo>
                  <a:cubicBezTo>
                    <a:pt x="2933" y="1559"/>
                    <a:pt x="1600" y="546"/>
                    <a:pt x="103" y="4"/>
                  </a:cubicBezTo>
                  <a:cubicBezTo>
                    <a:pt x="95" y="2"/>
                    <a:pt x="86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681;p49">
              <a:extLst>
                <a:ext uri="{FF2B5EF4-FFF2-40B4-BE49-F238E27FC236}">
                  <a16:creationId xmlns:a16="http://schemas.microsoft.com/office/drawing/2014/main" id="{5CF03BAE-0233-FF03-8EA3-32D4E84A2527}"/>
                </a:ext>
              </a:extLst>
            </p:cNvPr>
            <p:cNvSpPr/>
            <p:nvPr/>
          </p:nvSpPr>
          <p:spPr>
            <a:xfrm>
              <a:off x="4529355" y="2893539"/>
              <a:ext cx="129095" cy="188278"/>
            </a:xfrm>
            <a:custGeom>
              <a:avLst/>
              <a:gdLst/>
              <a:ahLst/>
              <a:cxnLst/>
              <a:rect l="l" t="t" r="r" b="b"/>
              <a:pathLst>
                <a:path w="2270" h="3313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2135" y="3281"/>
                  </a:lnTo>
                  <a:cubicBezTo>
                    <a:pt x="2148" y="3300"/>
                    <a:pt x="2167" y="3313"/>
                    <a:pt x="2193" y="3313"/>
                  </a:cubicBezTo>
                  <a:cubicBezTo>
                    <a:pt x="2206" y="3313"/>
                    <a:pt x="2218" y="3306"/>
                    <a:pt x="2231" y="3300"/>
                  </a:cubicBezTo>
                  <a:cubicBezTo>
                    <a:pt x="2263" y="3281"/>
                    <a:pt x="2269" y="3236"/>
                    <a:pt x="2250" y="3204"/>
                  </a:cubicBezTo>
                  <a:lnTo>
                    <a:pt x="134" y="30"/>
                  </a:lnTo>
                  <a:cubicBezTo>
                    <a:pt x="122" y="10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682;p49">
              <a:extLst>
                <a:ext uri="{FF2B5EF4-FFF2-40B4-BE49-F238E27FC236}">
                  <a16:creationId xmlns:a16="http://schemas.microsoft.com/office/drawing/2014/main" id="{E226E005-8E21-6FB0-935F-6BF3081156FA}"/>
                </a:ext>
              </a:extLst>
            </p:cNvPr>
            <p:cNvSpPr/>
            <p:nvPr/>
          </p:nvSpPr>
          <p:spPr>
            <a:xfrm>
              <a:off x="4688819" y="2986054"/>
              <a:ext cx="21099" cy="60979"/>
            </a:xfrm>
            <a:custGeom>
              <a:avLst/>
              <a:gdLst/>
              <a:ahLst/>
              <a:cxnLst/>
              <a:rect l="l" t="t" r="r" b="b"/>
              <a:pathLst>
                <a:path w="371" h="1073" extrusionOk="0">
                  <a:moveTo>
                    <a:pt x="77" y="1"/>
                  </a:moveTo>
                  <a:cubicBezTo>
                    <a:pt x="73" y="1"/>
                    <a:pt x="68" y="1"/>
                    <a:pt x="64" y="2"/>
                  </a:cubicBezTo>
                  <a:cubicBezTo>
                    <a:pt x="26" y="8"/>
                    <a:pt x="1" y="47"/>
                    <a:pt x="7" y="85"/>
                  </a:cubicBezTo>
                  <a:lnTo>
                    <a:pt x="224" y="1022"/>
                  </a:lnTo>
                  <a:cubicBezTo>
                    <a:pt x="230" y="1054"/>
                    <a:pt x="262" y="1073"/>
                    <a:pt x="294" y="1073"/>
                  </a:cubicBezTo>
                  <a:lnTo>
                    <a:pt x="307" y="1073"/>
                  </a:lnTo>
                  <a:cubicBezTo>
                    <a:pt x="345" y="1060"/>
                    <a:pt x="370" y="1028"/>
                    <a:pt x="358" y="990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83;p49">
              <a:extLst>
                <a:ext uri="{FF2B5EF4-FFF2-40B4-BE49-F238E27FC236}">
                  <a16:creationId xmlns:a16="http://schemas.microsoft.com/office/drawing/2014/main" id="{A62AE650-28A3-22D8-8C9A-C5FD93894173}"/>
                </a:ext>
              </a:extLst>
            </p:cNvPr>
            <p:cNvSpPr/>
            <p:nvPr/>
          </p:nvSpPr>
          <p:spPr>
            <a:xfrm>
              <a:off x="4768209" y="3242859"/>
              <a:ext cx="380972" cy="16765"/>
            </a:xfrm>
            <a:custGeom>
              <a:avLst/>
              <a:gdLst/>
              <a:ahLst/>
              <a:cxnLst/>
              <a:rect l="l" t="t" r="r" b="b"/>
              <a:pathLst>
                <a:path w="6699" h="295" extrusionOk="0">
                  <a:moveTo>
                    <a:pt x="67" y="1"/>
                  </a:moveTo>
                  <a:cubicBezTo>
                    <a:pt x="33" y="1"/>
                    <a:pt x="6" y="31"/>
                    <a:pt x="0" y="66"/>
                  </a:cubicBezTo>
                  <a:cubicBezTo>
                    <a:pt x="0" y="104"/>
                    <a:pt x="26" y="136"/>
                    <a:pt x="64" y="142"/>
                  </a:cubicBezTo>
                  <a:cubicBezTo>
                    <a:pt x="1199" y="244"/>
                    <a:pt x="2333" y="295"/>
                    <a:pt x="3474" y="295"/>
                  </a:cubicBezTo>
                  <a:cubicBezTo>
                    <a:pt x="4532" y="295"/>
                    <a:pt x="5583" y="250"/>
                    <a:pt x="6629" y="161"/>
                  </a:cubicBezTo>
                  <a:cubicBezTo>
                    <a:pt x="6667" y="161"/>
                    <a:pt x="6699" y="123"/>
                    <a:pt x="6692" y="85"/>
                  </a:cubicBezTo>
                  <a:cubicBezTo>
                    <a:pt x="6692" y="46"/>
                    <a:pt x="6654" y="21"/>
                    <a:pt x="6622" y="21"/>
                  </a:cubicBezTo>
                  <a:cubicBezTo>
                    <a:pt x="5572" y="110"/>
                    <a:pt x="4514" y="155"/>
                    <a:pt x="3457" y="155"/>
                  </a:cubicBezTo>
                  <a:cubicBezTo>
                    <a:pt x="2326" y="155"/>
                    <a:pt x="1196" y="104"/>
                    <a:pt x="77" y="2"/>
                  </a:cubicBezTo>
                  <a:cubicBezTo>
                    <a:pt x="74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84;p49">
              <a:extLst>
                <a:ext uri="{FF2B5EF4-FFF2-40B4-BE49-F238E27FC236}">
                  <a16:creationId xmlns:a16="http://schemas.microsoft.com/office/drawing/2014/main" id="{A02141F5-623D-D325-9642-1C88872F9402}"/>
                </a:ext>
              </a:extLst>
            </p:cNvPr>
            <p:cNvSpPr/>
            <p:nvPr/>
          </p:nvSpPr>
          <p:spPr>
            <a:xfrm>
              <a:off x="4579002" y="2496256"/>
              <a:ext cx="113114" cy="88655"/>
            </a:xfrm>
            <a:custGeom>
              <a:avLst/>
              <a:gdLst/>
              <a:ahLst/>
              <a:cxnLst/>
              <a:rect l="l" t="t" r="r" b="b"/>
              <a:pathLst>
                <a:path w="1989" h="1560" extrusionOk="0">
                  <a:moveTo>
                    <a:pt x="897" y="1"/>
                  </a:moveTo>
                  <a:cubicBezTo>
                    <a:pt x="650" y="1"/>
                    <a:pt x="400" y="107"/>
                    <a:pt x="243" y="291"/>
                  </a:cubicBezTo>
                  <a:cubicBezTo>
                    <a:pt x="51" y="514"/>
                    <a:pt x="0" y="852"/>
                    <a:pt x="134" y="1113"/>
                  </a:cubicBezTo>
                  <a:cubicBezTo>
                    <a:pt x="284" y="1413"/>
                    <a:pt x="642" y="1560"/>
                    <a:pt x="980" y="1560"/>
                  </a:cubicBezTo>
                  <a:cubicBezTo>
                    <a:pt x="987" y="1560"/>
                    <a:pt x="994" y="1560"/>
                    <a:pt x="1001" y="1559"/>
                  </a:cubicBezTo>
                  <a:cubicBezTo>
                    <a:pt x="1345" y="1559"/>
                    <a:pt x="1670" y="1426"/>
                    <a:pt x="1989" y="1298"/>
                  </a:cubicBezTo>
                  <a:lnTo>
                    <a:pt x="1734" y="476"/>
                  </a:lnTo>
                  <a:cubicBezTo>
                    <a:pt x="1575" y="227"/>
                    <a:pt x="1313" y="49"/>
                    <a:pt x="1027" y="11"/>
                  </a:cubicBezTo>
                  <a:cubicBezTo>
                    <a:pt x="984" y="4"/>
                    <a:pt x="941" y="1"/>
                    <a:pt x="897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85;p49">
              <a:extLst>
                <a:ext uri="{FF2B5EF4-FFF2-40B4-BE49-F238E27FC236}">
                  <a16:creationId xmlns:a16="http://schemas.microsoft.com/office/drawing/2014/main" id="{8676D905-33E5-0F1C-7E27-DF672EE8BDAD}"/>
                </a:ext>
              </a:extLst>
            </p:cNvPr>
            <p:cNvSpPr/>
            <p:nvPr/>
          </p:nvSpPr>
          <p:spPr>
            <a:xfrm>
              <a:off x="4641332" y="2462443"/>
              <a:ext cx="232428" cy="201065"/>
            </a:xfrm>
            <a:custGeom>
              <a:avLst/>
              <a:gdLst/>
              <a:ahLst/>
              <a:cxnLst/>
              <a:rect l="l" t="t" r="r" b="b"/>
              <a:pathLst>
                <a:path w="4087" h="3538" extrusionOk="0">
                  <a:moveTo>
                    <a:pt x="2137" y="0"/>
                  </a:moveTo>
                  <a:cubicBezTo>
                    <a:pt x="1607" y="0"/>
                    <a:pt x="1074" y="210"/>
                    <a:pt x="702" y="587"/>
                  </a:cubicBezTo>
                  <a:cubicBezTo>
                    <a:pt x="173" y="1128"/>
                    <a:pt x="1" y="1982"/>
                    <a:pt x="275" y="2690"/>
                  </a:cubicBezTo>
                  <a:lnTo>
                    <a:pt x="593" y="3537"/>
                  </a:lnTo>
                  <a:lnTo>
                    <a:pt x="4086" y="1829"/>
                  </a:lnTo>
                  <a:cubicBezTo>
                    <a:pt x="4029" y="1077"/>
                    <a:pt x="3506" y="376"/>
                    <a:pt x="2792" y="115"/>
                  </a:cubicBezTo>
                  <a:cubicBezTo>
                    <a:pt x="2583" y="38"/>
                    <a:pt x="2360" y="0"/>
                    <a:pt x="2137" y="0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86;p49">
              <a:extLst>
                <a:ext uri="{FF2B5EF4-FFF2-40B4-BE49-F238E27FC236}">
                  <a16:creationId xmlns:a16="http://schemas.microsoft.com/office/drawing/2014/main" id="{C029CD75-304C-2E7D-00B8-883868ABAEF2}"/>
                </a:ext>
              </a:extLst>
            </p:cNvPr>
            <p:cNvSpPr/>
            <p:nvPr/>
          </p:nvSpPr>
          <p:spPr>
            <a:xfrm>
              <a:off x="4785612" y="2392034"/>
              <a:ext cx="113854" cy="118604"/>
            </a:xfrm>
            <a:custGeom>
              <a:avLst/>
              <a:gdLst/>
              <a:ahLst/>
              <a:cxnLst/>
              <a:rect l="l" t="t" r="r" b="b"/>
              <a:pathLst>
                <a:path w="2002" h="2087" extrusionOk="0">
                  <a:moveTo>
                    <a:pt x="1118" y="1"/>
                  </a:moveTo>
                  <a:cubicBezTo>
                    <a:pt x="1036" y="1"/>
                    <a:pt x="953" y="12"/>
                    <a:pt x="873" y="35"/>
                  </a:cubicBezTo>
                  <a:cubicBezTo>
                    <a:pt x="580" y="124"/>
                    <a:pt x="338" y="347"/>
                    <a:pt x="198" y="615"/>
                  </a:cubicBezTo>
                  <a:cubicBezTo>
                    <a:pt x="51" y="882"/>
                    <a:pt x="0" y="1195"/>
                    <a:pt x="7" y="1494"/>
                  </a:cubicBezTo>
                  <a:lnTo>
                    <a:pt x="727" y="2087"/>
                  </a:lnTo>
                  <a:cubicBezTo>
                    <a:pt x="1116" y="1947"/>
                    <a:pt x="1504" y="1743"/>
                    <a:pt x="1740" y="1399"/>
                  </a:cubicBezTo>
                  <a:cubicBezTo>
                    <a:pt x="1970" y="1054"/>
                    <a:pt x="2002" y="545"/>
                    <a:pt x="1715" y="245"/>
                  </a:cubicBezTo>
                  <a:cubicBezTo>
                    <a:pt x="1561" y="82"/>
                    <a:pt x="1340" y="1"/>
                    <a:pt x="1118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87;p49">
              <a:extLst>
                <a:ext uri="{FF2B5EF4-FFF2-40B4-BE49-F238E27FC236}">
                  <a16:creationId xmlns:a16="http://schemas.microsoft.com/office/drawing/2014/main" id="{14203127-955D-0353-C0A8-29F404A506C0}"/>
                </a:ext>
              </a:extLst>
            </p:cNvPr>
            <p:cNvSpPr/>
            <p:nvPr/>
          </p:nvSpPr>
          <p:spPr>
            <a:xfrm>
              <a:off x="4780152" y="2456931"/>
              <a:ext cx="72168" cy="51204"/>
            </a:xfrm>
            <a:custGeom>
              <a:avLst/>
              <a:gdLst/>
              <a:ahLst/>
              <a:cxnLst/>
              <a:rect l="l" t="t" r="r" b="b"/>
              <a:pathLst>
                <a:path w="1269" h="901" extrusionOk="0">
                  <a:moveTo>
                    <a:pt x="76" y="1"/>
                  </a:moveTo>
                  <a:cubicBezTo>
                    <a:pt x="72" y="1"/>
                    <a:pt x="68" y="1"/>
                    <a:pt x="64" y="2"/>
                  </a:cubicBezTo>
                  <a:cubicBezTo>
                    <a:pt x="26" y="2"/>
                    <a:pt x="1" y="40"/>
                    <a:pt x="1" y="78"/>
                  </a:cubicBezTo>
                  <a:cubicBezTo>
                    <a:pt x="39" y="346"/>
                    <a:pt x="192" y="601"/>
                    <a:pt x="421" y="747"/>
                  </a:cubicBezTo>
                  <a:cubicBezTo>
                    <a:pt x="574" y="849"/>
                    <a:pt x="759" y="900"/>
                    <a:pt x="938" y="900"/>
                  </a:cubicBezTo>
                  <a:cubicBezTo>
                    <a:pt x="1033" y="900"/>
                    <a:pt x="1122" y="888"/>
                    <a:pt x="1212" y="862"/>
                  </a:cubicBezTo>
                  <a:cubicBezTo>
                    <a:pt x="1244" y="849"/>
                    <a:pt x="1269" y="811"/>
                    <a:pt x="1256" y="773"/>
                  </a:cubicBezTo>
                  <a:cubicBezTo>
                    <a:pt x="1246" y="743"/>
                    <a:pt x="1220" y="724"/>
                    <a:pt x="1191" y="724"/>
                  </a:cubicBezTo>
                  <a:cubicBezTo>
                    <a:pt x="1183" y="724"/>
                    <a:pt x="1175" y="726"/>
                    <a:pt x="1167" y="728"/>
                  </a:cubicBezTo>
                  <a:cubicBezTo>
                    <a:pt x="1093" y="752"/>
                    <a:pt x="1015" y="763"/>
                    <a:pt x="938" y="763"/>
                  </a:cubicBezTo>
                  <a:cubicBezTo>
                    <a:pt x="784" y="763"/>
                    <a:pt x="630" y="718"/>
                    <a:pt x="498" y="633"/>
                  </a:cubicBezTo>
                  <a:cubicBezTo>
                    <a:pt x="300" y="505"/>
                    <a:pt x="166" y="295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88;p49">
              <a:extLst>
                <a:ext uri="{FF2B5EF4-FFF2-40B4-BE49-F238E27FC236}">
                  <a16:creationId xmlns:a16="http://schemas.microsoft.com/office/drawing/2014/main" id="{5E75F502-ACA6-F4EB-A7E1-2BB72A7DDB48}"/>
                </a:ext>
              </a:extLst>
            </p:cNvPr>
            <p:cNvSpPr/>
            <p:nvPr/>
          </p:nvSpPr>
          <p:spPr>
            <a:xfrm>
              <a:off x="4641332" y="2508019"/>
              <a:ext cx="29800" cy="81210"/>
            </a:xfrm>
            <a:custGeom>
              <a:avLst/>
              <a:gdLst/>
              <a:ahLst/>
              <a:cxnLst/>
              <a:rect l="l" t="t" r="r" b="b"/>
              <a:pathLst>
                <a:path w="524" h="1429" extrusionOk="0">
                  <a:moveTo>
                    <a:pt x="447" y="0"/>
                  </a:moveTo>
                  <a:cubicBezTo>
                    <a:pt x="424" y="0"/>
                    <a:pt x="402" y="13"/>
                    <a:pt x="389" y="33"/>
                  </a:cubicBezTo>
                  <a:cubicBezTo>
                    <a:pt x="128" y="422"/>
                    <a:pt x="1" y="900"/>
                    <a:pt x="45" y="1365"/>
                  </a:cubicBezTo>
                  <a:cubicBezTo>
                    <a:pt x="45" y="1403"/>
                    <a:pt x="77" y="1429"/>
                    <a:pt x="115" y="1429"/>
                  </a:cubicBezTo>
                  <a:lnTo>
                    <a:pt x="122" y="1429"/>
                  </a:lnTo>
                  <a:cubicBezTo>
                    <a:pt x="160" y="1429"/>
                    <a:pt x="186" y="1397"/>
                    <a:pt x="186" y="1359"/>
                  </a:cubicBezTo>
                  <a:cubicBezTo>
                    <a:pt x="147" y="919"/>
                    <a:pt x="262" y="473"/>
                    <a:pt x="504" y="110"/>
                  </a:cubicBezTo>
                  <a:cubicBezTo>
                    <a:pt x="523" y="78"/>
                    <a:pt x="517" y="33"/>
                    <a:pt x="485" y="14"/>
                  </a:cubicBezTo>
                  <a:cubicBezTo>
                    <a:pt x="473" y="5"/>
                    <a:pt x="460" y="0"/>
                    <a:pt x="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89;p49">
              <a:extLst>
                <a:ext uri="{FF2B5EF4-FFF2-40B4-BE49-F238E27FC236}">
                  <a16:creationId xmlns:a16="http://schemas.microsoft.com/office/drawing/2014/main" id="{7D74C28D-E715-D0BF-1251-A2492FC210F3}"/>
                </a:ext>
              </a:extLst>
            </p:cNvPr>
            <p:cNvSpPr/>
            <p:nvPr/>
          </p:nvSpPr>
          <p:spPr>
            <a:xfrm>
              <a:off x="4757688" y="2609855"/>
              <a:ext cx="175103" cy="167933"/>
            </a:xfrm>
            <a:custGeom>
              <a:avLst/>
              <a:gdLst/>
              <a:ahLst/>
              <a:cxnLst/>
              <a:rect l="l" t="t" r="r" b="b"/>
              <a:pathLst>
                <a:path w="3079" h="2955" extrusionOk="0">
                  <a:moveTo>
                    <a:pt x="1613" y="0"/>
                  </a:moveTo>
                  <a:cubicBezTo>
                    <a:pt x="1141" y="542"/>
                    <a:pt x="727" y="1122"/>
                    <a:pt x="255" y="1664"/>
                  </a:cubicBezTo>
                  <a:cubicBezTo>
                    <a:pt x="319" y="1874"/>
                    <a:pt x="377" y="2078"/>
                    <a:pt x="434" y="2288"/>
                  </a:cubicBezTo>
                  <a:cubicBezTo>
                    <a:pt x="294" y="2422"/>
                    <a:pt x="141" y="2556"/>
                    <a:pt x="1" y="2690"/>
                  </a:cubicBezTo>
                  <a:cubicBezTo>
                    <a:pt x="310" y="2864"/>
                    <a:pt x="652" y="2954"/>
                    <a:pt x="991" y="2954"/>
                  </a:cubicBezTo>
                  <a:cubicBezTo>
                    <a:pt x="1384" y="2954"/>
                    <a:pt x="1772" y="2832"/>
                    <a:pt x="2097" y="2575"/>
                  </a:cubicBezTo>
                  <a:cubicBezTo>
                    <a:pt x="2703" y="2091"/>
                    <a:pt x="3079" y="1122"/>
                    <a:pt x="2856" y="383"/>
                  </a:cubicBezTo>
                  <a:lnTo>
                    <a:pt x="2856" y="383"/>
                  </a:lnTo>
                  <a:cubicBezTo>
                    <a:pt x="2677" y="516"/>
                    <a:pt x="2505" y="638"/>
                    <a:pt x="2327" y="771"/>
                  </a:cubicBezTo>
                  <a:cubicBezTo>
                    <a:pt x="2078" y="497"/>
                    <a:pt x="1862" y="274"/>
                    <a:pt x="161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90;p49">
              <a:extLst>
                <a:ext uri="{FF2B5EF4-FFF2-40B4-BE49-F238E27FC236}">
                  <a16:creationId xmlns:a16="http://schemas.microsoft.com/office/drawing/2014/main" id="{77EA8BAC-4D49-C9B1-F04A-D56108DD4E64}"/>
                </a:ext>
              </a:extLst>
            </p:cNvPr>
            <p:cNvSpPr/>
            <p:nvPr/>
          </p:nvSpPr>
          <p:spPr>
            <a:xfrm>
              <a:off x="4640252" y="2549333"/>
              <a:ext cx="238570" cy="176855"/>
            </a:xfrm>
            <a:custGeom>
              <a:avLst/>
              <a:gdLst/>
              <a:ahLst/>
              <a:cxnLst/>
              <a:rect l="l" t="t" r="r" b="b"/>
              <a:pathLst>
                <a:path w="4195" h="3112" extrusionOk="0">
                  <a:moveTo>
                    <a:pt x="3667" y="1"/>
                  </a:moveTo>
                  <a:cubicBezTo>
                    <a:pt x="3466" y="1"/>
                    <a:pt x="3264" y="164"/>
                    <a:pt x="3257" y="370"/>
                  </a:cubicBezTo>
                  <a:cubicBezTo>
                    <a:pt x="3149" y="154"/>
                    <a:pt x="2760" y="58"/>
                    <a:pt x="2518" y="52"/>
                  </a:cubicBezTo>
                  <a:cubicBezTo>
                    <a:pt x="2327" y="52"/>
                    <a:pt x="2142" y="128"/>
                    <a:pt x="1957" y="179"/>
                  </a:cubicBezTo>
                  <a:cubicBezTo>
                    <a:pt x="1815" y="217"/>
                    <a:pt x="1680" y="235"/>
                    <a:pt x="1546" y="235"/>
                  </a:cubicBezTo>
                  <a:cubicBezTo>
                    <a:pt x="1345" y="235"/>
                    <a:pt x="1148" y="195"/>
                    <a:pt x="937" y="122"/>
                  </a:cubicBezTo>
                  <a:cubicBezTo>
                    <a:pt x="886" y="402"/>
                    <a:pt x="670" y="664"/>
                    <a:pt x="389" y="715"/>
                  </a:cubicBezTo>
                  <a:cubicBezTo>
                    <a:pt x="421" y="950"/>
                    <a:pt x="459" y="1250"/>
                    <a:pt x="485" y="1486"/>
                  </a:cubicBezTo>
                  <a:cubicBezTo>
                    <a:pt x="453" y="1438"/>
                    <a:pt x="397" y="1416"/>
                    <a:pt x="340" y="1416"/>
                  </a:cubicBezTo>
                  <a:cubicBezTo>
                    <a:pt x="304" y="1416"/>
                    <a:pt x="268" y="1424"/>
                    <a:pt x="236" y="1441"/>
                  </a:cubicBezTo>
                  <a:cubicBezTo>
                    <a:pt x="154" y="1486"/>
                    <a:pt x="103" y="1569"/>
                    <a:pt x="77" y="1658"/>
                  </a:cubicBezTo>
                  <a:cubicBezTo>
                    <a:pt x="1" y="1887"/>
                    <a:pt x="71" y="2149"/>
                    <a:pt x="236" y="2314"/>
                  </a:cubicBezTo>
                  <a:cubicBezTo>
                    <a:pt x="358" y="2431"/>
                    <a:pt x="527" y="2494"/>
                    <a:pt x="695" y="2494"/>
                  </a:cubicBezTo>
                  <a:cubicBezTo>
                    <a:pt x="764" y="2494"/>
                    <a:pt x="834" y="2483"/>
                    <a:pt x="899" y="2461"/>
                  </a:cubicBezTo>
                  <a:cubicBezTo>
                    <a:pt x="1065" y="2882"/>
                    <a:pt x="1537" y="3105"/>
                    <a:pt x="1989" y="3111"/>
                  </a:cubicBezTo>
                  <a:cubicBezTo>
                    <a:pt x="2001" y="3111"/>
                    <a:pt x="2012" y="3112"/>
                    <a:pt x="2024" y="3112"/>
                  </a:cubicBezTo>
                  <a:cubicBezTo>
                    <a:pt x="2458" y="3112"/>
                    <a:pt x="2882" y="2879"/>
                    <a:pt x="3162" y="2544"/>
                  </a:cubicBezTo>
                  <a:cubicBezTo>
                    <a:pt x="3366" y="2302"/>
                    <a:pt x="3500" y="2008"/>
                    <a:pt x="3576" y="1709"/>
                  </a:cubicBezTo>
                  <a:cubicBezTo>
                    <a:pt x="3621" y="1543"/>
                    <a:pt x="3633" y="1492"/>
                    <a:pt x="3735" y="1371"/>
                  </a:cubicBezTo>
                  <a:cubicBezTo>
                    <a:pt x="3850" y="1244"/>
                    <a:pt x="3971" y="1135"/>
                    <a:pt x="4054" y="976"/>
                  </a:cubicBezTo>
                  <a:cubicBezTo>
                    <a:pt x="4150" y="791"/>
                    <a:pt x="4194" y="574"/>
                    <a:pt x="4131" y="377"/>
                  </a:cubicBezTo>
                  <a:cubicBezTo>
                    <a:pt x="4067" y="179"/>
                    <a:pt x="3888" y="14"/>
                    <a:pt x="3678" y="1"/>
                  </a:cubicBezTo>
                  <a:cubicBezTo>
                    <a:pt x="3674" y="1"/>
                    <a:pt x="3670" y="1"/>
                    <a:pt x="366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91;p49">
              <a:extLst>
                <a:ext uri="{FF2B5EF4-FFF2-40B4-BE49-F238E27FC236}">
                  <a16:creationId xmlns:a16="http://schemas.microsoft.com/office/drawing/2014/main" id="{22C755DC-F4BB-E4E5-9E22-8D360BD93E57}"/>
                </a:ext>
              </a:extLst>
            </p:cNvPr>
            <p:cNvSpPr/>
            <p:nvPr/>
          </p:nvSpPr>
          <p:spPr>
            <a:xfrm>
              <a:off x="4696439" y="26290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5"/>
                  </a:cubicBezTo>
                  <a:cubicBezTo>
                    <a:pt x="0" y="218"/>
                    <a:pt x="64" y="275"/>
                    <a:pt x="141" y="275"/>
                  </a:cubicBezTo>
                  <a:cubicBezTo>
                    <a:pt x="217" y="275"/>
                    <a:pt x="281" y="218"/>
                    <a:pt x="281" y="135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92;p49">
              <a:extLst>
                <a:ext uri="{FF2B5EF4-FFF2-40B4-BE49-F238E27FC236}">
                  <a16:creationId xmlns:a16="http://schemas.microsoft.com/office/drawing/2014/main" id="{2AD46871-AA43-912C-8104-7108B67F559E}"/>
                </a:ext>
              </a:extLst>
            </p:cNvPr>
            <p:cNvSpPr/>
            <p:nvPr/>
          </p:nvSpPr>
          <p:spPr>
            <a:xfrm>
              <a:off x="4777991" y="25928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4"/>
                  </a:cubicBezTo>
                  <a:cubicBezTo>
                    <a:pt x="0" y="217"/>
                    <a:pt x="64" y="275"/>
                    <a:pt x="141" y="275"/>
                  </a:cubicBezTo>
                  <a:cubicBezTo>
                    <a:pt x="217" y="275"/>
                    <a:pt x="281" y="217"/>
                    <a:pt x="281" y="134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93;p49">
              <a:extLst>
                <a:ext uri="{FF2B5EF4-FFF2-40B4-BE49-F238E27FC236}">
                  <a16:creationId xmlns:a16="http://schemas.microsoft.com/office/drawing/2014/main" id="{EB7018A4-D9F6-BFEC-2B05-5343AF460503}"/>
                </a:ext>
              </a:extLst>
            </p:cNvPr>
            <p:cNvSpPr/>
            <p:nvPr/>
          </p:nvSpPr>
          <p:spPr>
            <a:xfrm>
              <a:off x="4663796" y="2591386"/>
              <a:ext cx="42141" cy="30802"/>
            </a:xfrm>
            <a:custGeom>
              <a:avLst/>
              <a:gdLst/>
              <a:ahLst/>
              <a:cxnLst/>
              <a:rect l="l" t="t" r="r" b="b"/>
              <a:pathLst>
                <a:path w="741" h="542" extrusionOk="0">
                  <a:moveTo>
                    <a:pt x="670" y="0"/>
                  </a:moveTo>
                  <a:cubicBezTo>
                    <a:pt x="390" y="0"/>
                    <a:pt x="122" y="185"/>
                    <a:pt x="14" y="440"/>
                  </a:cubicBezTo>
                  <a:cubicBezTo>
                    <a:pt x="1" y="478"/>
                    <a:pt x="14" y="516"/>
                    <a:pt x="52" y="535"/>
                  </a:cubicBezTo>
                  <a:cubicBezTo>
                    <a:pt x="58" y="535"/>
                    <a:pt x="71" y="542"/>
                    <a:pt x="77" y="542"/>
                  </a:cubicBezTo>
                  <a:cubicBezTo>
                    <a:pt x="103" y="542"/>
                    <a:pt x="128" y="523"/>
                    <a:pt x="141" y="497"/>
                  </a:cubicBezTo>
                  <a:cubicBezTo>
                    <a:pt x="230" y="287"/>
                    <a:pt x="447" y="140"/>
                    <a:pt x="670" y="140"/>
                  </a:cubicBezTo>
                  <a:cubicBezTo>
                    <a:pt x="708" y="134"/>
                    <a:pt x="740" y="102"/>
                    <a:pt x="740" y="64"/>
                  </a:cubicBezTo>
                  <a:cubicBezTo>
                    <a:pt x="740" y="26"/>
                    <a:pt x="708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94;p49">
              <a:extLst>
                <a:ext uri="{FF2B5EF4-FFF2-40B4-BE49-F238E27FC236}">
                  <a16:creationId xmlns:a16="http://schemas.microsoft.com/office/drawing/2014/main" id="{D91FF1C7-0824-4732-FC41-6F45F0251C40}"/>
                </a:ext>
              </a:extLst>
            </p:cNvPr>
            <p:cNvSpPr/>
            <p:nvPr/>
          </p:nvSpPr>
          <p:spPr>
            <a:xfrm>
              <a:off x="4744267" y="2561096"/>
              <a:ext cx="49363" cy="25233"/>
            </a:xfrm>
            <a:custGeom>
              <a:avLst/>
              <a:gdLst/>
              <a:ahLst/>
              <a:cxnLst/>
              <a:rect l="l" t="t" r="r" b="b"/>
              <a:pathLst>
                <a:path w="868" h="444" extrusionOk="0">
                  <a:moveTo>
                    <a:pt x="655" y="1"/>
                  </a:moveTo>
                  <a:cubicBezTo>
                    <a:pt x="404" y="1"/>
                    <a:pt x="157" y="124"/>
                    <a:pt x="20" y="336"/>
                  </a:cubicBezTo>
                  <a:cubicBezTo>
                    <a:pt x="1" y="367"/>
                    <a:pt x="7" y="412"/>
                    <a:pt x="39" y="431"/>
                  </a:cubicBezTo>
                  <a:cubicBezTo>
                    <a:pt x="52" y="438"/>
                    <a:pt x="64" y="444"/>
                    <a:pt x="77" y="444"/>
                  </a:cubicBezTo>
                  <a:cubicBezTo>
                    <a:pt x="96" y="444"/>
                    <a:pt x="122" y="431"/>
                    <a:pt x="135" y="412"/>
                  </a:cubicBezTo>
                  <a:cubicBezTo>
                    <a:pt x="246" y="242"/>
                    <a:pt x="456" y="138"/>
                    <a:pt x="659" y="138"/>
                  </a:cubicBezTo>
                  <a:cubicBezTo>
                    <a:pt x="699" y="138"/>
                    <a:pt x="739" y="142"/>
                    <a:pt x="778" y="151"/>
                  </a:cubicBezTo>
                  <a:cubicBezTo>
                    <a:pt x="783" y="152"/>
                    <a:pt x="788" y="152"/>
                    <a:pt x="793" y="152"/>
                  </a:cubicBezTo>
                  <a:cubicBezTo>
                    <a:pt x="826" y="152"/>
                    <a:pt x="856" y="133"/>
                    <a:pt x="861" y="100"/>
                  </a:cubicBezTo>
                  <a:cubicBezTo>
                    <a:pt x="868" y="61"/>
                    <a:pt x="848" y="23"/>
                    <a:pt x="810" y="17"/>
                  </a:cubicBezTo>
                  <a:cubicBezTo>
                    <a:pt x="759" y="6"/>
                    <a:pt x="707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95;p49">
              <a:extLst>
                <a:ext uri="{FF2B5EF4-FFF2-40B4-BE49-F238E27FC236}">
                  <a16:creationId xmlns:a16="http://schemas.microsoft.com/office/drawing/2014/main" id="{67BF336A-92B7-1B51-6AF5-9134DAA2A68B}"/>
                </a:ext>
              </a:extLst>
            </p:cNvPr>
            <p:cNvSpPr/>
            <p:nvPr/>
          </p:nvSpPr>
          <p:spPr>
            <a:xfrm>
              <a:off x="4731585" y="2618322"/>
              <a:ext cx="28321" cy="40463"/>
            </a:xfrm>
            <a:custGeom>
              <a:avLst/>
              <a:gdLst/>
              <a:ahLst/>
              <a:cxnLst/>
              <a:rect l="l" t="t" r="r" b="b"/>
              <a:pathLst>
                <a:path w="498" h="712" extrusionOk="0">
                  <a:moveTo>
                    <a:pt x="85" y="1"/>
                  </a:moveTo>
                  <a:cubicBezTo>
                    <a:pt x="78" y="1"/>
                    <a:pt x="71" y="2"/>
                    <a:pt x="64" y="4"/>
                  </a:cubicBezTo>
                  <a:cubicBezTo>
                    <a:pt x="26" y="11"/>
                    <a:pt x="1" y="49"/>
                    <a:pt x="13" y="87"/>
                  </a:cubicBezTo>
                  <a:cubicBezTo>
                    <a:pt x="52" y="265"/>
                    <a:pt x="45" y="450"/>
                    <a:pt x="1" y="629"/>
                  </a:cubicBezTo>
                  <a:cubicBezTo>
                    <a:pt x="1" y="648"/>
                    <a:pt x="1" y="673"/>
                    <a:pt x="20" y="692"/>
                  </a:cubicBezTo>
                  <a:cubicBezTo>
                    <a:pt x="33" y="705"/>
                    <a:pt x="52" y="712"/>
                    <a:pt x="71" y="712"/>
                  </a:cubicBezTo>
                  <a:lnTo>
                    <a:pt x="84" y="712"/>
                  </a:lnTo>
                  <a:lnTo>
                    <a:pt x="440" y="648"/>
                  </a:lnTo>
                  <a:cubicBezTo>
                    <a:pt x="479" y="641"/>
                    <a:pt x="498" y="610"/>
                    <a:pt x="498" y="571"/>
                  </a:cubicBezTo>
                  <a:cubicBezTo>
                    <a:pt x="492" y="537"/>
                    <a:pt x="461" y="513"/>
                    <a:pt x="427" y="513"/>
                  </a:cubicBezTo>
                  <a:cubicBezTo>
                    <a:pt x="423" y="513"/>
                    <a:pt x="419" y="513"/>
                    <a:pt x="415" y="514"/>
                  </a:cubicBezTo>
                  <a:lnTo>
                    <a:pt x="160" y="559"/>
                  </a:lnTo>
                  <a:cubicBezTo>
                    <a:pt x="185" y="393"/>
                    <a:pt x="185" y="221"/>
                    <a:pt x="147" y="55"/>
                  </a:cubicBezTo>
                  <a:cubicBezTo>
                    <a:pt x="142" y="24"/>
                    <a:pt x="11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96;p49">
              <a:extLst>
                <a:ext uri="{FF2B5EF4-FFF2-40B4-BE49-F238E27FC236}">
                  <a16:creationId xmlns:a16="http://schemas.microsoft.com/office/drawing/2014/main" id="{2450B4B2-764D-BBED-0921-D3009E9F303E}"/>
                </a:ext>
              </a:extLst>
            </p:cNvPr>
            <p:cNvSpPr/>
            <p:nvPr/>
          </p:nvSpPr>
          <p:spPr>
            <a:xfrm>
              <a:off x="4747566" y="2645997"/>
              <a:ext cx="41003" cy="31597"/>
            </a:xfrm>
            <a:custGeom>
              <a:avLst/>
              <a:gdLst/>
              <a:ahLst/>
              <a:cxnLst/>
              <a:rect l="l" t="t" r="r" b="b"/>
              <a:pathLst>
                <a:path w="721" h="556" extrusionOk="0">
                  <a:moveTo>
                    <a:pt x="641" y="1"/>
                  </a:moveTo>
                  <a:cubicBezTo>
                    <a:pt x="638" y="1"/>
                    <a:pt x="634" y="1"/>
                    <a:pt x="631" y="2"/>
                  </a:cubicBezTo>
                  <a:cubicBezTo>
                    <a:pt x="593" y="2"/>
                    <a:pt x="561" y="40"/>
                    <a:pt x="567" y="78"/>
                  </a:cubicBezTo>
                  <a:cubicBezTo>
                    <a:pt x="580" y="186"/>
                    <a:pt x="523" y="301"/>
                    <a:pt x="433" y="365"/>
                  </a:cubicBezTo>
                  <a:cubicBezTo>
                    <a:pt x="380" y="400"/>
                    <a:pt x="317" y="418"/>
                    <a:pt x="256" y="418"/>
                  </a:cubicBezTo>
                  <a:cubicBezTo>
                    <a:pt x="206" y="418"/>
                    <a:pt x="157" y="407"/>
                    <a:pt x="115" y="384"/>
                  </a:cubicBezTo>
                  <a:cubicBezTo>
                    <a:pt x="103" y="378"/>
                    <a:pt x="90" y="375"/>
                    <a:pt x="79" y="375"/>
                  </a:cubicBezTo>
                  <a:cubicBezTo>
                    <a:pt x="54" y="375"/>
                    <a:pt x="32" y="388"/>
                    <a:pt x="19" y="409"/>
                  </a:cubicBezTo>
                  <a:cubicBezTo>
                    <a:pt x="0" y="448"/>
                    <a:pt x="13" y="486"/>
                    <a:pt x="51" y="505"/>
                  </a:cubicBezTo>
                  <a:cubicBezTo>
                    <a:pt x="115" y="537"/>
                    <a:pt x="185" y="556"/>
                    <a:pt x="255" y="556"/>
                  </a:cubicBezTo>
                  <a:cubicBezTo>
                    <a:pt x="344" y="556"/>
                    <a:pt x="433" y="530"/>
                    <a:pt x="510" y="480"/>
                  </a:cubicBezTo>
                  <a:cubicBezTo>
                    <a:pt x="644" y="390"/>
                    <a:pt x="720" y="225"/>
                    <a:pt x="708" y="65"/>
                  </a:cubicBezTo>
                  <a:cubicBezTo>
                    <a:pt x="702" y="30"/>
                    <a:pt x="675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697;p49">
              <a:extLst>
                <a:ext uri="{FF2B5EF4-FFF2-40B4-BE49-F238E27FC236}">
                  <a16:creationId xmlns:a16="http://schemas.microsoft.com/office/drawing/2014/main" id="{93BFBD6C-4300-1261-1CD6-6F032B681D2D}"/>
                </a:ext>
              </a:extLst>
            </p:cNvPr>
            <p:cNvSpPr/>
            <p:nvPr/>
          </p:nvSpPr>
          <p:spPr>
            <a:xfrm>
              <a:off x="4662715" y="2630995"/>
              <a:ext cx="29800" cy="61490"/>
            </a:xfrm>
            <a:custGeom>
              <a:avLst/>
              <a:gdLst/>
              <a:ahLst/>
              <a:cxnLst/>
              <a:rect l="l" t="t" r="r" b="b"/>
              <a:pathLst>
                <a:path w="524" h="1082" extrusionOk="0">
                  <a:moveTo>
                    <a:pt x="76" y="0"/>
                  </a:moveTo>
                  <a:cubicBezTo>
                    <a:pt x="68" y="0"/>
                    <a:pt x="60" y="1"/>
                    <a:pt x="52" y="4"/>
                  </a:cubicBezTo>
                  <a:cubicBezTo>
                    <a:pt x="13" y="17"/>
                    <a:pt x="1" y="62"/>
                    <a:pt x="13" y="93"/>
                  </a:cubicBezTo>
                  <a:lnTo>
                    <a:pt x="377" y="1037"/>
                  </a:lnTo>
                  <a:cubicBezTo>
                    <a:pt x="389" y="1069"/>
                    <a:pt x="415" y="1081"/>
                    <a:pt x="440" y="1081"/>
                  </a:cubicBezTo>
                  <a:lnTo>
                    <a:pt x="466" y="1081"/>
                  </a:lnTo>
                  <a:cubicBezTo>
                    <a:pt x="504" y="1062"/>
                    <a:pt x="523" y="1024"/>
                    <a:pt x="511" y="986"/>
                  </a:cubicBezTo>
                  <a:lnTo>
                    <a:pt x="141" y="42"/>
                  </a:lnTo>
                  <a:cubicBezTo>
                    <a:pt x="131" y="17"/>
                    <a:pt x="105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698;p49">
              <a:extLst>
                <a:ext uri="{FF2B5EF4-FFF2-40B4-BE49-F238E27FC236}">
                  <a16:creationId xmlns:a16="http://schemas.microsoft.com/office/drawing/2014/main" id="{DF0C029B-D0B7-C71F-60A5-C2AA93FBADD2}"/>
                </a:ext>
              </a:extLst>
            </p:cNvPr>
            <p:cNvSpPr/>
            <p:nvPr/>
          </p:nvSpPr>
          <p:spPr>
            <a:xfrm>
              <a:off x="4652592" y="2647361"/>
              <a:ext cx="26160" cy="16140"/>
            </a:xfrm>
            <a:custGeom>
              <a:avLst/>
              <a:gdLst/>
              <a:ahLst/>
              <a:cxnLst/>
              <a:rect l="l" t="t" r="r" b="b"/>
              <a:pathLst>
                <a:path w="460" h="284" extrusionOk="0">
                  <a:moveTo>
                    <a:pt x="74" y="1"/>
                  </a:moveTo>
                  <a:cubicBezTo>
                    <a:pt x="49" y="1"/>
                    <a:pt x="26" y="15"/>
                    <a:pt x="13" y="41"/>
                  </a:cubicBezTo>
                  <a:cubicBezTo>
                    <a:pt x="0" y="73"/>
                    <a:pt x="13" y="118"/>
                    <a:pt x="51" y="130"/>
                  </a:cubicBezTo>
                  <a:lnTo>
                    <a:pt x="351" y="277"/>
                  </a:lnTo>
                  <a:cubicBezTo>
                    <a:pt x="364" y="277"/>
                    <a:pt x="370" y="283"/>
                    <a:pt x="383" y="283"/>
                  </a:cubicBezTo>
                  <a:cubicBezTo>
                    <a:pt x="408" y="283"/>
                    <a:pt x="434" y="264"/>
                    <a:pt x="446" y="239"/>
                  </a:cubicBezTo>
                  <a:cubicBezTo>
                    <a:pt x="459" y="207"/>
                    <a:pt x="446" y="169"/>
                    <a:pt x="408" y="150"/>
                  </a:cubicBezTo>
                  <a:lnTo>
                    <a:pt x="109" y="9"/>
                  </a:lnTo>
                  <a:cubicBezTo>
                    <a:pt x="97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699;p49">
              <a:extLst>
                <a:ext uri="{FF2B5EF4-FFF2-40B4-BE49-F238E27FC236}">
                  <a16:creationId xmlns:a16="http://schemas.microsoft.com/office/drawing/2014/main" id="{60180D4D-1E6C-2FD0-104E-39A87AA0ADFC}"/>
                </a:ext>
              </a:extLst>
            </p:cNvPr>
            <p:cNvSpPr/>
            <p:nvPr/>
          </p:nvSpPr>
          <p:spPr>
            <a:xfrm>
              <a:off x="4837079" y="2557175"/>
              <a:ext cx="23260" cy="33132"/>
            </a:xfrm>
            <a:custGeom>
              <a:avLst/>
              <a:gdLst/>
              <a:ahLst/>
              <a:cxnLst/>
              <a:rect l="l" t="t" r="r" b="b"/>
              <a:pathLst>
                <a:path w="409" h="583" extrusionOk="0">
                  <a:moveTo>
                    <a:pt x="331" y="1"/>
                  </a:moveTo>
                  <a:cubicBezTo>
                    <a:pt x="307" y="1"/>
                    <a:pt x="281" y="15"/>
                    <a:pt x="268" y="41"/>
                  </a:cubicBezTo>
                  <a:lnTo>
                    <a:pt x="19" y="481"/>
                  </a:lnTo>
                  <a:cubicBezTo>
                    <a:pt x="0" y="513"/>
                    <a:pt x="13" y="558"/>
                    <a:pt x="45" y="577"/>
                  </a:cubicBezTo>
                  <a:cubicBezTo>
                    <a:pt x="58" y="583"/>
                    <a:pt x="70" y="583"/>
                    <a:pt x="83" y="583"/>
                  </a:cubicBezTo>
                  <a:cubicBezTo>
                    <a:pt x="109" y="583"/>
                    <a:pt x="128" y="570"/>
                    <a:pt x="141" y="551"/>
                  </a:cubicBezTo>
                  <a:lnTo>
                    <a:pt x="389" y="105"/>
                  </a:lnTo>
                  <a:cubicBezTo>
                    <a:pt x="408" y="73"/>
                    <a:pt x="395" y="29"/>
                    <a:pt x="364" y="9"/>
                  </a:cubicBezTo>
                  <a:cubicBezTo>
                    <a:pt x="354" y="3"/>
                    <a:pt x="34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700;p49">
              <a:extLst>
                <a:ext uri="{FF2B5EF4-FFF2-40B4-BE49-F238E27FC236}">
                  <a16:creationId xmlns:a16="http://schemas.microsoft.com/office/drawing/2014/main" id="{A3BAA65B-FE1D-7DCB-7888-04790DAB97B0}"/>
                </a:ext>
              </a:extLst>
            </p:cNvPr>
            <p:cNvSpPr/>
            <p:nvPr/>
          </p:nvSpPr>
          <p:spPr>
            <a:xfrm>
              <a:off x="4771849" y="2666966"/>
              <a:ext cx="74727" cy="60297"/>
            </a:xfrm>
            <a:custGeom>
              <a:avLst/>
              <a:gdLst/>
              <a:ahLst/>
              <a:cxnLst/>
              <a:rect l="l" t="t" r="r" b="b"/>
              <a:pathLst>
                <a:path w="1314" h="1061" extrusionOk="0">
                  <a:moveTo>
                    <a:pt x="1234" y="1"/>
                  </a:moveTo>
                  <a:cubicBezTo>
                    <a:pt x="1208" y="1"/>
                    <a:pt x="1182" y="17"/>
                    <a:pt x="1173" y="40"/>
                  </a:cubicBezTo>
                  <a:cubicBezTo>
                    <a:pt x="969" y="487"/>
                    <a:pt x="542" y="824"/>
                    <a:pt x="64" y="920"/>
                  </a:cubicBezTo>
                  <a:cubicBezTo>
                    <a:pt x="26" y="933"/>
                    <a:pt x="0" y="965"/>
                    <a:pt x="13" y="1003"/>
                  </a:cubicBezTo>
                  <a:cubicBezTo>
                    <a:pt x="19" y="1035"/>
                    <a:pt x="45" y="1060"/>
                    <a:pt x="77" y="1060"/>
                  </a:cubicBezTo>
                  <a:lnTo>
                    <a:pt x="96" y="1060"/>
                  </a:lnTo>
                  <a:cubicBezTo>
                    <a:pt x="618" y="952"/>
                    <a:pt x="1077" y="589"/>
                    <a:pt x="1300" y="98"/>
                  </a:cubicBezTo>
                  <a:cubicBezTo>
                    <a:pt x="1313" y="66"/>
                    <a:pt x="1300" y="21"/>
                    <a:pt x="1262" y="9"/>
                  </a:cubicBezTo>
                  <a:cubicBezTo>
                    <a:pt x="1253" y="3"/>
                    <a:pt x="1244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701;p49">
              <a:extLst>
                <a:ext uri="{FF2B5EF4-FFF2-40B4-BE49-F238E27FC236}">
                  <a16:creationId xmlns:a16="http://schemas.microsoft.com/office/drawing/2014/main" id="{E4D418E5-7B30-A763-3E6F-D92C47825752}"/>
                </a:ext>
              </a:extLst>
            </p:cNvPr>
            <p:cNvSpPr/>
            <p:nvPr/>
          </p:nvSpPr>
          <p:spPr>
            <a:xfrm>
              <a:off x="4573202" y="3180575"/>
              <a:ext cx="243290" cy="160943"/>
            </a:xfrm>
            <a:custGeom>
              <a:avLst/>
              <a:gdLst/>
              <a:ahLst/>
              <a:cxnLst/>
              <a:rect l="l" t="t" r="r" b="b"/>
              <a:pathLst>
                <a:path w="4278" h="2832" extrusionOk="0">
                  <a:moveTo>
                    <a:pt x="2199" y="1"/>
                  </a:moveTo>
                  <a:cubicBezTo>
                    <a:pt x="2191" y="1"/>
                    <a:pt x="2182" y="1"/>
                    <a:pt x="2174" y="2"/>
                  </a:cubicBezTo>
                  <a:cubicBezTo>
                    <a:pt x="1906" y="8"/>
                    <a:pt x="1651" y="46"/>
                    <a:pt x="1403" y="110"/>
                  </a:cubicBezTo>
                  <a:cubicBezTo>
                    <a:pt x="912" y="237"/>
                    <a:pt x="485" y="562"/>
                    <a:pt x="255" y="1009"/>
                  </a:cubicBezTo>
                  <a:cubicBezTo>
                    <a:pt x="185" y="1155"/>
                    <a:pt x="128" y="1302"/>
                    <a:pt x="90" y="1455"/>
                  </a:cubicBezTo>
                  <a:cubicBezTo>
                    <a:pt x="0" y="1856"/>
                    <a:pt x="115" y="2328"/>
                    <a:pt x="459" y="2545"/>
                  </a:cubicBezTo>
                  <a:cubicBezTo>
                    <a:pt x="597" y="2632"/>
                    <a:pt x="757" y="2673"/>
                    <a:pt x="917" y="2673"/>
                  </a:cubicBezTo>
                  <a:cubicBezTo>
                    <a:pt x="1001" y="2673"/>
                    <a:pt x="1086" y="2662"/>
                    <a:pt x="1167" y="2640"/>
                  </a:cubicBezTo>
                  <a:cubicBezTo>
                    <a:pt x="1409" y="2583"/>
                    <a:pt x="1670" y="2443"/>
                    <a:pt x="1855" y="2277"/>
                  </a:cubicBezTo>
                  <a:cubicBezTo>
                    <a:pt x="2059" y="2436"/>
                    <a:pt x="2263" y="2589"/>
                    <a:pt x="2467" y="2742"/>
                  </a:cubicBezTo>
                  <a:cubicBezTo>
                    <a:pt x="2524" y="2787"/>
                    <a:pt x="2582" y="2825"/>
                    <a:pt x="2652" y="2831"/>
                  </a:cubicBezTo>
                  <a:cubicBezTo>
                    <a:pt x="2655" y="2832"/>
                    <a:pt x="2658" y="2832"/>
                    <a:pt x="2661" y="2832"/>
                  </a:cubicBezTo>
                  <a:cubicBezTo>
                    <a:pt x="2732" y="2832"/>
                    <a:pt x="2893" y="2771"/>
                    <a:pt x="2862" y="2710"/>
                  </a:cubicBezTo>
                  <a:cubicBezTo>
                    <a:pt x="2798" y="2589"/>
                    <a:pt x="2760" y="2487"/>
                    <a:pt x="2696" y="2360"/>
                  </a:cubicBezTo>
                  <a:lnTo>
                    <a:pt x="2696" y="2360"/>
                  </a:lnTo>
                  <a:cubicBezTo>
                    <a:pt x="2779" y="2398"/>
                    <a:pt x="2970" y="2417"/>
                    <a:pt x="3021" y="2462"/>
                  </a:cubicBezTo>
                  <a:cubicBezTo>
                    <a:pt x="3232" y="2646"/>
                    <a:pt x="3409" y="2694"/>
                    <a:pt x="3537" y="2694"/>
                  </a:cubicBezTo>
                  <a:cubicBezTo>
                    <a:pt x="3679" y="2694"/>
                    <a:pt x="3761" y="2634"/>
                    <a:pt x="3761" y="2634"/>
                  </a:cubicBezTo>
                  <a:cubicBezTo>
                    <a:pt x="3697" y="2494"/>
                    <a:pt x="3366" y="2156"/>
                    <a:pt x="3366" y="2156"/>
                  </a:cubicBezTo>
                  <a:lnTo>
                    <a:pt x="3366" y="2156"/>
                  </a:lnTo>
                  <a:cubicBezTo>
                    <a:pt x="3497" y="2278"/>
                    <a:pt x="3788" y="2469"/>
                    <a:pt x="4027" y="2469"/>
                  </a:cubicBezTo>
                  <a:cubicBezTo>
                    <a:pt x="4123" y="2469"/>
                    <a:pt x="4211" y="2438"/>
                    <a:pt x="4277" y="2360"/>
                  </a:cubicBezTo>
                  <a:cubicBezTo>
                    <a:pt x="4099" y="2143"/>
                    <a:pt x="3920" y="1990"/>
                    <a:pt x="3742" y="1773"/>
                  </a:cubicBezTo>
                  <a:cubicBezTo>
                    <a:pt x="3882" y="1767"/>
                    <a:pt x="4099" y="1684"/>
                    <a:pt x="4162" y="1557"/>
                  </a:cubicBezTo>
                  <a:lnTo>
                    <a:pt x="2537" y="129"/>
                  </a:lnTo>
                  <a:cubicBezTo>
                    <a:pt x="2442" y="45"/>
                    <a:pt x="2324" y="1"/>
                    <a:pt x="21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702;p49">
              <a:extLst>
                <a:ext uri="{FF2B5EF4-FFF2-40B4-BE49-F238E27FC236}">
                  <a16:creationId xmlns:a16="http://schemas.microsoft.com/office/drawing/2014/main" id="{F223247D-A870-88E9-1928-DE669ECE98CB}"/>
                </a:ext>
              </a:extLst>
            </p:cNvPr>
            <p:cNvSpPr/>
            <p:nvPr/>
          </p:nvSpPr>
          <p:spPr>
            <a:xfrm>
              <a:off x="4730846" y="3224447"/>
              <a:ext cx="66026" cy="66718"/>
            </a:xfrm>
            <a:custGeom>
              <a:avLst/>
              <a:gdLst/>
              <a:ahLst/>
              <a:cxnLst/>
              <a:rect l="l" t="t" r="r" b="b"/>
              <a:pathLst>
                <a:path w="1161" h="1174" extrusionOk="0">
                  <a:moveTo>
                    <a:pt x="75" y="1"/>
                  </a:moveTo>
                  <a:cubicBezTo>
                    <a:pt x="57" y="1"/>
                    <a:pt x="39" y="7"/>
                    <a:pt x="26" y="20"/>
                  </a:cubicBezTo>
                  <a:cubicBezTo>
                    <a:pt x="1" y="52"/>
                    <a:pt x="1" y="90"/>
                    <a:pt x="26" y="122"/>
                  </a:cubicBezTo>
                  <a:lnTo>
                    <a:pt x="1033" y="1148"/>
                  </a:lnTo>
                  <a:cubicBezTo>
                    <a:pt x="1046" y="1167"/>
                    <a:pt x="1065" y="1173"/>
                    <a:pt x="1084" y="1173"/>
                  </a:cubicBezTo>
                  <a:cubicBezTo>
                    <a:pt x="1104" y="1173"/>
                    <a:pt x="1116" y="1167"/>
                    <a:pt x="1135" y="1154"/>
                  </a:cubicBezTo>
                  <a:cubicBezTo>
                    <a:pt x="1161" y="1122"/>
                    <a:pt x="1161" y="1078"/>
                    <a:pt x="1135" y="1052"/>
                  </a:cubicBezTo>
                  <a:lnTo>
                    <a:pt x="128" y="20"/>
                  </a:lnTo>
                  <a:cubicBezTo>
                    <a:pt x="112" y="7"/>
                    <a:pt x="93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703;p49">
              <a:extLst>
                <a:ext uri="{FF2B5EF4-FFF2-40B4-BE49-F238E27FC236}">
                  <a16:creationId xmlns:a16="http://schemas.microsoft.com/office/drawing/2014/main" id="{7E6A6D50-BB20-24C1-B027-A96979D33C33}"/>
                </a:ext>
              </a:extLst>
            </p:cNvPr>
            <p:cNvSpPr/>
            <p:nvPr/>
          </p:nvSpPr>
          <p:spPr>
            <a:xfrm>
              <a:off x="4714183" y="3250189"/>
              <a:ext cx="72566" cy="72117"/>
            </a:xfrm>
            <a:custGeom>
              <a:avLst/>
              <a:gdLst/>
              <a:ahLst/>
              <a:cxnLst/>
              <a:rect l="l" t="t" r="r" b="b"/>
              <a:pathLst>
                <a:path w="1276" h="1269" extrusionOk="0">
                  <a:moveTo>
                    <a:pt x="74" y="0"/>
                  </a:moveTo>
                  <a:cubicBezTo>
                    <a:pt x="57" y="0"/>
                    <a:pt x="39" y="7"/>
                    <a:pt x="26" y="19"/>
                  </a:cubicBezTo>
                  <a:cubicBezTo>
                    <a:pt x="1" y="45"/>
                    <a:pt x="1" y="96"/>
                    <a:pt x="26" y="121"/>
                  </a:cubicBezTo>
                  <a:lnTo>
                    <a:pt x="1148" y="1249"/>
                  </a:lnTo>
                  <a:cubicBezTo>
                    <a:pt x="1161" y="1262"/>
                    <a:pt x="1180" y="1269"/>
                    <a:pt x="1199" y="1269"/>
                  </a:cubicBezTo>
                  <a:cubicBezTo>
                    <a:pt x="1218" y="1269"/>
                    <a:pt x="1237" y="1262"/>
                    <a:pt x="1250" y="1249"/>
                  </a:cubicBezTo>
                  <a:cubicBezTo>
                    <a:pt x="1275" y="1224"/>
                    <a:pt x="1275" y="1173"/>
                    <a:pt x="1250" y="1147"/>
                  </a:cubicBezTo>
                  <a:lnTo>
                    <a:pt x="122" y="19"/>
                  </a:lnTo>
                  <a:cubicBezTo>
                    <a:pt x="109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704;p49">
              <a:extLst>
                <a:ext uri="{FF2B5EF4-FFF2-40B4-BE49-F238E27FC236}">
                  <a16:creationId xmlns:a16="http://schemas.microsoft.com/office/drawing/2014/main" id="{E0A70A49-EAEE-88FE-F84D-BEE8CA20076C}"/>
                </a:ext>
              </a:extLst>
            </p:cNvPr>
            <p:cNvSpPr/>
            <p:nvPr/>
          </p:nvSpPr>
          <p:spPr>
            <a:xfrm>
              <a:off x="4697861" y="3283547"/>
              <a:ext cx="45382" cy="41656"/>
            </a:xfrm>
            <a:custGeom>
              <a:avLst/>
              <a:gdLst/>
              <a:ahLst/>
              <a:cxnLst/>
              <a:rect l="l" t="t" r="r" b="b"/>
              <a:pathLst>
                <a:path w="798" h="733" extrusionOk="0">
                  <a:moveTo>
                    <a:pt x="77" y="0"/>
                  </a:moveTo>
                  <a:cubicBezTo>
                    <a:pt x="59" y="0"/>
                    <a:pt x="40" y="8"/>
                    <a:pt x="26" y="25"/>
                  </a:cubicBezTo>
                  <a:cubicBezTo>
                    <a:pt x="1" y="51"/>
                    <a:pt x="1" y="95"/>
                    <a:pt x="26" y="121"/>
                  </a:cubicBezTo>
                  <a:lnTo>
                    <a:pt x="670" y="713"/>
                  </a:lnTo>
                  <a:cubicBezTo>
                    <a:pt x="689" y="726"/>
                    <a:pt x="702" y="733"/>
                    <a:pt x="721" y="733"/>
                  </a:cubicBezTo>
                  <a:cubicBezTo>
                    <a:pt x="740" y="733"/>
                    <a:pt x="759" y="726"/>
                    <a:pt x="772" y="707"/>
                  </a:cubicBezTo>
                  <a:cubicBezTo>
                    <a:pt x="798" y="682"/>
                    <a:pt x="798" y="637"/>
                    <a:pt x="766" y="611"/>
                  </a:cubicBezTo>
                  <a:lnTo>
                    <a:pt x="122" y="19"/>
                  </a:lnTo>
                  <a:cubicBezTo>
                    <a:pt x="110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705;p49">
              <a:extLst>
                <a:ext uri="{FF2B5EF4-FFF2-40B4-BE49-F238E27FC236}">
                  <a16:creationId xmlns:a16="http://schemas.microsoft.com/office/drawing/2014/main" id="{FAB16E9A-E48D-F88A-3645-70FC4D6DBBBD}"/>
                </a:ext>
              </a:extLst>
            </p:cNvPr>
            <p:cNvSpPr/>
            <p:nvPr/>
          </p:nvSpPr>
          <p:spPr>
            <a:xfrm>
              <a:off x="4579344" y="3186542"/>
              <a:ext cx="63865" cy="58649"/>
            </a:xfrm>
            <a:custGeom>
              <a:avLst/>
              <a:gdLst/>
              <a:ahLst/>
              <a:cxnLst/>
              <a:rect l="l" t="t" r="r" b="b"/>
              <a:pathLst>
                <a:path w="1123" h="1032" extrusionOk="0">
                  <a:moveTo>
                    <a:pt x="1037" y="0"/>
                  </a:moveTo>
                  <a:cubicBezTo>
                    <a:pt x="1028" y="0"/>
                    <a:pt x="1018" y="2"/>
                    <a:pt x="1008" y="5"/>
                  </a:cubicBezTo>
                  <a:cubicBezTo>
                    <a:pt x="606" y="222"/>
                    <a:pt x="262" y="540"/>
                    <a:pt x="20" y="929"/>
                  </a:cubicBezTo>
                  <a:cubicBezTo>
                    <a:pt x="1" y="961"/>
                    <a:pt x="7" y="999"/>
                    <a:pt x="39" y="1025"/>
                  </a:cubicBezTo>
                  <a:cubicBezTo>
                    <a:pt x="52" y="1031"/>
                    <a:pt x="65" y="1031"/>
                    <a:pt x="77" y="1031"/>
                  </a:cubicBezTo>
                  <a:cubicBezTo>
                    <a:pt x="103" y="1031"/>
                    <a:pt x="122" y="1025"/>
                    <a:pt x="135" y="999"/>
                  </a:cubicBezTo>
                  <a:cubicBezTo>
                    <a:pt x="364" y="636"/>
                    <a:pt x="689" y="330"/>
                    <a:pt x="1072" y="132"/>
                  </a:cubicBezTo>
                  <a:cubicBezTo>
                    <a:pt x="1110" y="113"/>
                    <a:pt x="1123" y="69"/>
                    <a:pt x="1103" y="37"/>
                  </a:cubicBezTo>
                  <a:cubicBezTo>
                    <a:pt x="1089" y="13"/>
                    <a:pt x="1065" y="0"/>
                    <a:pt x="1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1706;p49">
            <a:extLst>
              <a:ext uri="{FF2B5EF4-FFF2-40B4-BE49-F238E27FC236}">
                <a16:creationId xmlns:a16="http://schemas.microsoft.com/office/drawing/2014/main" id="{04352E47-58B7-4C22-28A6-5606B85CF9F0}"/>
              </a:ext>
            </a:extLst>
          </p:cNvPr>
          <p:cNvGrpSpPr/>
          <p:nvPr/>
        </p:nvGrpSpPr>
        <p:grpSpPr>
          <a:xfrm flipH="1">
            <a:off x="1140556" y="2842999"/>
            <a:ext cx="848100" cy="2172561"/>
            <a:chOff x="3187428" y="1018565"/>
            <a:chExt cx="1346227" cy="3448603"/>
          </a:xfrm>
        </p:grpSpPr>
        <p:sp>
          <p:nvSpPr>
            <p:cNvPr id="270" name="Google Shape;1707;p49">
              <a:extLst>
                <a:ext uri="{FF2B5EF4-FFF2-40B4-BE49-F238E27FC236}">
                  <a16:creationId xmlns:a16="http://schemas.microsoft.com/office/drawing/2014/main" id="{B91A000B-2C1F-5705-8009-93D1DE02BCCF}"/>
                </a:ext>
              </a:extLst>
            </p:cNvPr>
            <p:cNvSpPr/>
            <p:nvPr/>
          </p:nvSpPr>
          <p:spPr>
            <a:xfrm>
              <a:off x="4068176" y="3185349"/>
              <a:ext cx="430677" cy="1240201"/>
            </a:xfrm>
            <a:custGeom>
              <a:avLst/>
              <a:gdLst/>
              <a:ahLst/>
              <a:cxnLst/>
              <a:rect l="l" t="t" r="r" b="b"/>
              <a:pathLst>
                <a:path w="7573" h="21823" extrusionOk="0">
                  <a:moveTo>
                    <a:pt x="7572" y="0"/>
                  </a:moveTo>
                  <a:lnTo>
                    <a:pt x="7572" y="0"/>
                  </a:lnTo>
                  <a:cubicBezTo>
                    <a:pt x="5425" y="408"/>
                    <a:pt x="3340" y="854"/>
                    <a:pt x="1193" y="1262"/>
                  </a:cubicBezTo>
                  <a:cubicBezTo>
                    <a:pt x="1193" y="3487"/>
                    <a:pt x="1193" y="5711"/>
                    <a:pt x="1193" y="7935"/>
                  </a:cubicBezTo>
                  <a:cubicBezTo>
                    <a:pt x="434" y="12620"/>
                    <a:pt x="1" y="17228"/>
                    <a:pt x="823" y="21823"/>
                  </a:cubicBezTo>
                  <a:cubicBezTo>
                    <a:pt x="2136" y="21466"/>
                    <a:pt x="3634" y="21224"/>
                    <a:pt x="4953" y="20867"/>
                  </a:cubicBezTo>
                  <a:cubicBezTo>
                    <a:pt x="5896" y="16367"/>
                    <a:pt x="6699" y="11849"/>
                    <a:pt x="7018" y="7247"/>
                  </a:cubicBezTo>
                  <a:cubicBezTo>
                    <a:pt x="7190" y="4831"/>
                    <a:pt x="7400" y="2416"/>
                    <a:pt x="75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708;p49">
              <a:extLst>
                <a:ext uri="{FF2B5EF4-FFF2-40B4-BE49-F238E27FC236}">
                  <a16:creationId xmlns:a16="http://schemas.microsoft.com/office/drawing/2014/main" id="{E622D1CF-33CA-3977-8497-F1D82C3DB42C}"/>
                </a:ext>
              </a:extLst>
            </p:cNvPr>
            <p:cNvSpPr/>
            <p:nvPr/>
          </p:nvSpPr>
          <p:spPr>
            <a:xfrm>
              <a:off x="4306690" y="3627355"/>
              <a:ext cx="104811" cy="29949"/>
            </a:xfrm>
            <a:custGeom>
              <a:avLst/>
              <a:gdLst/>
              <a:ahLst/>
              <a:cxnLst/>
              <a:rect l="l" t="t" r="r" b="b"/>
              <a:pathLst>
                <a:path w="1843" h="527" extrusionOk="0">
                  <a:moveTo>
                    <a:pt x="74" y="1"/>
                  </a:moveTo>
                  <a:cubicBezTo>
                    <a:pt x="58" y="1"/>
                    <a:pt x="44" y="6"/>
                    <a:pt x="32" y="17"/>
                  </a:cubicBezTo>
                  <a:cubicBezTo>
                    <a:pt x="0" y="49"/>
                    <a:pt x="0" y="87"/>
                    <a:pt x="26" y="119"/>
                  </a:cubicBezTo>
                  <a:cubicBezTo>
                    <a:pt x="249" y="368"/>
                    <a:pt x="574" y="514"/>
                    <a:pt x="905" y="527"/>
                  </a:cubicBezTo>
                  <a:lnTo>
                    <a:pt x="950" y="527"/>
                  </a:lnTo>
                  <a:cubicBezTo>
                    <a:pt x="1269" y="527"/>
                    <a:pt x="1581" y="399"/>
                    <a:pt x="1817" y="176"/>
                  </a:cubicBezTo>
                  <a:cubicBezTo>
                    <a:pt x="1842" y="151"/>
                    <a:pt x="1842" y="106"/>
                    <a:pt x="1817" y="81"/>
                  </a:cubicBezTo>
                  <a:cubicBezTo>
                    <a:pt x="1803" y="64"/>
                    <a:pt x="1785" y="56"/>
                    <a:pt x="1765" y="56"/>
                  </a:cubicBezTo>
                  <a:cubicBezTo>
                    <a:pt x="1748" y="56"/>
                    <a:pt x="1730" y="62"/>
                    <a:pt x="1715" y="74"/>
                  </a:cubicBezTo>
                  <a:cubicBezTo>
                    <a:pt x="1515" y="269"/>
                    <a:pt x="1234" y="388"/>
                    <a:pt x="954" y="388"/>
                  </a:cubicBezTo>
                  <a:cubicBezTo>
                    <a:pt x="940" y="388"/>
                    <a:pt x="926" y="387"/>
                    <a:pt x="912" y="387"/>
                  </a:cubicBezTo>
                  <a:cubicBezTo>
                    <a:pt x="619" y="380"/>
                    <a:pt x="326" y="240"/>
                    <a:pt x="128" y="23"/>
                  </a:cubicBezTo>
                  <a:cubicBezTo>
                    <a:pt x="114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709;p49">
              <a:extLst>
                <a:ext uri="{FF2B5EF4-FFF2-40B4-BE49-F238E27FC236}">
                  <a16:creationId xmlns:a16="http://schemas.microsoft.com/office/drawing/2014/main" id="{F414F9CE-9BE3-7ADD-D3C4-2162948CBC52}"/>
                </a:ext>
              </a:extLst>
            </p:cNvPr>
            <p:cNvSpPr/>
            <p:nvPr/>
          </p:nvSpPr>
          <p:spPr>
            <a:xfrm>
              <a:off x="4066015" y="4161877"/>
              <a:ext cx="462182" cy="305291"/>
            </a:xfrm>
            <a:custGeom>
              <a:avLst/>
              <a:gdLst/>
              <a:ahLst/>
              <a:cxnLst/>
              <a:rect l="l" t="t" r="r" b="b"/>
              <a:pathLst>
                <a:path w="8127" h="5372" extrusionOk="0">
                  <a:moveTo>
                    <a:pt x="4269" y="0"/>
                  </a:moveTo>
                  <a:cubicBezTo>
                    <a:pt x="4132" y="0"/>
                    <a:pt x="3993" y="51"/>
                    <a:pt x="3882" y="133"/>
                  </a:cubicBezTo>
                  <a:cubicBezTo>
                    <a:pt x="3703" y="254"/>
                    <a:pt x="3582" y="439"/>
                    <a:pt x="3468" y="617"/>
                  </a:cubicBezTo>
                  <a:lnTo>
                    <a:pt x="2703" y="1764"/>
                  </a:lnTo>
                  <a:cubicBezTo>
                    <a:pt x="1836" y="1484"/>
                    <a:pt x="918" y="1191"/>
                    <a:pt x="52" y="910"/>
                  </a:cubicBezTo>
                  <a:cubicBezTo>
                    <a:pt x="39" y="2364"/>
                    <a:pt x="13" y="3727"/>
                    <a:pt x="1" y="5174"/>
                  </a:cubicBezTo>
                  <a:cubicBezTo>
                    <a:pt x="7" y="5149"/>
                    <a:pt x="7" y="5123"/>
                    <a:pt x="13" y="5098"/>
                  </a:cubicBezTo>
                  <a:lnTo>
                    <a:pt x="8037" y="5372"/>
                  </a:lnTo>
                  <a:cubicBezTo>
                    <a:pt x="8127" y="5219"/>
                    <a:pt x="8050" y="5015"/>
                    <a:pt x="7916" y="4894"/>
                  </a:cubicBezTo>
                  <a:cubicBezTo>
                    <a:pt x="7782" y="4773"/>
                    <a:pt x="7610" y="4709"/>
                    <a:pt x="7451" y="4626"/>
                  </a:cubicBezTo>
                  <a:cubicBezTo>
                    <a:pt x="6858" y="4327"/>
                    <a:pt x="6438" y="3759"/>
                    <a:pt x="6183" y="3147"/>
                  </a:cubicBezTo>
                  <a:cubicBezTo>
                    <a:pt x="5934" y="2536"/>
                    <a:pt x="5775" y="1892"/>
                    <a:pt x="5679" y="1235"/>
                  </a:cubicBezTo>
                  <a:cubicBezTo>
                    <a:pt x="5443" y="1452"/>
                    <a:pt x="5214" y="1662"/>
                    <a:pt x="4985" y="1879"/>
                  </a:cubicBezTo>
                  <a:cubicBezTo>
                    <a:pt x="4991" y="1446"/>
                    <a:pt x="4940" y="1012"/>
                    <a:pt x="4825" y="592"/>
                  </a:cubicBezTo>
                  <a:cubicBezTo>
                    <a:pt x="4768" y="381"/>
                    <a:pt x="4679" y="152"/>
                    <a:pt x="4487" y="50"/>
                  </a:cubicBezTo>
                  <a:cubicBezTo>
                    <a:pt x="4419" y="16"/>
                    <a:pt x="4345" y="0"/>
                    <a:pt x="4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710;p49">
              <a:extLst>
                <a:ext uri="{FF2B5EF4-FFF2-40B4-BE49-F238E27FC236}">
                  <a16:creationId xmlns:a16="http://schemas.microsoft.com/office/drawing/2014/main" id="{8B45B54E-8FD7-D54D-6498-DC27D9DA7319}"/>
                </a:ext>
              </a:extLst>
            </p:cNvPr>
            <p:cNvSpPr/>
            <p:nvPr/>
          </p:nvSpPr>
          <p:spPr>
            <a:xfrm>
              <a:off x="4345134" y="4253369"/>
              <a:ext cx="137057" cy="166000"/>
            </a:xfrm>
            <a:custGeom>
              <a:avLst/>
              <a:gdLst/>
              <a:ahLst/>
              <a:cxnLst/>
              <a:rect l="l" t="t" r="r" b="b"/>
              <a:pathLst>
                <a:path w="2410" h="2921" extrusionOk="0">
                  <a:moveTo>
                    <a:pt x="72" y="0"/>
                  </a:moveTo>
                  <a:cubicBezTo>
                    <a:pt x="67" y="0"/>
                    <a:pt x="62" y="1"/>
                    <a:pt x="57" y="1"/>
                  </a:cubicBezTo>
                  <a:cubicBezTo>
                    <a:pt x="26" y="8"/>
                    <a:pt x="0" y="46"/>
                    <a:pt x="6" y="78"/>
                  </a:cubicBezTo>
                  <a:cubicBezTo>
                    <a:pt x="249" y="1334"/>
                    <a:pt x="1128" y="2417"/>
                    <a:pt x="2301" y="2914"/>
                  </a:cubicBezTo>
                  <a:cubicBezTo>
                    <a:pt x="2307" y="2920"/>
                    <a:pt x="2320" y="2920"/>
                    <a:pt x="2326" y="2920"/>
                  </a:cubicBezTo>
                  <a:cubicBezTo>
                    <a:pt x="2358" y="2920"/>
                    <a:pt x="2384" y="2908"/>
                    <a:pt x="2390" y="2876"/>
                  </a:cubicBezTo>
                  <a:cubicBezTo>
                    <a:pt x="2409" y="2844"/>
                    <a:pt x="2390" y="2799"/>
                    <a:pt x="2352" y="2787"/>
                  </a:cubicBezTo>
                  <a:cubicBezTo>
                    <a:pt x="1224" y="2309"/>
                    <a:pt x="376" y="1263"/>
                    <a:pt x="140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711;p49">
              <a:extLst>
                <a:ext uri="{FF2B5EF4-FFF2-40B4-BE49-F238E27FC236}">
                  <a16:creationId xmlns:a16="http://schemas.microsoft.com/office/drawing/2014/main" id="{C53FAFD5-7A0D-5C90-D037-7D0C49156820}"/>
                </a:ext>
              </a:extLst>
            </p:cNvPr>
            <p:cNvSpPr/>
            <p:nvPr/>
          </p:nvSpPr>
          <p:spPr>
            <a:xfrm>
              <a:off x="4062034" y="4397484"/>
              <a:ext cx="453140" cy="62456"/>
            </a:xfrm>
            <a:custGeom>
              <a:avLst/>
              <a:gdLst/>
              <a:ahLst/>
              <a:cxnLst/>
              <a:rect l="l" t="t" r="r" b="b"/>
              <a:pathLst>
                <a:path w="7968" h="1099" extrusionOk="0">
                  <a:moveTo>
                    <a:pt x="77" y="1"/>
                  </a:moveTo>
                  <a:cubicBezTo>
                    <a:pt x="49" y="1"/>
                    <a:pt x="18" y="20"/>
                    <a:pt x="7" y="53"/>
                  </a:cubicBezTo>
                  <a:cubicBezTo>
                    <a:pt x="0" y="91"/>
                    <a:pt x="20" y="130"/>
                    <a:pt x="58" y="142"/>
                  </a:cubicBezTo>
                  <a:cubicBezTo>
                    <a:pt x="2422" y="780"/>
                    <a:pt x="4857" y="1098"/>
                    <a:pt x="7304" y="1098"/>
                  </a:cubicBezTo>
                  <a:cubicBezTo>
                    <a:pt x="7502" y="1098"/>
                    <a:pt x="7699" y="1098"/>
                    <a:pt x="7897" y="1092"/>
                  </a:cubicBezTo>
                  <a:cubicBezTo>
                    <a:pt x="7935" y="1092"/>
                    <a:pt x="7967" y="1060"/>
                    <a:pt x="7967" y="1022"/>
                  </a:cubicBezTo>
                  <a:cubicBezTo>
                    <a:pt x="7961" y="984"/>
                    <a:pt x="7929" y="952"/>
                    <a:pt x="7891" y="952"/>
                  </a:cubicBezTo>
                  <a:cubicBezTo>
                    <a:pt x="7690" y="956"/>
                    <a:pt x="7489" y="958"/>
                    <a:pt x="7288" y="958"/>
                  </a:cubicBezTo>
                  <a:cubicBezTo>
                    <a:pt x="4858" y="958"/>
                    <a:pt x="2439" y="638"/>
                    <a:pt x="90" y="2"/>
                  </a:cubicBezTo>
                  <a:cubicBezTo>
                    <a:pt x="86" y="1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712;p49">
              <a:extLst>
                <a:ext uri="{FF2B5EF4-FFF2-40B4-BE49-F238E27FC236}">
                  <a16:creationId xmlns:a16="http://schemas.microsoft.com/office/drawing/2014/main" id="{F728DB7D-987C-8376-7958-06D2F90A8AF9}"/>
                </a:ext>
              </a:extLst>
            </p:cNvPr>
            <p:cNvSpPr/>
            <p:nvPr/>
          </p:nvSpPr>
          <p:spPr>
            <a:xfrm>
              <a:off x="4214617" y="4250187"/>
              <a:ext cx="86670" cy="197427"/>
            </a:xfrm>
            <a:custGeom>
              <a:avLst/>
              <a:gdLst/>
              <a:ahLst/>
              <a:cxnLst/>
              <a:rect l="l" t="t" r="r" b="b"/>
              <a:pathLst>
                <a:path w="1524" h="3474" extrusionOk="0">
                  <a:moveTo>
                    <a:pt x="64" y="0"/>
                  </a:moveTo>
                  <a:cubicBezTo>
                    <a:pt x="26" y="0"/>
                    <a:pt x="1" y="32"/>
                    <a:pt x="1" y="70"/>
                  </a:cubicBezTo>
                  <a:cubicBezTo>
                    <a:pt x="71" y="1319"/>
                    <a:pt x="568" y="2518"/>
                    <a:pt x="1396" y="3454"/>
                  </a:cubicBezTo>
                  <a:cubicBezTo>
                    <a:pt x="1409" y="3467"/>
                    <a:pt x="1428" y="3474"/>
                    <a:pt x="1447" y="3474"/>
                  </a:cubicBezTo>
                  <a:cubicBezTo>
                    <a:pt x="1467" y="3474"/>
                    <a:pt x="1479" y="3474"/>
                    <a:pt x="1492" y="3461"/>
                  </a:cubicBezTo>
                  <a:cubicBezTo>
                    <a:pt x="1524" y="3435"/>
                    <a:pt x="1524" y="3391"/>
                    <a:pt x="1498" y="3359"/>
                  </a:cubicBezTo>
                  <a:cubicBezTo>
                    <a:pt x="695" y="2447"/>
                    <a:pt x="211" y="1281"/>
                    <a:pt x="141" y="64"/>
                  </a:cubicBezTo>
                  <a:cubicBezTo>
                    <a:pt x="134" y="26"/>
                    <a:pt x="103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713;p49">
              <a:extLst>
                <a:ext uri="{FF2B5EF4-FFF2-40B4-BE49-F238E27FC236}">
                  <a16:creationId xmlns:a16="http://schemas.microsoft.com/office/drawing/2014/main" id="{2EAA576F-B700-994E-2C00-6CACA38AEDCB}"/>
                </a:ext>
              </a:extLst>
            </p:cNvPr>
            <p:cNvSpPr/>
            <p:nvPr/>
          </p:nvSpPr>
          <p:spPr>
            <a:xfrm>
              <a:off x="4266483" y="4294740"/>
              <a:ext cx="90651" cy="8354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64" y="0"/>
                  </a:moveTo>
                  <a:cubicBezTo>
                    <a:pt x="26" y="0"/>
                    <a:pt x="0" y="32"/>
                    <a:pt x="0" y="70"/>
                  </a:cubicBezTo>
                  <a:cubicBezTo>
                    <a:pt x="0" y="108"/>
                    <a:pt x="26" y="140"/>
                    <a:pt x="64" y="140"/>
                  </a:cubicBezTo>
                  <a:lnTo>
                    <a:pt x="1523" y="147"/>
                  </a:lnTo>
                  <a:cubicBezTo>
                    <a:pt x="1562" y="147"/>
                    <a:pt x="1593" y="115"/>
                    <a:pt x="1593" y="77"/>
                  </a:cubicBezTo>
                  <a:cubicBezTo>
                    <a:pt x="1593" y="38"/>
                    <a:pt x="1562" y="6"/>
                    <a:pt x="1523" y="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714;p49">
              <a:extLst>
                <a:ext uri="{FF2B5EF4-FFF2-40B4-BE49-F238E27FC236}">
                  <a16:creationId xmlns:a16="http://schemas.microsoft.com/office/drawing/2014/main" id="{EC43AD85-0C4F-FBF6-B9B9-0155782CC614}"/>
                </a:ext>
              </a:extLst>
            </p:cNvPr>
            <p:cNvSpPr/>
            <p:nvPr/>
          </p:nvSpPr>
          <p:spPr>
            <a:xfrm>
              <a:off x="4287127" y="4390154"/>
              <a:ext cx="200865" cy="57455"/>
            </a:xfrm>
            <a:custGeom>
              <a:avLst/>
              <a:gdLst/>
              <a:ahLst/>
              <a:cxnLst/>
              <a:rect l="l" t="t" r="r" b="b"/>
              <a:pathLst>
                <a:path w="3532" h="1011" extrusionOk="0">
                  <a:moveTo>
                    <a:pt x="1968" y="1"/>
                  </a:moveTo>
                  <a:cubicBezTo>
                    <a:pt x="1873" y="1"/>
                    <a:pt x="1777" y="6"/>
                    <a:pt x="1683" y="16"/>
                  </a:cubicBezTo>
                  <a:cubicBezTo>
                    <a:pt x="1046" y="93"/>
                    <a:pt x="440" y="412"/>
                    <a:pt x="26" y="896"/>
                  </a:cubicBezTo>
                  <a:cubicBezTo>
                    <a:pt x="0" y="921"/>
                    <a:pt x="0" y="966"/>
                    <a:pt x="32" y="991"/>
                  </a:cubicBezTo>
                  <a:cubicBezTo>
                    <a:pt x="45" y="1004"/>
                    <a:pt x="58" y="1011"/>
                    <a:pt x="77" y="1011"/>
                  </a:cubicBezTo>
                  <a:cubicBezTo>
                    <a:pt x="96" y="1011"/>
                    <a:pt x="115" y="998"/>
                    <a:pt x="128" y="985"/>
                  </a:cubicBezTo>
                  <a:cubicBezTo>
                    <a:pt x="523" y="526"/>
                    <a:pt x="1097" y="227"/>
                    <a:pt x="1696" y="157"/>
                  </a:cubicBezTo>
                  <a:cubicBezTo>
                    <a:pt x="1788" y="146"/>
                    <a:pt x="1882" y="140"/>
                    <a:pt x="1975" y="140"/>
                  </a:cubicBezTo>
                  <a:cubicBezTo>
                    <a:pt x="2487" y="140"/>
                    <a:pt x="3002" y="300"/>
                    <a:pt x="3416" y="596"/>
                  </a:cubicBezTo>
                  <a:cubicBezTo>
                    <a:pt x="3430" y="607"/>
                    <a:pt x="3444" y="612"/>
                    <a:pt x="3458" y="612"/>
                  </a:cubicBezTo>
                  <a:cubicBezTo>
                    <a:pt x="3478" y="612"/>
                    <a:pt x="3497" y="602"/>
                    <a:pt x="3512" y="584"/>
                  </a:cubicBezTo>
                  <a:cubicBezTo>
                    <a:pt x="3531" y="552"/>
                    <a:pt x="3525" y="507"/>
                    <a:pt x="3493" y="488"/>
                  </a:cubicBezTo>
                  <a:cubicBezTo>
                    <a:pt x="3054" y="168"/>
                    <a:pt x="2509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715;p49">
              <a:extLst>
                <a:ext uri="{FF2B5EF4-FFF2-40B4-BE49-F238E27FC236}">
                  <a16:creationId xmlns:a16="http://schemas.microsoft.com/office/drawing/2014/main" id="{B37F40F9-D16F-B034-740D-7321F4A8FF93}"/>
                </a:ext>
              </a:extLst>
            </p:cNvPr>
            <p:cNvSpPr/>
            <p:nvPr/>
          </p:nvSpPr>
          <p:spPr>
            <a:xfrm>
              <a:off x="4285648" y="4331962"/>
              <a:ext cx="102992" cy="10229"/>
            </a:xfrm>
            <a:custGeom>
              <a:avLst/>
              <a:gdLst/>
              <a:ahLst/>
              <a:cxnLst/>
              <a:rect l="l" t="t" r="r" b="b"/>
              <a:pathLst>
                <a:path w="1811" h="180" extrusionOk="0">
                  <a:moveTo>
                    <a:pt x="1749" y="1"/>
                  </a:moveTo>
                  <a:cubicBezTo>
                    <a:pt x="1746" y="1"/>
                    <a:pt x="1744" y="1"/>
                    <a:pt x="1741" y="2"/>
                  </a:cubicBezTo>
                  <a:lnTo>
                    <a:pt x="71" y="40"/>
                  </a:lnTo>
                  <a:cubicBezTo>
                    <a:pt x="33" y="40"/>
                    <a:pt x="1" y="72"/>
                    <a:pt x="7" y="110"/>
                  </a:cubicBezTo>
                  <a:cubicBezTo>
                    <a:pt x="7" y="148"/>
                    <a:pt x="39" y="180"/>
                    <a:pt x="71" y="180"/>
                  </a:cubicBezTo>
                  <a:lnTo>
                    <a:pt x="77" y="180"/>
                  </a:lnTo>
                  <a:lnTo>
                    <a:pt x="1741" y="135"/>
                  </a:lnTo>
                  <a:cubicBezTo>
                    <a:pt x="1779" y="135"/>
                    <a:pt x="1811" y="103"/>
                    <a:pt x="1811" y="65"/>
                  </a:cubicBezTo>
                  <a:cubicBezTo>
                    <a:pt x="1811" y="30"/>
                    <a:pt x="1779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716;p49">
              <a:extLst>
                <a:ext uri="{FF2B5EF4-FFF2-40B4-BE49-F238E27FC236}">
                  <a16:creationId xmlns:a16="http://schemas.microsoft.com/office/drawing/2014/main" id="{2B0A8CB1-4175-ABC3-E4F9-E4526FFBF763}"/>
                </a:ext>
              </a:extLst>
            </p:cNvPr>
            <p:cNvSpPr/>
            <p:nvPr/>
          </p:nvSpPr>
          <p:spPr>
            <a:xfrm>
              <a:off x="4300889" y="4363842"/>
              <a:ext cx="105892" cy="12787"/>
            </a:xfrm>
            <a:custGeom>
              <a:avLst/>
              <a:gdLst/>
              <a:ahLst/>
              <a:cxnLst/>
              <a:rect l="l" t="t" r="r" b="b"/>
              <a:pathLst>
                <a:path w="1862" h="225" extrusionOk="0">
                  <a:moveTo>
                    <a:pt x="1795" y="1"/>
                  </a:moveTo>
                  <a:cubicBezTo>
                    <a:pt x="1792" y="1"/>
                    <a:pt x="1788" y="1"/>
                    <a:pt x="1785" y="1"/>
                  </a:cubicBezTo>
                  <a:lnTo>
                    <a:pt x="64" y="91"/>
                  </a:lnTo>
                  <a:cubicBezTo>
                    <a:pt x="26" y="91"/>
                    <a:pt x="1" y="122"/>
                    <a:pt x="1" y="161"/>
                  </a:cubicBezTo>
                  <a:cubicBezTo>
                    <a:pt x="1" y="199"/>
                    <a:pt x="32" y="224"/>
                    <a:pt x="71" y="224"/>
                  </a:cubicBezTo>
                  <a:lnTo>
                    <a:pt x="77" y="224"/>
                  </a:lnTo>
                  <a:lnTo>
                    <a:pt x="1791" y="142"/>
                  </a:lnTo>
                  <a:cubicBezTo>
                    <a:pt x="1830" y="135"/>
                    <a:pt x="1862" y="103"/>
                    <a:pt x="1862" y="65"/>
                  </a:cubicBezTo>
                  <a:cubicBezTo>
                    <a:pt x="1856" y="30"/>
                    <a:pt x="1829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717;p49">
              <a:extLst>
                <a:ext uri="{FF2B5EF4-FFF2-40B4-BE49-F238E27FC236}">
                  <a16:creationId xmlns:a16="http://schemas.microsoft.com/office/drawing/2014/main" id="{B96CDA27-CB1D-899E-2E5B-1D16F7495DD4}"/>
                </a:ext>
              </a:extLst>
            </p:cNvPr>
            <p:cNvSpPr/>
            <p:nvPr/>
          </p:nvSpPr>
          <p:spPr>
            <a:xfrm>
              <a:off x="3387497" y="3287127"/>
              <a:ext cx="664071" cy="1048286"/>
            </a:xfrm>
            <a:custGeom>
              <a:avLst/>
              <a:gdLst/>
              <a:ahLst/>
              <a:cxnLst/>
              <a:rect l="l" t="t" r="r" b="b"/>
              <a:pathLst>
                <a:path w="11677" h="18446" extrusionOk="0">
                  <a:moveTo>
                    <a:pt x="7211" y="1"/>
                  </a:moveTo>
                  <a:cubicBezTo>
                    <a:pt x="6613" y="1"/>
                    <a:pt x="6018" y="44"/>
                    <a:pt x="5437" y="134"/>
                  </a:cubicBezTo>
                  <a:cubicBezTo>
                    <a:pt x="4876" y="2180"/>
                    <a:pt x="4201" y="4149"/>
                    <a:pt x="3633" y="6195"/>
                  </a:cubicBezTo>
                  <a:cubicBezTo>
                    <a:pt x="2524" y="10242"/>
                    <a:pt x="1161" y="14289"/>
                    <a:pt x="1" y="18317"/>
                  </a:cubicBezTo>
                  <a:cubicBezTo>
                    <a:pt x="877" y="18360"/>
                    <a:pt x="1712" y="18446"/>
                    <a:pt x="2558" y="18446"/>
                  </a:cubicBezTo>
                  <a:cubicBezTo>
                    <a:pt x="2974" y="18446"/>
                    <a:pt x="3392" y="18425"/>
                    <a:pt x="3818" y="18368"/>
                  </a:cubicBezTo>
                  <a:cubicBezTo>
                    <a:pt x="6661" y="15252"/>
                    <a:pt x="8139" y="10306"/>
                    <a:pt x="8911" y="7068"/>
                  </a:cubicBezTo>
                  <a:cubicBezTo>
                    <a:pt x="9835" y="4984"/>
                    <a:pt x="10752" y="2894"/>
                    <a:pt x="11677" y="810"/>
                  </a:cubicBezTo>
                  <a:cubicBezTo>
                    <a:pt x="10277" y="284"/>
                    <a:pt x="8732" y="1"/>
                    <a:pt x="72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718;p49">
              <a:extLst>
                <a:ext uri="{FF2B5EF4-FFF2-40B4-BE49-F238E27FC236}">
                  <a16:creationId xmlns:a16="http://schemas.microsoft.com/office/drawing/2014/main" id="{DCDEDB5E-985A-6E81-616B-63AC5906B2D8}"/>
                </a:ext>
              </a:extLst>
            </p:cNvPr>
            <p:cNvSpPr/>
            <p:nvPr/>
          </p:nvSpPr>
          <p:spPr>
            <a:xfrm>
              <a:off x="3644835" y="3565754"/>
              <a:ext cx="104811" cy="55011"/>
            </a:xfrm>
            <a:custGeom>
              <a:avLst/>
              <a:gdLst/>
              <a:ahLst/>
              <a:cxnLst/>
              <a:rect l="l" t="t" r="r" b="b"/>
              <a:pathLst>
                <a:path w="1843" h="968" extrusionOk="0">
                  <a:moveTo>
                    <a:pt x="145" y="1"/>
                  </a:moveTo>
                  <a:cubicBezTo>
                    <a:pt x="118" y="1"/>
                    <a:pt x="89" y="19"/>
                    <a:pt x="84" y="49"/>
                  </a:cubicBezTo>
                  <a:cubicBezTo>
                    <a:pt x="1" y="298"/>
                    <a:pt x="103" y="610"/>
                    <a:pt x="332" y="782"/>
                  </a:cubicBezTo>
                  <a:cubicBezTo>
                    <a:pt x="485" y="903"/>
                    <a:pt x="689" y="967"/>
                    <a:pt x="906" y="967"/>
                  </a:cubicBezTo>
                  <a:cubicBezTo>
                    <a:pt x="969" y="967"/>
                    <a:pt x="1027" y="961"/>
                    <a:pt x="1091" y="948"/>
                  </a:cubicBezTo>
                  <a:cubicBezTo>
                    <a:pt x="1377" y="903"/>
                    <a:pt x="1632" y="763"/>
                    <a:pt x="1798" y="661"/>
                  </a:cubicBezTo>
                  <a:cubicBezTo>
                    <a:pt x="1830" y="642"/>
                    <a:pt x="1843" y="598"/>
                    <a:pt x="1823" y="566"/>
                  </a:cubicBezTo>
                  <a:cubicBezTo>
                    <a:pt x="1810" y="544"/>
                    <a:pt x="1786" y="531"/>
                    <a:pt x="1761" y="531"/>
                  </a:cubicBezTo>
                  <a:cubicBezTo>
                    <a:pt x="1750" y="531"/>
                    <a:pt x="1738" y="534"/>
                    <a:pt x="1728" y="540"/>
                  </a:cubicBezTo>
                  <a:cubicBezTo>
                    <a:pt x="1569" y="636"/>
                    <a:pt x="1333" y="770"/>
                    <a:pt x="1071" y="814"/>
                  </a:cubicBezTo>
                  <a:cubicBezTo>
                    <a:pt x="1017" y="823"/>
                    <a:pt x="964" y="827"/>
                    <a:pt x="911" y="827"/>
                  </a:cubicBezTo>
                  <a:cubicBezTo>
                    <a:pt x="721" y="827"/>
                    <a:pt x="545" y="774"/>
                    <a:pt x="415" y="674"/>
                  </a:cubicBezTo>
                  <a:cubicBezTo>
                    <a:pt x="237" y="534"/>
                    <a:pt x="147" y="285"/>
                    <a:pt x="211" y="94"/>
                  </a:cubicBezTo>
                  <a:cubicBezTo>
                    <a:pt x="224" y="56"/>
                    <a:pt x="205" y="18"/>
                    <a:pt x="166" y="5"/>
                  </a:cubicBezTo>
                  <a:cubicBezTo>
                    <a:pt x="160" y="2"/>
                    <a:pt x="15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719;p49">
              <a:extLst>
                <a:ext uri="{FF2B5EF4-FFF2-40B4-BE49-F238E27FC236}">
                  <a16:creationId xmlns:a16="http://schemas.microsoft.com/office/drawing/2014/main" id="{5AD24BEA-9EBF-5782-3D8A-B2E66C0DA80A}"/>
                </a:ext>
              </a:extLst>
            </p:cNvPr>
            <p:cNvSpPr/>
            <p:nvPr/>
          </p:nvSpPr>
          <p:spPr>
            <a:xfrm>
              <a:off x="3187428" y="4149943"/>
              <a:ext cx="506769" cy="290060"/>
            </a:xfrm>
            <a:custGeom>
              <a:avLst/>
              <a:gdLst/>
              <a:ahLst/>
              <a:cxnLst/>
              <a:rect l="l" t="t" r="r" b="b"/>
              <a:pathLst>
                <a:path w="8911" h="5104" extrusionOk="0">
                  <a:moveTo>
                    <a:pt x="4845" y="0"/>
                  </a:moveTo>
                  <a:cubicBezTo>
                    <a:pt x="4706" y="0"/>
                    <a:pt x="4567" y="70"/>
                    <a:pt x="4462" y="164"/>
                  </a:cubicBezTo>
                  <a:cubicBezTo>
                    <a:pt x="4341" y="273"/>
                    <a:pt x="4258" y="413"/>
                    <a:pt x="4175" y="553"/>
                  </a:cubicBezTo>
                  <a:cubicBezTo>
                    <a:pt x="3920" y="974"/>
                    <a:pt x="3672" y="1388"/>
                    <a:pt x="3417" y="1809"/>
                  </a:cubicBezTo>
                  <a:cubicBezTo>
                    <a:pt x="2869" y="2720"/>
                    <a:pt x="2148" y="3498"/>
                    <a:pt x="1205" y="3982"/>
                  </a:cubicBezTo>
                  <a:cubicBezTo>
                    <a:pt x="950" y="4110"/>
                    <a:pt x="676" y="4218"/>
                    <a:pt x="447" y="4390"/>
                  </a:cubicBezTo>
                  <a:cubicBezTo>
                    <a:pt x="217" y="4562"/>
                    <a:pt x="20" y="4811"/>
                    <a:pt x="1" y="5097"/>
                  </a:cubicBezTo>
                  <a:lnTo>
                    <a:pt x="7649" y="5104"/>
                  </a:lnTo>
                  <a:cubicBezTo>
                    <a:pt x="8056" y="3842"/>
                    <a:pt x="8503" y="2561"/>
                    <a:pt x="8910" y="1299"/>
                  </a:cubicBezTo>
                  <a:lnTo>
                    <a:pt x="8910" y="1299"/>
                  </a:lnTo>
                  <a:cubicBezTo>
                    <a:pt x="7891" y="1535"/>
                    <a:pt x="6775" y="1821"/>
                    <a:pt x="5762" y="2064"/>
                  </a:cubicBezTo>
                  <a:cubicBezTo>
                    <a:pt x="5679" y="1598"/>
                    <a:pt x="5577" y="1133"/>
                    <a:pt x="5443" y="681"/>
                  </a:cubicBezTo>
                  <a:cubicBezTo>
                    <a:pt x="5361" y="387"/>
                    <a:pt x="5208" y="50"/>
                    <a:pt x="4908" y="5"/>
                  </a:cubicBezTo>
                  <a:cubicBezTo>
                    <a:pt x="4887" y="2"/>
                    <a:pt x="4866" y="0"/>
                    <a:pt x="4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720;p49">
              <a:extLst>
                <a:ext uri="{FF2B5EF4-FFF2-40B4-BE49-F238E27FC236}">
                  <a16:creationId xmlns:a16="http://schemas.microsoft.com/office/drawing/2014/main" id="{B4F0107D-B6E4-358E-1686-CFC8B6B1137C}"/>
                </a:ext>
              </a:extLst>
            </p:cNvPr>
            <p:cNvSpPr/>
            <p:nvPr/>
          </p:nvSpPr>
          <p:spPr>
            <a:xfrm>
              <a:off x="3196470" y="4387369"/>
              <a:ext cx="444098" cy="46487"/>
            </a:xfrm>
            <a:custGeom>
              <a:avLst/>
              <a:gdLst/>
              <a:ahLst/>
              <a:cxnLst/>
              <a:rect l="l" t="t" r="r" b="b"/>
              <a:pathLst>
                <a:path w="7809" h="818" extrusionOk="0">
                  <a:moveTo>
                    <a:pt x="7734" y="0"/>
                  </a:moveTo>
                  <a:cubicBezTo>
                    <a:pt x="7729" y="0"/>
                    <a:pt x="7724" y="1"/>
                    <a:pt x="7719" y="2"/>
                  </a:cubicBezTo>
                  <a:cubicBezTo>
                    <a:pt x="5729" y="452"/>
                    <a:pt x="3694" y="678"/>
                    <a:pt x="1657" y="678"/>
                  </a:cubicBezTo>
                  <a:cubicBezTo>
                    <a:pt x="1130" y="678"/>
                    <a:pt x="603" y="663"/>
                    <a:pt x="77" y="633"/>
                  </a:cubicBezTo>
                  <a:cubicBezTo>
                    <a:pt x="74" y="632"/>
                    <a:pt x="71" y="632"/>
                    <a:pt x="68" y="632"/>
                  </a:cubicBezTo>
                  <a:cubicBezTo>
                    <a:pt x="34" y="632"/>
                    <a:pt x="7" y="661"/>
                    <a:pt x="1" y="696"/>
                  </a:cubicBezTo>
                  <a:cubicBezTo>
                    <a:pt x="1" y="735"/>
                    <a:pt x="26" y="766"/>
                    <a:pt x="65" y="766"/>
                  </a:cubicBezTo>
                  <a:cubicBezTo>
                    <a:pt x="606" y="798"/>
                    <a:pt x="1142" y="817"/>
                    <a:pt x="1683" y="817"/>
                  </a:cubicBezTo>
                  <a:cubicBezTo>
                    <a:pt x="3723" y="817"/>
                    <a:pt x="5756" y="588"/>
                    <a:pt x="7751" y="135"/>
                  </a:cubicBezTo>
                  <a:cubicBezTo>
                    <a:pt x="7789" y="129"/>
                    <a:pt x="7808" y="91"/>
                    <a:pt x="7802" y="53"/>
                  </a:cubicBezTo>
                  <a:cubicBezTo>
                    <a:pt x="7796" y="19"/>
                    <a:pt x="7766" y="0"/>
                    <a:pt x="7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721;p49">
              <a:extLst>
                <a:ext uri="{FF2B5EF4-FFF2-40B4-BE49-F238E27FC236}">
                  <a16:creationId xmlns:a16="http://schemas.microsoft.com/office/drawing/2014/main" id="{BE12DF13-3FE6-0B67-3E50-E75B223082A1}"/>
                </a:ext>
              </a:extLst>
            </p:cNvPr>
            <p:cNvSpPr/>
            <p:nvPr/>
          </p:nvSpPr>
          <p:spPr>
            <a:xfrm>
              <a:off x="3290704" y="4259336"/>
              <a:ext cx="236409" cy="170547"/>
            </a:xfrm>
            <a:custGeom>
              <a:avLst/>
              <a:gdLst/>
              <a:ahLst/>
              <a:cxnLst/>
              <a:rect l="l" t="t" r="r" b="b"/>
              <a:pathLst>
                <a:path w="4157" h="3001" extrusionOk="0">
                  <a:moveTo>
                    <a:pt x="4080" y="0"/>
                  </a:moveTo>
                  <a:cubicBezTo>
                    <a:pt x="4053" y="0"/>
                    <a:pt x="4026" y="14"/>
                    <a:pt x="4016" y="43"/>
                  </a:cubicBezTo>
                  <a:cubicBezTo>
                    <a:pt x="3532" y="1114"/>
                    <a:pt x="2773" y="2076"/>
                    <a:pt x="1836" y="2828"/>
                  </a:cubicBezTo>
                  <a:cubicBezTo>
                    <a:pt x="1416" y="2248"/>
                    <a:pt x="791" y="1815"/>
                    <a:pt x="97" y="1643"/>
                  </a:cubicBezTo>
                  <a:cubicBezTo>
                    <a:pt x="90" y="1640"/>
                    <a:pt x="83" y="1639"/>
                    <a:pt x="76" y="1639"/>
                  </a:cubicBezTo>
                  <a:cubicBezTo>
                    <a:pt x="46" y="1639"/>
                    <a:pt x="19" y="1661"/>
                    <a:pt x="14" y="1687"/>
                  </a:cubicBezTo>
                  <a:cubicBezTo>
                    <a:pt x="1" y="1726"/>
                    <a:pt x="26" y="1764"/>
                    <a:pt x="65" y="1777"/>
                  </a:cubicBezTo>
                  <a:cubicBezTo>
                    <a:pt x="747" y="1949"/>
                    <a:pt x="1365" y="2382"/>
                    <a:pt x="1766" y="2968"/>
                  </a:cubicBezTo>
                  <a:cubicBezTo>
                    <a:pt x="1773" y="2981"/>
                    <a:pt x="1792" y="2994"/>
                    <a:pt x="1811" y="2994"/>
                  </a:cubicBezTo>
                  <a:cubicBezTo>
                    <a:pt x="1811" y="3000"/>
                    <a:pt x="1817" y="3000"/>
                    <a:pt x="1824" y="3000"/>
                  </a:cubicBezTo>
                  <a:cubicBezTo>
                    <a:pt x="1836" y="3000"/>
                    <a:pt x="1849" y="2994"/>
                    <a:pt x="1862" y="2981"/>
                  </a:cubicBezTo>
                  <a:cubicBezTo>
                    <a:pt x="2850" y="2210"/>
                    <a:pt x="3640" y="1209"/>
                    <a:pt x="4144" y="100"/>
                  </a:cubicBezTo>
                  <a:cubicBezTo>
                    <a:pt x="4156" y="69"/>
                    <a:pt x="4144" y="24"/>
                    <a:pt x="4105" y="5"/>
                  </a:cubicBezTo>
                  <a:cubicBezTo>
                    <a:pt x="4097" y="2"/>
                    <a:pt x="4089" y="0"/>
                    <a:pt x="4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722;p49">
              <a:extLst>
                <a:ext uri="{FF2B5EF4-FFF2-40B4-BE49-F238E27FC236}">
                  <a16:creationId xmlns:a16="http://schemas.microsoft.com/office/drawing/2014/main" id="{35B0C969-68FF-B0FB-D2D7-B4FB9F4EFC57}"/>
                </a:ext>
              </a:extLst>
            </p:cNvPr>
            <p:cNvSpPr/>
            <p:nvPr/>
          </p:nvSpPr>
          <p:spPr>
            <a:xfrm>
              <a:off x="3374815" y="4253256"/>
              <a:ext cx="73647" cy="21254"/>
            </a:xfrm>
            <a:custGeom>
              <a:avLst/>
              <a:gdLst/>
              <a:ahLst/>
              <a:cxnLst/>
              <a:rect l="l" t="t" r="r" b="b"/>
              <a:pathLst>
                <a:path w="1295" h="374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64" y="137"/>
                  </a:cubicBezTo>
                  <a:lnTo>
                    <a:pt x="1205" y="367"/>
                  </a:lnTo>
                  <a:cubicBezTo>
                    <a:pt x="1211" y="367"/>
                    <a:pt x="1218" y="373"/>
                    <a:pt x="1218" y="373"/>
                  </a:cubicBezTo>
                  <a:cubicBezTo>
                    <a:pt x="1256" y="373"/>
                    <a:pt x="1282" y="348"/>
                    <a:pt x="1288" y="316"/>
                  </a:cubicBezTo>
                  <a:cubicBezTo>
                    <a:pt x="1294" y="278"/>
                    <a:pt x="1269" y="239"/>
                    <a:pt x="1237" y="23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723;p49">
              <a:extLst>
                <a:ext uri="{FF2B5EF4-FFF2-40B4-BE49-F238E27FC236}">
                  <a16:creationId xmlns:a16="http://schemas.microsoft.com/office/drawing/2014/main" id="{8EF7E0D4-50D3-FD66-FF89-AE5E85DB4365}"/>
                </a:ext>
              </a:extLst>
            </p:cNvPr>
            <p:cNvSpPr/>
            <p:nvPr/>
          </p:nvSpPr>
          <p:spPr>
            <a:xfrm>
              <a:off x="3347973" y="4285591"/>
              <a:ext cx="84168" cy="24039"/>
            </a:xfrm>
            <a:custGeom>
              <a:avLst/>
              <a:gdLst/>
              <a:ahLst/>
              <a:cxnLst/>
              <a:rect l="l" t="t" r="r" b="b"/>
              <a:pathLst>
                <a:path w="1480" h="423" extrusionOk="0">
                  <a:moveTo>
                    <a:pt x="85" y="1"/>
                  </a:moveTo>
                  <a:cubicBezTo>
                    <a:pt x="51" y="1"/>
                    <a:pt x="19" y="25"/>
                    <a:pt x="14" y="59"/>
                  </a:cubicBezTo>
                  <a:cubicBezTo>
                    <a:pt x="1" y="97"/>
                    <a:pt x="26" y="129"/>
                    <a:pt x="65" y="142"/>
                  </a:cubicBezTo>
                  <a:lnTo>
                    <a:pt x="1390" y="422"/>
                  </a:lnTo>
                  <a:lnTo>
                    <a:pt x="1403" y="422"/>
                  </a:lnTo>
                  <a:cubicBezTo>
                    <a:pt x="1435" y="422"/>
                    <a:pt x="1467" y="403"/>
                    <a:pt x="1473" y="371"/>
                  </a:cubicBezTo>
                  <a:cubicBezTo>
                    <a:pt x="1480" y="333"/>
                    <a:pt x="1454" y="295"/>
                    <a:pt x="1422" y="289"/>
                  </a:cubicBezTo>
                  <a:lnTo>
                    <a:pt x="97" y="2"/>
                  </a:lnTo>
                  <a:cubicBezTo>
                    <a:pt x="93" y="1"/>
                    <a:pt x="89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724;p49">
              <a:extLst>
                <a:ext uri="{FF2B5EF4-FFF2-40B4-BE49-F238E27FC236}">
                  <a16:creationId xmlns:a16="http://schemas.microsoft.com/office/drawing/2014/main" id="{EFADDAC9-0EF1-30A3-E93F-E8E54E530FB9}"/>
                </a:ext>
              </a:extLst>
            </p:cNvPr>
            <p:cNvSpPr/>
            <p:nvPr/>
          </p:nvSpPr>
          <p:spPr>
            <a:xfrm>
              <a:off x="3319367" y="4317698"/>
              <a:ext cx="94632" cy="32507"/>
            </a:xfrm>
            <a:custGeom>
              <a:avLst/>
              <a:gdLst/>
              <a:ahLst/>
              <a:cxnLst/>
              <a:rect l="l" t="t" r="r" b="b"/>
              <a:pathLst>
                <a:path w="1664" h="572" extrusionOk="0">
                  <a:moveTo>
                    <a:pt x="76" y="1"/>
                  </a:moveTo>
                  <a:cubicBezTo>
                    <a:pt x="45" y="1"/>
                    <a:pt x="18" y="22"/>
                    <a:pt x="13" y="49"/>
                  </a:cubicBezTo>
                  <a:cubicBezTo>
                    <a:pt x="0" y="87"/>
                    <a:pt x="20" y="125"/>
                    <a:pt x="58" y="138"/>
                  </a:cubicBezTo>
                  <a:lnTo>
                    <a:pt x="1562" y="571"/>
                  </a:lnTo>
                  <a:lnTo>
                    <a:pt x="1581" y="571"/>
                  </a:lnTo>
                  <a:cubicBezTo>
                    <a:pt x="1613" y="571"/>
                    <a:pt x="1645" y="552"/>
                    <a:pt x="1651" y="520"/>
                  </a:cubicBezTo>
                  <a:cubicBezTo>
                    <a:pt x="1664" y="482"/>
                    <a:pt x="1638" y="444"/>
                    <a:pt x="1600" y="437"/>
                  </a:cubicBezTo>
                  <a:lnTo>
                    <a:pt x="96" y="4"/>
                  </a:lnTo>
                  <a:cubicBezTo>
                    <a:pt x="89" y="2"/>
                    <a:pt x="82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725;p49">
              <a:extLst>
                <a:ext uri="{FF2B5EF4-FFF2-40B4-BE49-F238E27FC236}">
                  <a16:creationId xmlns:a16="http://schemas.microsoft.com/office/drawing/2014/main" id="{8DA3BA39-EB3D-ECC6-D8BD-F90BE33822CC}"/>
                </a:ext>
              </a:extLst>
            </p:cNvPr>
            <p:cNvSpPr/>
            <p:nvPr/>
          </p:nvSpPr>
          <p:spPr>
            <a:xfrm>
              <a:off x="3658996" y="2667421"/>
              <a:ext cx="871760" cy="735323"/>
            </a:xfrm>
            <a:custGeom>
              <a:avLst/>
              <a:gdLst/>
              <a:ahLst/>
              <a:cxnLst/>
              <a:rect l="l" t="t" r="r" b="b"/>
              <a:pathLst>
                <a:path w="15329" h="12939" extrusionOk="0">
                  <a:moveTo>
                    <a:pt x="14959" y="1"/>
                  </a:moveTo>
                  <a:cubicBezTo>
                    <a:pt x="11090" y="498"/>
                    <a:pt x="7266" y="1116"/>
                    <a:pt x="3397" y="1613"/>
                  </a:cubicBezTo>
                  <a:cubicBezTo>
                    <a:pt x="2263" y="5004"/>
                    <a:pt x="1135" y="8394"/>
                    <a:pt x="0" y="11791"/>
                  </a:cubicBezTo>
                  <a:cubicBezTo>
                    <a:pt x="390" y="11759"/>
                    <a:pt x="777" y="11743"/>
                    <a:pt x="1160" y="11743"/>
                  </a:cubicBezTo>
                  <a:cubicBezTo>
                    <a:pt x="3121" y="11743"/>
                    <a:pt x="5001" y="12160"/>
                    <a:pt x="6845" y="12938"/>
                  </a:cubicBezTo>
                  <a:cubicBezTo>
                    <a:pt x="7158" y="12301"/>
                    <a:pt x="7470" y="11555"/>
                    <a:pt x="7782" y="10924"/>
                  </a:cubicBezTo>
                  <a:cubicBezTo>
                    <a:pt x="7789" y="11492"/>
                    <a:pt x="7795" y="12059"/>
                    <a:pt x="7801" y="12626"/>
                  </a:cubicBezTo>
                  <a:cubicBezTo>
                    <a:pt x="10268" y="12492"/>
                    <a:pt x="12709" y="12365"/>
                    <a:pt x="15175" y="12237"/>
                  </a:cubicBezTo>
                  <a:cubicBezTo>
                    <a:pt x="15328" y="8139"/>
                    <a:pt x="15258" y="4086"/>
                    <a:pt x="1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726;p49">
              <a:extLst>
                <a:ext uri="{FF2B5EF4-FFF2-40B4-BE49-F238E27FC236}">
                  <a16:creationId xmlns:a16="http://schemas.microsoft.com/office/drawing/2014/main" id="{FAC60636-C9DE-5955-3969-B852713B1C28}"/>
                </a:ext>
              </a:extLst>
            </p:cNvPr>
            <p:cNvSpPr/>
            <p:nvPr/>
          </p:nvSpPr>
          <p:spPr>
            <a:xfrm>
              <a:off x="4087740" y="2970427"/>
              <a:ext cx="155198" cy="334501"/>
            </a:xfrm>
            <a:custGeom>
              <a:avLst/>
              <a:gdLst/>
              <a:ahLst/>
              <a:cxnLst/>
              <a:rect l="l" t="t" r="r" b="b"/>
              <a:pathLst>
                <a:path w="2729" h="5886" extrusionOk="0">
                  <a:moveTo>
                    <a:pt x="2647" y="0"/>
                  </a:moveTo>
                  <a:cubicBezTo>
                    <a:pt x="2636" y="0"/>
                    <a:pt x="2624" y="3"/>
                    <a:pt x="2614" y="9"/>
                  </a:cubicBezTo>
                  <a:cubicBezTo>
                    <a:pt x="2518" y="73"/>
                    <a:pt x="2416" y="143"/>
                    <a:pt x="2314" y="207"/>
                  </a:cubicBezTo>
                  <a:cubicBezTo>
                    <a:pt x="2213" y="277"/>
                    <a:pt x="2111" y="341"/>
                    <a:pt x="2015" y="405"/>
                  </a:cubicBezTo>
                  <a:cubicBezTo>
                    <a:pt x="2002" y="411"/>
                    <a:pt x="1996" y="424"/>
                    <a:pt x="1989" y="436"/>
                  </a:cubicBezTo>
                  <a:lnTo>
                    <a:pt x="14" y="5796"/>
                  </a:lnTo>
                  <a:cubicBezTo>
                    <a:pt x="1" y="5828"/>
                    <a:pt x="20" y="5873"/>
                    <a:pt x="52" y="5886"/>
                  </a:cubicBezTo>
                  <a:lnTo>
                    <a:pt x="77" y="5886"/>
                  </a:lnTo>
                  <a:cubicBezTo>
                    <a:pt x="109" y="5886"/>
                    <a:pt x="135" y="5873"/>
                    <a:pt x="148" y="5841"/>
                  </a:cubicBezTo>
                  <a:lnTo>
                    <a:pt x="2111" y="507"/>
                  </a:lnTo>
                  <a:cubicBezTo>
                    <a:pt x="2200" y="449"/>
                    <a:pt x="2295" y="385"/>
                    <a:pt x="2391" y="322"/>
                  </a:cubicBezTo>
                  <a:cubicBezTo>
                    <a:pt x="2493" y="258"/>
                    <a:pt x="2595" y="188"/>
                    <a:pt x="2691" y="131"/>
                  </a:cubicBezTo>
                  <a:cubicBezTo>
                    <a:pt x="2722" y="105"/>
                    <a:pt x="2729" y="67"/>
                    <a:pt x="2710" y="35"/>
                  </a:cubicBezTo>
                  <a:cubicBezTo>
                    <a:pt x="2697" y="13"/>
                    <a:pt x="2672" y="0"/>
                    <a:pt x="2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27;p49">
              <a:extLst>
                <a:ext uri="{FF2B5EF4-FFF2-40B4-BE49-F238E27FC236}">
                  <a16:creationId xmlns:a16="http://schemas.microsoft.com/office/drawing/2014/main" id="{92AE2546-2FB1-5D8E-1D8E-86BDC3CFB8AE}"/>
                </a:ext>
              </a:extLst>
            </p:cNvPr>
            <p:cNvSpPr/>
            <p:nvPr/>
          </p:nvSpPr>
          <p:spPr>
            <a:xfrm>
              <a:off x="4438629" y="2692425"/>
              <a:ext cx="90651" cy="155771"/>
            </a:xfrm>
            <a:custGeom>
              <a:avLst/>
              <a:gdLst/>
              <a:ahLst/>
              <a:cxnLst/>
              <a:rect l="l" t="t" r="r" b="b"/>
              <a:pathLst>
                <a:path w="1594" h="27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7" y="1122"/>
                    <a:pt x="587" y="2167"/>
                    <a:pt x="1479" y="2728"/>
                  </a:cubicBezTo>
                  <a:cubicBezTo>
                    <a:pt x="1492" y="2741"/>
                    <a:pt x="1504" y="2741"/>
                    <a:pt x="1517" y="2741"/>
                  </a:cubicBezTo>
                  <a:cubicBezTo>
                    <a:pt x="1536" y="2741"/>
                    <a:pt x="1562" y="2728"/>
                    <a:pt x="1575" y="2709"/>
                  </a:cubicBezTo>
                  <a:cubicBezTo>
                    <a:pt x="1594" y="2677"/>
                    <a:pt x="1581" y="2632"/>
                    <a:pt x="1549" y="2613"/>
                  </a:cubicBezTo>
                  <a:cubicBezTo>
                    <a:pt x="701" y="2072"/>
                    <a:pt x="147" y="1077"/>
                    <a:pt x="141" y="70"/>
                  </a:cubicBezTo>
                  <a:cubicBezTo>
                    <a:pt x="141" y="32"/>
                    <a:pt x="10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28;p49">
              <a:extLst>
                <a:ext uri="{FF2B5EF4-FFF2-40B4-BE49-F238E27FC236}">
                  <a16:creationId xmlns:a16="http://schemas.microsoft.com/office/drawing/2014/main" id="{B5D2C47E-E376-0AF0-A8C9-744E35EA3D37}"/>
                </a:ext>
              </a:extLst>
            </p:cNvPr>
            <p:cNvSpPr/>
            <p:nvPr/>
          </p:nvSpPr>
          <p:spPr>
            <a:xfrm>
              <a:off x="3820621" y="2732091"/>
              <a:ext cx="245110" cy="180947"/>
            </a:xfrm>
            <a:custGeom>
              <a:avLst/>
              <a:gdLst/>
              <a:ahLst/>
              <a:cxnLst/>
              <a:rect l="l" t="t" r="r" b="b"/>
              <a:pathLst>
                <a:path w="4310" h="3184" extrusionOk="0">
                  <a:moveTo>
                    <a:pt x="4232" y="0"/>
                  </a:moveTo>
                  <a:cubicBezTo>
                    <a:pt x="4201" y="0"/>
                    <a:pt x="4174" y="23"/>
                    <a:pt x="4169" y="54"/>
                  </a:cubicBezTo>
                  <a:cubicBezTo>
                    <a:pt x="3952" y="940"/>
                    <a:pt x="3404" y="1756"/>
                    <a:pt x="2665" y="2291"/>
                  </a:cubicBezTo>
                  <a:cubicBezTo>
                    <a:pt x="2002" y="2776"/>
                    <a:pt x="1167" y="3046"/>
                    <a:pt x="339" y="3046"/>
                  </a:cubicBezTo>
                  <a:cubicBezTo>
                    <a:pt x="251" y="3046"/>
                    <a:pt x="164" y="3043"/>
                    <a:pt x="77" y="3037"/>
                  </a:cubicBezTo>
                  <a:cubicBezTo>
                    <a:pt x="39" y="3037"/>
                    <a:pt x="7" y="3063"/>
                    <a:pt x="1" y="3101"/>
                  </a:cubicBezTo>
                  <a:cubicBezTo>
                    <a:pt x="1" y="3139"/>
                    <a:pt x="26" y="3177"/>
                    <a:pt x="65" y="3177"/>
                  </a:cubicBezTo>
                  <a:cubicBezTo>
                    <a:pt x="154" y="3184"/>
                    <a:pt x="243" y="3184"/>
                    <a:pt x="332" y="3184"/>
                  </a:cubicBezTo>
                  <a:cubicBezTo>
                    <a:pt x="1186" y="3184"/>
                    <a:pt x="2059" y="2910"/>
                    <a:pt x="2748" y="2406"/>
                  </a:cubicBezTo>
                  <a:cubicBezTo>
                    <a:pt x="3513" y="1845"/>
                    <a:pt x="4080" y="1004"/>
                    <a:pt x="4303" y="86"/>
                  </a:cubicBezTo>
                  <a:cubicBezTo>
                    <a:pt x="4309" y="48"/>
                    <a:pt x="4290" y="10"/>
                    <a:pt x="4252" y="3"/>
                  </a:cubicBezTo>
                  <a:cubicBezTo>
                    <a:pt x="4245" y="1"/>
                    <a:pt x="4238" y="0"/>
                    <a:pt x="4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9;p49">
              <a:extLst>
                <a:ext uri="{FF2B5EF4-FFF2-40B4-BE49-F238E27FC236}">
                  <a16:creationId xmlns:a16="http://schemas.microsoft.com/office/drawing/2014/main" id="{E8AFD8DA-7A1E-3EE6-B739-85FB162B48C4}"/>
                </a:ext>
              </a:extLst>
            </p:cNvPr>
            <p:cNvSpPr/>
            <p:nvPr/>
          </p:nvSpPr>
          <p:spPr>
            <a:xfrm>
              <a:off x="3670199" y="3275705"/>
              <a:ext cx="408895" cy="89337"/>
            </a:xfrm>
            <a:custGeom>
              <a:avLst/>
              <a:gdLst/>
              <a:ahLst/>
              <a:cxnLst/>
              <a:rect l="l" t="t" r="r" b="b"/>
              <a:pathLst>
                <a:path w="7190" h="1572" extrusionOk="0">
                  <a:moveTo>
                    <a:pt x="1166" y="1"/>
                  </a:moveTo>
                  <a:cubicBezTo>
                    <a:pt x="798" y="1"/>
                    <a:pt x="430" y="17"/>
                    <a:pt x="65" y="48"/>
                  </a:cubicBezTo>
                  <a:cubicBezTo>
                    <a:pt x="26" y="55"/>
                    <a:pt x="1" y="87"/>
                    <a:pt x="1" y="125"/>
                  </a:cubicBezTo>
                  <a:cubicBezTo>
                    <a:pt x="7" y="160"/>
                    <a:pt x="34" y="189"/>
                    <a:pt x="68" y="189"/>
                  </a:cubicBezTo>
                  <a:cubicBezTo>
                    <a:pt x="71" y="189"/>
                    <a:pt x="74" y="189"/>
                    <a:pt x="77" y="189"/>
                  </a:cubicBezTo>
                  <a:cubicBezTo>
                    <a:pt x="442" y="157"/>
                    <a:pt x="809" y="141"/>
                    <a:pt x="1177" y="141"/>
                  </a:cubicBezTo>
                  <a:cubicBezTo>
                    <a:pt x="3218" y="141"/>
                    <a:pt x="5278" y="631"/>
                    <a:pt x="7082" y="1565"/>
                  </a:cubicBezTo>
                  <a:cubicBezTo>
                    <a:pt x="7088" y="1565"/>
                    <a:pt x="7101" y="1572"/>
                    <a:pt x="7114" y="1572"/>
                  </a:cubicBezTo>
                  <a:cubicBezTo>
                    <a:pt x="7139" y="1572"/>
                    <a:pt x="7158" y="1559"/>
                    <a:pt x="7171" y="1533"/>
                  </a:cubicBezTo>
                  <a:cubicBezTo>
                    <a:pt x="7190" y="1502"/>
                    <a:pt x="7177" y="1457"/>
                    <a:pt x="7145" y="1438"/>
                  </a:cubicBezTo>
                  <a:cubicBezTo>
                    <a:pt x="5317" y="497"/>
                    <a:pt x="3232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0;p49">
              <a:extLst>
                <a:ext uri="{FF2B5EF4-FFF2-40B4-BE49-F238E27FC236}">
                  <a16:creationId xmlns:a16="http://schemas.microsoft.com/office/drawing/2014/main" id="{AC751023-4C27-7299-924B-387E71FBB4EC}"/>
                </a:ext>
              </a:extLst>
            </p:cNvPr>
            <p:cNvSpPr/>
            <p:nvPr/>
          </p:nvSpPr>
          <p:spPr>
            <a:xfrm>
              <a:off x="4093199" y="3305256"/>
              <a:ext cx="429539" cy="42054"/>
            </a:xfrm>
            <a:custGeom>
              <a:avLst/>
              <a:gdLst/>
              <a:ahLst/>
              <a:cxnLst/>
              <a:rect l="l" t="t" r="r" b="b"/>
              <a:pathLst>
                <a:path w="7553" h="740" extrusionOk="0">
                  <a:moveTo>
                    <a:pt x="7477" y="0"/>
                  </a:moveTo>
                  <a:lnTo>
                    <a:pt x="64" y="605"/>
                  </a:lnTo>
                  <a:cubicBezTo>
                    <a:pt x="26" y="605"/>
                    <a:pt x="1" y="637"/>
                    <a:pt x="1" y="676"/>
                  </a:cubicBezTo>
                  <a:cubicBezTo>
                    <a:pt x="7" y="714"/>
                    <a:pt x="39" y="739"/>
                    <a:pt x="71" y="739"/>
                  </a:cubicBezTo>
                  <a:lnTo>
                    <a:pt x="77" y="739"/>
                  </a:lnTo>
                  <a:lnTo>
                    <a:pt x="7483" y="140"/>
                  </a:lnTo>
                  <a:cubicBezTo>
                    <a:pt x="7521" y="140"/>
                    <a:pt x="7553" y="102"/>
                    <a:pt x="7547" y="64"/>
                  </a:cubicBezTo>
                  <a:cubicBezTo>
                    <a:pt x="7547" y="26"/>
                    <a:pt x="7515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31;p49">
              <a:extLst>
                <a:ext uri="{FF2B5EF4-FFF2-40B4-BE49-F238E27FC236}">
                  <a16:creationId xmlns:a16="http://schemas.microsoft.com/office/drawing/2014/main" id="{6DC83536-94FE-618F-4ACD-747E9AEAD3B9}"/>
                </a:ext>
              </a:extLst>
            </p:cNvPr>
            <p:cNvSpPr/>
            <p:nvPr/>
          </p:nvSpPr>
          <p:spPr>
            <a:xfrm>
              <a:off x="4154847" y="3108916"/>
              <a:ext cx="14900" cy="230446"/>
            </a:xfrm>
            <a:custGeom>
              <a:avLst/>
              <a:gdLst/>
              <a:ahLst/>
              <a:cxnLst/>
              <a:rect l="l" t="t" r="r" b="b"/>
              <a:pathLst>
                <a:path w="262" h="4055" extrusionOk="0">
                  <a:moveTo>
                    <a:pt x="191" y="1"/>
                  </a:moveTo>
                  <a:cubicBezTo>
                    <a:pt x="153" y="1"/>
                    <a:pt x="121" y="26"/>
                    <a:pt x="121" y="64"/>
                  </a:cubicBezTo>
                  <a:lnTo>
                    <a:pt x="0" y="3984"/>
                  </a:lnTo>
                  <a:cubicBezTo>
                    <a:pt x="0" y="4022"/>
                    <a:pt x="32" y="4054"/>
                    <a:pt x="70" y="4054"/>
                  </a:cubicBezTo>
                  <a:cubicBezTo>
                    <a:pt x="108" y="4054"/>
                    <a:pt x="140" y="4029"/>
                    <a:pt x="140" y="3990"/>
                  </a:cubicBezTo>
                  <a:lnTo>
                    <a:pt x="261" y="71"/>
                  </a:lnTo>
                  <a:cubicBezTo>
                    <a:pt x="261" y="33"/>
                    <a:pt x="22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32;p49">
              <a:extLst>
                <a:ext uri="{FF2B5EF4-FFF2-40B4-BE49-F238E27FC236}">
                  <a16:creationId xmlns:a16="http://schemas.microsoft.com/office/drawing/2014/main" id="{CB682DAC-6F32-CABB-B2EB-A79AF0552A13}"/>
                </a:ext>
              </a:extLst>
            </p:cNvPr>
            <p:cNvSpPr/>
            <p:nvPr/>
          </p:nvSpPr>
          <p:spPr>
            <a:xfrm>
              <a:off x="3305604" y="2407377"/>
              <a:ext cx="452742" cy="450719"/>
            </a:xfrm>
            <a:custGeom>
              <a:avLst/>
              <a:gdLst/>
              <a:ahLst/>
              <a:cxnLst/>
              <a:rect l="l" t="t" r="r" b="b"/>
              <a:pathLst>
                <a:path w="7961" h="7931" extrusionOk="0">
                  <a:moveTo>
                    <a:pt x="3238" y="0"/>
                  </a:moveTo>
                  <a:cubicBezTo>
                    <a:pt x="2193" y="874"/>
                    <a:pt x="1339" y="1983"/>
                    <a:pt x="695" y="3181"/>
                  </a:cubicBezTo>
                  <a:cubicBezTo>
                    <a:pt x="414" y="3697"/>
                    <a:pt x="179" y="4251"/>
                    <a:pt x="89" y="4831"/>
                  </a:cubicBezTo>
                  <a:cubicBezTo>
                    <a:pt x="0" y="5411"/>
                    <a:pt x="70" y="6036"/>
                    <a:pt x="376" y="6540"/>
                  </a:cubicBezTo>
                  <a:cubicBezTo>
                    <a:pt x="650" y="6998"/>
                    <a:pt x="1103" y="7336"/>
                    <a:pt x="1600" y="7547"/>
                  </a:cubicBezTo>
                  <a:cubicBezTo>
                    <a:pt x="2097" y="7757"/>
                    <a:pt x="2632" y="7846"/>
                    <a:pt x="3168" y="7891"/>
                  </a:cubicBezTo>
                  <a:cubicBezTo>
                    <a:pt x="3477" y="7917"/>
                    <a:pt x="3787" y="7931"/>
                    <a:pt x="4097" y="7931"/>
                  </a:cubicBezTo>
                  <a:cubicBezTo>
                    <a:pt x="5416" y="7931"/>
                    <a:pt x="6732" y="7690"/>
                    <a:pt x="7961" y="7215"/>
                  </a:cubicBezTo>
                  <a:lnTo>
                    <a:pt x="7253" y="4876"/>
                  </a:lnTo>
                  <a:cubicBezTo>
                    <a:pt x="6418" y="4577"/>
                    <a:pt x="4882" y="4341"/>
                    <a:pt x="4882" y="4341"/>
                  </a:cubicBezTo>
                  <a:cubicBezTo>
                    <a:pt x="5730" y="3659"/>
                    <a:pt x="6616" y="2945"/>
                    <a:pt x="7463" y="2257"/>
                  </a:cubicBezTo>
                  <a:cubicBezTo>
                    <a:pt x="6029" y="1581"/>
                    <a:pt x="4595" y="816"/>
                    <a:pt x="3238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33;p49">
              <a:extLst>
                <a:ext uri="{FF2B5EF4-FFF2-40B4-BE49-F238E27FC236}">
                  <a16:creationId xmlns:a16="http://schemas.microsoft.com/office/drawing/2014/main" id="{E1595FE6-EF8C-92F1-6C77-E019B633CC50}"/>
                </a:ext>
              </a:extLst>
            </p:cNvPr>
            <p:cNvSpPr/>
            <p:nvPr/>
          </p:nvSpPr>
          <p:spPr>
            <a:xfrm>
              <a:off x="3435723" y="2631165"/>
              <a:ext cx="158440" cy="30518"/>
            </a:xfrm>
            <a:custGeom>
              <a:avLst/>
              <a:gdLst/>
              <a:ahLst/>
              <a:cxnLst/>
              <a:rect l="l" t="t" r="r" b="b"/>
              <a:pathLst>
                <a:path w="2786" h="537" extrusionOk="0">
                  <a:moveTo>
                    <a:pt x="132" y="1"/>
                  </a:moveTo>
                  <a:cubicBezTo>
                    <a:pt x="111" y="1"/>
                    <a:pt x="91" y="1"/>
                    <a:pt x="70" y="1"/>
                  </a:cubicBezTo>
                  <a:cubicBezTo>
                    <a:pt x="32" y="1"/>
                    <a:pt x="0" y="33"/>
                    <a:pt x="0" y="71"/>
                  </a:cubicBezTo>
                  <a:cubicBezTo>
                    <a:pt x="0" y="110"/>
                    <a:pt x="32" y="141"/>
                    <a:pt x="70" y="141"/>
                  </a:cubicBezTo>
                  <a:cubicBezTo>
                    <a:pt x="91" y="141"/>
                    <a:pt x="111" y="141"/>
                    <a:pt x="131" y="141"/>
                  </a:cubicBezTo>
                  <a:cubicBezTo>
                    <a:pt x="996" y="141"/>
                    <a:pt x="1855" y="275"/>
                    <a:pt x="2683" y="530"/>
                  </a:cubicBezTo>
                  <a:cubicBezTo>
                    <a:pt x="2690" y="530"/>
                    <a:pt x="2696" y="537"/>
                    <a:pt x="2703" y="537"/>
                  </a:cubicBezTo>
                  <a:cubicBezTo>
                    <a:pt x="2734" y="537"/>
                    <a:pt x="2760" y="517"/>
                    <a:pt x="2773" y="486"/>
                  </a:cubicBezTo>
                  <a:cubicBezTo>
                    <a:pt x="2785" y="447"/>
                    <a:pt x="2760" y="409"/>
                    <a:pt x="2728" y="396"/>
                  </a:cubicBezTo>
                  <a:cubicBezTo>
                    <a:pt x="1887" y="135"/>
                    <a:pt x="1010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34;p49">
              <a:extLst>
                <a:ext uri="{FF2B5EF4-FFF2-40B4-BE49-F238E27FC236}">
                  <a16:creationId xmlns:a16="http://schemas.microsoft.com/office/drawing/2014/main" id="{340DFDEA-333F-FD31-5F1E-0157AB37AAF8}"/>
                </a:ext>
              </a:extLst>
            </p:cNvPr>
            <p:cNvSpPr/>
            <p:nvPr/>
          </p:nvSpPr>
          <p:spPr>
            <a:xfrm>
              <a:off x="3434643" y="1018565"/>
              <a:ext cx="874263" cy="872795"/>
            </a:xfrm>
            <a:custGeom>
              <a:avLst/>
              <a:gdLst/>
              <a:ahLst/>
              <a:cxnLst/>
              <a:rect l="l" t="t" r="r" b="b"/>
              <a:pathLst>
                <a:path w="15373" h="15358" extrusionOk="0">
                  <a:moveTo>
                    <a:pt x="1297" y="1"/>
                  </a:moveTo>
                  <a:cubicBezTo>
                    <a:pt x="884" y="1"/>
                    <a:pt x="473" y="26"/>
                    <a:pt x="64" y="80"/>
                  </a:cubicBezTo>
                  <a:cubicBezTo>
                    <a:pt x="0" y="272"/>
                    <a:pt x="204" y="495"/>
                    <a:pt x="402" y="507"/>
                  </a:cubicBezTo>
                  <a:lnTo>
                    <a:pt x="357" y="514"/>
                  </a:lnTo>
                  <a:cubicBezTo>
                    <a:pt x="312" y="603"/>
                    <a:pt x="357" y="718"/>
                    <a:pt x="440" y="788"/>
                  </a:cubicBezTo>
                  <a:cubicBezTo>
                    <a:pt x="516" y="852"/>
                    <a:pt x="618" y="884"/>
                    <a:pt x="720" y="909"/>
                  </a:cubicBezTo>
                  <a:cubicBezTo>
                    <a:pt x="1084" y="1005"/>
                    <a:pt x="1530" y="1177"/>
                    <a:pt x="1893" y="1272"/>
                  </a:cubicBezTo>
                  <a:cubicBezTo>
                    <a:pt x="2129" y="1527"/>
                    <a:pt x="2409" y="1769"/>
                    <a:pt x="2645" y="2031"/>
                  </a:cubicBezTo>
                  <a:cubicBezTo>
                    <a:pt x="2263" y="2043"/>
                    <a:pt x="1880" y="2063"/>
                    <a:pt x="1504" y="2082"/>
                  </a:cubicBezTo>
                  <a:cubicBezTo>
                    <a:pt x="1402" y="2088"/>
                    <a:pt x="1300" y="2088"/>
                    <a:pt x="1217" y="2139"/>
                  </a:cubicBezTo>
                  <a:cubicBezTo>
                    <a:pt x="1128" y="2184"/>
                    <a:pt x="1065" y="2279"/>
                    <a:pt x="1084" y="2375"/>
                  </a:cubicBezTo>
                  <a:cubicBezTo>
                    <a:pt x="1766" y="2445"/>
                    <a:pt x="2403" y="2827"/>
                    <a:pt x="3034" y="3082"/>
                  </a:cubicBezTo>
                  <a:cubicBezTo>
                    <a:pt x="3443" y="3250"/>
                    <a:pt x="3891" y="3381"/>
                    <a:pt x="4324" y="3381"/>
                  </a:cubicBezTo>
                  <a:cubicBezTo>
                    <a:pt x="4567" y="3381"/>
                    <a:pt x="4805" y="3340"/>
                    <a:pt x="5029" y="3242"/>
                  </a:cubicBezTo>
                  <a:cubicBezTo>
                    <a:pt x="6533" y="4778"/>
                    <a:pt x="8362" y="6702"/>
                    <a:pt x="9866" y="8232"/>
                  </a:cubicBezTo>
                  <a:cubicBezTo>
                    <a:pt x="10669" y="10724"/>
                    <a:pt x="10892" y="12795"/>
                    <a:pt x="11319" y="15357"/>
                  </a:cubicBezTo>
                  <a:lnTo>
                    <a:pt x="15373" y="15332"/>
                  </a:lnTo>
                  <a:cubicBezTo>
                    <a:pt x="15048" y="13892"/>
                    <a:pt x="14716" y="12451"/>
                    <a:pt x="14391" y="11011"/>
                  </a:cubicBezTo>
                  <a:cubicBezTo>
                    <a:pt x="14143" y="9921"/>
                    <a:pt x="13894" y="8825"/>
                    <a:pt x="13422" y="7811"/>
                  </a:cubicBezTo>
                  <a:cubicBezTo>
                    <a:pt x="12772" y="6409"/>
                    <a:pt x="11727" y="5224"/>
                    <a:pt x="10548" y="4230"/>
                  </a:cubicBezTo>
                  <a:cubicBezTo>
                    <a:pt x="9369" y="3235"/>
                    <a:pt x="7999" y="2464"/>
                    <a:pt x="6737" y="1572"/>
                  </a:cubicBezTo>
                  <a:cubicBezTo>
                    <a:pt x="6087" y="1113"/>
                    <a:pt x="5367" y="750"/>
                    <a:pt x="4602" y="501"/>
                  </a:cubicBezTo>
                  <a:cubicBezTo>
                    <a:pt x="4251" y="386"/>
                    <a:pt x="3888" y="297"/>
                    <a:pt x="3518" y="227"/>
                  </a:cubicBezTo>
                  <a:cubicBezTo>
                    <a:pt x="2788" y="83"/>
                    <a:pt x="2042" y="1"/>
                    <a:pt x="1297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35;p49">
              <a:extLst>
                <a:ext uri="{FF2B5EF4-FFF2-40B4-BE49-F238E27FC236}">
                  <a16:creationId xmlns:a16="http://schemas.microsoft.com/office/drawing/2014/main" id="{53599B88-DABB-A77D-B291-B50FD1E6B561}"/>
                </a:ext>
              </a:extLst>
            </p:cNvPr>
            <p:cNvSpPr/>
            <p:nvPr/>
          </p:nvSpPr>
          <p:spPr>
            <a:xfrm>
              <a:off x="3577444" y="1128072"/>
              <a:ext cx="63126" cy="9888"/>
            </a:xfrm>
            <a:custGeom>
              <a:avLst/>
              <a:gdLst/>
              <a:ahLst/>
              <a:cxnLst/>
              <a:rect l="l" t="t" r="r" b="b"/>
              <a:pathLst>
                <a:path w="1110" h="174" extrusionOk="0">
                  <a:moveTo>
                    <a:pt x="67" y="1"/>
                  </a:moveTo>
                  <a:cubicBezTo>
                    <a:pt x="33" y="1"/>
                    <a:pt x="6" y="31"/>
                    <a:pt x="0" y="65"/>
                  </a:cubicBezTo>
                  <a:cubicBezTo>
                    <a:pt x="0" y="104"/>
                    <a:pt x="32" y="136"/>
                    <a:pt x="70" y="136"/>
                  </a:cubicBezTo>
                  <a:lnTo>
                    <a:pt x="1033" y="174"/>
                  </a:lnTo>
                  <a:lnTo>
                    <a:pt x="1039" y="174"/>
                  </a:lnTo>
                  <a:cubicBezTo>
                    <a:pt x="1077" y="174"/>
                    <a:pt x="1109" y="148"/>
                    <a:pt x="1109" y="110"/>
                  </a:cubicBezTo>
                  <a:cubicBezTo>
                    <a:pt x="1109" y="72"/>
                    <a:pt x="1077" y="40"/>
                    <a:pt x="1039" y="34"/>
                  </a:cubicBezTo>
                  <a:lnTo>
                    <a:pt x="77" y="2"/>
                  </a:ln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36;p49">
              <a:extLst>
                <a:ext uri="{FF2B5EF4-FFF2-40B4-BE49-F238E27FC236}">
                  <a16:creationId xmlns:a16="http://schemas.microsoft.com/office/drawing/2014/main" id="{EA87954D-CEBB-D08B-44B6-89B1BF5D9FDE}"/>
                </a:ext>
              </a:extLst>
            </p:cNvPr>
            <p:cNvSpPr/>
            <p:nvPr/>
          </p:nvSpPr>
          <p:spPr>
            <a:xfrm>
              <a:off x="3452727" y="1037602"/>
              <a:ext cx="195064" cy="107636"/>
            </a:xfrm>
            <a:custGeom>
              <a:avLst/>
              <a:gdLst/>
              <a:ahLst/>
              <a:cxnLst/>
              <a:rect l="l" t="t" r="r" b="b"/>
              <a:pathLst>
                <a:path w="3430" h="1894" extrusionOk="0">
                  <a:moveTo>
                    <a:pt x="77" y="0"/>
                  </a:moveTo>
                  <a:cubicBezTo>
                    <a:pt x="39" y="0"/>
                    <a:pt x="7" y="26"/>
                    <a:pt x="1" y="64"/>
                  </a:cubicBezTo>
                  <a:cubicBezTo>
                    <a:pt x="1" y="102"/>
                    <a:pt x="26" y="141"/>
                    <a:pt x="65" y="141"/>
                  </a:cubicBezTo>
                  <a:cubicBezTo>
                    <a:pt x="810" y="223"/>
                    <a:pt x="1562" y="357"/>
                    <a:pt x="2289" y="542"/>
                  </a:cubicBezTo>
                  <a:cubicBezTo>
                    <a:pt x="2448" y="765"/>
                    <a:pt x="2620" y="982"/>
                    <a:pt x="2786" y="1199"/>
                  </a:cubicBezTo>
                  <a:cubicBezTo>
                    <a:pt x="2958" y="1415"/>
                    <a:pt x="3137" y="1638"/>
                    <a:pt x="3296" y="1868"/>
                  </a:cubicBezTo>
                  <a:cubicBezTo>
                    <a:pt x="3309" y="1887"/>
                    <a:pt x="3328" y="1893"/>
                    <a:pt x="3353" y="1893"/>
                  </a:cubicBezTo>
                  <a:cubicBezTo>
                    <a:pt x="3366" y="1893"/>
                    <a:pt x="3379" y="1893"/>
                    <a:pt x="3391" y="1881"/>
                  </a:cubicBezTo>
                  <a:cubicBezTo>
                    <a:pt x="3423" y="1861"/>
                    <a:pt x="3430" y="1817"/>
                    <a:pt x="3404" y="1785"/>
                  </a:cubicBezTo>
                  <a:cubicBezTo>
                    <a:pt x="3245" y="1556"/>
                    <a:pt x="3066" y="1326"/>
                    <a:pt x="2894" y="1109"/>
                  </a:cubicBezTo>
                  <a:cubicBezTo>
                    <a:pt x="2722" y="893"/>
                    <a:pt x="2544" y="670"/>
                    <a:pt x="2384" y="440"/>
                  </a:cubicBezTo>
                  <a:cubicBezTo>
                    <a:pt x="2378" y="427"/>
                    <a:pt x="2365" y="415"/>
                    <a:pt x="2346" y="415"/>
                  </a:cubicBezTo>
                  <a:cubicBezTo>
                    <a:pt x="1607" y="223"/>
                    <a:pt x="842" y="8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737;p49">
              <a:extLst>
                <a:ext uri="{FF2B5EF4-FFF2-40B4-BE49-F238E27FC236}">
                  <a16:creationId xmlns:a16="http://schemas.microsoft.com/office/drawing/2014/main" id="{5A207965-B74A-3460-938D-A00C990E1DE4}"/>
                </a:ext>
              </a:extLst>
            </p:cNvPr>
            <p:cNvSpPr/>
            <p:nvPr/>
          </p:nvSpPr>
          <p:spPr>
            <a:xfrm>
              <a:off x="3477011" y="1044023"/>
              <a:ext cx="93949" cy="42907"/>
            </a:xfrm>
            <a:custGeom>
              <a:avLst/>
              <a:gdLst/>
              <a:ahLst/>
              <a:cxnLst/>
              <a:rect l="l" t="t" r="r" b="b"/>
              <a:pathLst>
                <a:path w="1652" h="755" extrusionOk="0">
                  <a:moveTo>
                    <a:pt x="79" y="1"/>
                  </a:moveTo>
                  <a:cubicBezTo>
                    <a:pt x="52" y="1"/>
                    <a:pt x="29" y="19"/>
                    <a:pt x="20" y="47"/>
                  </a:cubicBezTo>
                  <a:cubicBezTo>
                    <a:pt x="1" y="79"/>
                    <a:pt x="20" y="123"/>
                    <a:pt x="58" y="136"/>
                  </a:cubicBezTo>
                  <a:lnTo>
                    <a:pt x="1543" y="748"/>
                  </a:lnTo>
                  <a:cubicBezTo>
                    <a:pt x="1556" y="748"/>
                    <a:pt x="1562" y="754"/>
                    <a:pt x="1575" y="754"/>
                  </a:cubicBezTo>
                  <a:cubicBezTo>
                    <a:pt x="1601" y="754"/>
                    <a:pt x="1626" y="735"/>
                    <a:pt x="1639" y="710"/>
                  </a:cubicBezTo>
                  <a:cubicBezTo>
                    <a:pt x="1652" y="671"/>
                    <a:pt x="1632" y="633"/>
                    <a:pt x="1601" y="620"/>
                  </a:cubicBezTo>
                  <a:lnTo>
                    <a:pt x="109" y="8"/>
                  </a:lnTo>
                  <a:cubicBezTo>
                    <a:pt x="99" y="3"/>
                    <a:pt x="8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738;p49">
              <a:extLst>
                <a:ext uri="{FF2B5EF4-FFF2-40B4-BE49-F238E27FC236}">
                  <a16:creationId xmlns:a16="http://schemas.microsoft.com/office/drawing/2014/main" id="{04FFF7EA-7968-CEDE-066D-07271882DF34}"/>
                </a:ext>
              </a:extLst>
            </p:cNvPr>
            <p:cNvSpPr/>
            <p:nvPr/>
          </p:nvSpPr>
          <p:spPr>
            <a:xfrm>
              <a:off x="3559302" y="1066186"/>
              <a:ext cx="29402" cy="35235"/>
            </a:xfrm>
            <a:custGeom>
              <a:avLst/>
              <a:gdLst/>
              <a:ahLst/>
              <a:cxnLst/>
              <a:rect l="l" t="t" r="r" b="b"/>
              <a:pathLst>
                <a:path w="517" h="620" extrusionOk="0">
                  <a:moveTo>
                    <a:pt x="439" y="1"/>
                  </a:moveTo>
                  <a:cubicBezTo>
                    <a:pt x="418" y="1"/>
                    <a:pt x="397" y="8"/>
                    <a:pt x="383" y="26"/>
                  </a:cubicBezTo>
                  <a:lnTo>
                    <a:pt x="26" y="511"/>
                  </a:lnTo>
                  <a:cubicBezTo>
                    <a:pt x="1" y="543"/>
                    <a:pt x="7" y="587"/>
                    <a:pt x="39" y="606"/>
                  </a:cubicBezTo>
                  <a:cubicBezTo>
                    <a:pt x="52" y="619"/>
                    <a:pt x="64" y="619"/>
                    <a:pt x="77" y="619"/>
                  </a:cubicBezTo>
                  <a:cubicBezTo>
                    <a:pt x="103" y="619"/>
                    <a:pt x="122" y="613"/>
                    <a:pt x="134" y="594"/>
                  </a:cubicBezTo>
                  <a:lnTo>
                    <a:pt x="498" y="109"/>
                  </a:lnTo>
                  <a:cubicBezTo>
                    <a:pt x="517" y="84"/>
                    <a:pt x="517" y="39"/>
                    <a:pt x="485" y="14"/>
                  </a:cubicBezTo>
                  <a:cubicBezTo>
                    <a:pt x="471" y="5"/>
                    <a:pt x="455" y="1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739;p49">
              <a:extLst>
                <a:ext uri="{FF2B5EF4-FFF2-40B4-BE49-F238E27FC236}">
                  <a16:creationId xmlns:a16="http://schemas.microsoft.com/office/drawing/2014/main" id="{4056A44F-C5AD-21AE-D811-A8C76FAA6469}"/>
                </a:ext>
              </a:extLst>
            </p:cNvPr>
            <p:cNvSpPr/>
            <p:nvPr/>
          </p:nvSpPr>
          <p:spPr>
            <a:xfrm>
              <a:off x="3422302" y="1811198"/>
              <a:ext cx="1111354" cy="968611"/>
            </a:xfrm>
            <a:custGeom>
              <a:avLst/>
              <a:gdLst/>
              <a:ahLst/>
              <a:cxnLst/>
              <a:rect l="l" t="t" r="r" b="b"/>
              <a:pathLst>
                <a:path w="19542" h="17044" extrusionOk="0">
                  <a:moveTo>
                    <a:pt x="10383" y="1"/>
                  </a:moveTo>
                  <a:cubicBezTo>
                    <a:pt x="10415" y="849"/>
                    <a:pt x="10434" y="1677"/>
                    <a:pt x="10466" y="2525"/>
                  </a:cubicBezTo>
                  <a:lnTo>
                    <a:pt x="5940" y="6011"/>
                  </a:lnTo>
                  <a:cubicBezTo>
                    <a:pt x="3914" y="7572"/>
                    <a:pt x="1632" y="8955"/>
                    <a:pt x="0" y="10925"/>
                  </a:cubicBezTo>
                  <a:cubicBezTo>
                    <a:pt x="1734" y="11881"/>
                    <a:pt x="3391" y="12729"/>
                    <a:pt x="5125" y="13678"/>
                  </a:cubicBezTo>
                  <a:cubicBezTo>
                    <a:pt x="5456" y="13455"/>
                    <a:pt x="5794" y="13321"/>
                    <a:pt x="6125" y="13098"/>
                  </a:cubicBezTo>
                  <a:cubicBezTo>
                    <a:pt x="6775" y="14347"/>
                    <a:pt x="7209" y="15654"/>
                    <a:pt x="7470" y="17043"/>
                  </a:cubicBezTo>
                  <a:lnTo>
                    <a:pt x="19433" y="15737"/>
                  </a:lnTo>
                  <a:cubicBezTo>
                    <a:pt x="19541" y="12098"/>
                    <a:pt x="17846" y="8752"/>
                    <a:pt x="17151" y="5182"/>
                  </a:cubicBezTo>
                  <a:cubicBezTo>
                    <a:pt x="16839" y="3576"/>
                    <a:pt x="16476" y="1989"/>
                    <a:pt x="16163" y="390"/>
                  </a:cubicBezTo>
                  <a:cubicBezTo>
                    <a:pt x="14245" y="256"/>
                    <a:pt x="12295" y="135"/>
                    <a:pt x="10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740;p49">
              <a:extLst>
                <a:ext uri="{FF2B5EF4-FFF2-40B4-BE49-F238E27FC236}">
                  <a16:creationId xmlns:a16="http://schemas.microsoft.com/office/drawing/2014/main" id="{3D235C41-CC3E-FEB8-9C03-9F12A8AD6430}"/>
                </a:ext>
              </a:extLst>
            </p:cNvPr>
            <p:cNvSpPr/>
            <p:nvPr/>
          </p:nvSpPr>
          <p:spPr>
            <a:xfrm>
              <a:off x="3734007" y="1985943"/>
              <a:ext cx="266436" cy="245449"/>
            </a:xfrm>
            <a:custGeom>
              <a:avLst/>
              <a:gdLst/>
              <a:ahLst/>
              <a:cxnLst/>
              <a:rect l="l" t="t" r="r" b="b"/>
              <a:pathLst>
                <a:path w="4685" h="4319" extrusionOk="0">
                  <a:moveTo>
                    <a:pt x="4235" y="0"/>
                  </a:moveTo>
                  <a:cubicBezTo>
                    <a:pt x="4228" y="0"/>
                    <a:pt x="4220" y="2"/>
                    <a:pt x="4213" y="4"/>
                  </a:cubicBezTo>
                  <a:cubicBezTo>
                    <a:pt x="4175" y="23"/>
                    <a:pt x="4162" y="62"/>
                    <a:pt x="4175" y="100"/>
                  </a:cubicBezTo>
                  <a:cubicBezTo>
                    <a:pt x="4519" y="897"/>
                    <a:pt x="4538" y="1821"/>
                    <a:pt x="4226" y="2566"/>
                  </a:cubicBezTo>
                  <a:cubicBezTo>
                    <a:pt x="3888" y="3369"/>
                    <a:pt x="3181" y="3968"/>
                    <a:pt x="2371" y="4134"/>
                  </a:cubicBezTo>
                  <a:cubicBezTo>
                    <a:pt x="2226" y="4164"/>
                    <a:pt x="2078" y="4179"/>
                    <a:pt x="1930" y="4179"/>
                  </a:cubicBezTo>
                  <a:cubicBezTo>
                    <a:pt x="1230" y="4179"/>
                    <a:pt x="534" y="3854"/>
                    <a:pt x="134" y="3312"/>
                  </a:cubicBezTo>
                  <a:cubicBezTo>
                    <a:pt x="123" y="3293"/>
                    <a:pt x="103" y="3284"/>
                    <a:pt x="83" y="3284"/>
                  </a:cubicBezTo>
                  <a:cubicBezTo>
                    <a:pt x="68" y="3284"/>
                    <a:pt x="52" y="3289"/>
                    <a:pt x="39" y="3299"/>
                  </a:cubicBezTo>
                  <a:cubicBezTo>
                    <a:pt x="7" y="3318"/>
                    <a:pt x="1" y="3363"/>
                    <a:pt x="26" y="3395"/>
                  </a:cubicBezTo>
                  <a:cubicBezTo>
                    <a:pt x="453" y="3975"/>
                    <a:pt x="1180" y="4319"/>
                    <a:pt x="1919" y="4319"/>
                  </a:cubicBezTo>
                  <a:cubicBezTo>
                    <a:pt x="2078" y="4319"/>
                    <a:pt x="2238" y="4306"/>
                    <a:pt x="2397" y="4274"/>
                  </a:cubicBezTo>
                  <a:cubicBezTo>
                    <a:pt x="3251" y="4096"/>
                    <a:pt x="3997" y="3465"/>
                    <a:pt x="4354" y="2624"/>
                  </a:cubicBezTo>
                  <a:cubicBezTo>
                    <a:pt x="4685" y="1827"/>
                    <a:pt x="4672" y="884"/>
                    <a:pt x="4303" y="42"/>
                  </a:cubicBezTo>
                  <a:cubicBezTo>
                    <a:pt x="4293" y="17"/>
                    <a:pt x="4263" y="0"/>
                    <a:pt x="4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741;p49">
              <a:extLst>
                <a:ext uri="{FF2B5EF4-FFF2-40B4-BE49-F238E27FC236}">
                  <a16:creationId xmlns:a16="http://schemas.microsoft.com/office/drawing/2014/main" id="{C0429AFD-7FE9-2B9E-2A7F-594CF8F280AD}"/>
                </a:ext>
              </a:extLst>
            </p:cNvPr>
            <p:cNvSpPr/>
            <p:nvPr/>
          </p:nvSpPr>
          <p:spPr>
            <a:xfrm>
              <a:off x="4010567" y="1943606"/>
              <a:ext cx="17061" cy="35007"/>
            </a:xfrm>
            <a:custGeom>
              <a:avLst/>
              <a:gdLst/>
              <a:ahLst/>
              <a:cxnLst/>
              <a:rect l="l" t="t" r="r" b="b"/>
              <a:pathLst>
                <a:path w="300" h="616" extrusionOk="0">
                  <a:moveTo>
                    <a:pt x="82" y="0"/>
                  </a:moveTo>
                  <a:cubicBezTo>
                    <a:pt x="76" y="0"/>
                    <a:pt x="70" y="1"/>
                    <a:pt x="64" y="4"/>
                  </a:cubicBezTo>
                  <a:cubicBezTo>
                    <a:pt x="26" y="16"/>
                    <a:pt x="0" y="55"/>
                    <a:pt x="13" y="93"/>
                  </a:cubicBezTo>
                  <a:lnTo>
                    <a:pt x="153" y="564"/>
                  </a:lnTo>
                  <a:cubicBezTo>
                    <a:pt x="166" y="596"/>
                    <a:pt x="192" y="615"/>
                    <a:pt x="224" y="615"/>
                  </a:cubicBezTo>
                  <a:lnTo>
                    <a:pt x="243" y="615"/>
                  </a:lnTo>
                  <a:cubicBezTo>
                    <a:pt x="274" y="603"/>
                    <a:pt x="300" y="564"/>
                    <a:pt x="287" y="526"/>
                  </a:cubicBezTo>
                  <a:lnTo>
                    <a:pt x="147" y="55"/>
                  </a:lnTo>
                  <a:cubicBezTo>
                    <a:pt x="137" y="23"/>
                    <a:pt x="109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742;p49">
              <a:extLst>
                <a:ext uri="{FF2B5EF4-FFF2-40B4-BE49-F238E27FC236}">
                  <a16:creationId xmlns:a16="http://schemas.microsoft.com/office/drawing/2014/main" id="{B754CC9A-B3D6-9663-00BA-A2B9E5B0DCB4}"/>
                </a:ext>
              </a:extLst>
            </p:cNvPr>
            <p:cNvSpPr/>
            <p:nvPr/>
          </p:nvSpPr>
          <p:spPr>
            <a:xfrm>
              <a:off x="4010226" y="1849954"/>
              <a:ext cx="342187" cy="22505"/>
            </a:xfrm>
            <a:custGeom>
              <a:avLst/>
              <a:gdLst/>
              <a:ahLst/>
              <a:cxnLst/>
              <a:rect l="l" t="t" r="r" b="b"/>
              <a:pathLst>
                <a:path w="6017" h="396" extrusionOk="0">
                  <a:moveTo>
                    <a:pt x="77" y="1"/>
                  </a:moveTo>
                  <a:cubicBezTo>
                    <a:pt x="38" y="1"/>
                    <a:pt x="6" y="26"/>
                    <a:pt x="0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5946" y="396"/>
                  </a:lnTo>
                  <a:cubicBezTo>
                    <a:pt x="5985" y="396"/>
                    <a:pt x="6017" y="371"/>
                    <a:pt x="6017" y="332"/>
                  </a:cubicBezTo>
                  <a:cubicBezTo>
                    <a:pt x="6017" y="294"/>
                    <a:pt x="5991" y="262"/>
                    <a:pt x="5953" y="26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743;p49">
              <a:extLst>
                <a:ext uri="{FF2B5EF4-FFF2-40B4-BE49-F238E27FC236}">
                  <a16:creationId xmlns:a16="http://schemas.microsoft.com/office/drawing/2014/main" id="{EE183A02-2F37-A557-FF29-652B7EEDE4BC}"/>
                </a:ext>
              </a:extLst>
            </p:cNvPr>
            <p:cNvSpPr/>
            <p:nvPr/>
          </p:nvSpPr>
          <p:spPr>
            <a:xfrm>
              <a:off x="3451647" y="2396012"/>
              <a:ext cx="287876" cy="182367"/>
            </a:xfrm>
            <a:custGeom>
              <a:avLst/>
              <a:gdLst/>
              <a:ahLst/>
              <a:cxnLst/>
              <a:rect l="l" t="t" r="r" b="b"/>
              <a:pathLst>
                <a:path w="5062" h="3209" extrusionOk="0">
                  <a:moveTo>
                    <a:pt x="82" y="0"/>
                  </a:moveTo>
                  <a:cubicBezTo>
                    <a:pt x="58" y="0"/>
                    <a:pt x="33" y="13"/>
                    <a:pt x="20" y="35"/>
                  </a:cubicBezTo>
                  <a:cubicBezTo>
                    <a:pt x="1" y="67"/>
                    <a:pt x="13" y="111"/>
                    <a:pt x="45" y="130"/>
                  </a:cubicBezTo>
                  <a:lnTo>
                    <a:pt x="4946" y="3196"/>
                  </a:lnTo>
                  <a:cubicBezTo>
                    <a:pt x="4959" y="3202"/>
                    <a:pt x="4972" y="3209"/>
                    <a:pt x="4985" y="3209"/>
                  </a:cubicBezTo>
                  <a:cubicBezTo>
                    <a:pt x="5010" y="3209"/>
                    <a:pt x="5029" y="3196"/>
                    <a:pt x="5042" y="3177"/>
                  </a:cubicBezTo>
                  <a:cubicBezTo>
                    <a:pt x="5061" y="3145"/>
                    <a:pt x="5055" y="3100"/>
                    <a:pt x="5023" y="3081"/>
                  </a:cubicBezTo>
                  <a:lnTo>
                    <a:pt x="115" y="9"/>
                  </a:lnTo>
                  <a:cubicBezTo>
                    <a:pt x="105" y="3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744;p49">
              <a:extLst>
                <a:ext uri="{FF2B5EF4-FFF2-40B4-BE49-F238E27FC236}">
                  <a16:creationId xmlns:a16="http://schemas.microsoft.com/office/drawing/2014/main" id="{3E450215-FF21-7486-F29E-13EF85503B10}"/>
                </a:ext>
              </a:extLst>
            </p:cNvPr>
            <p:cNvSpPr/>
            <p:nvPr/>
          </p:nvSpPr>
          <p:spPr>
            <a:xfrm>
              <a:off x="3718766" y="2491539"/>
              <a:ext cx="58064" cy="69105"/>
            </a:xfrm>
            <a:custGeom>
              <a:avLst/>
              <a:gdLst/>
              <a:ahLst/>
              <a:cxnLst/>
              <a:rect l="l" t="t" r="r" b="b"/>
              <a:pathLst>
                <a:path w="1021" h="1216" extrusionOk="0">
                  <a:moveTo>
                    <a:pt x="79" y="1"/>
                  </a:moveTo>
                  <a:cubicBezTo>
                    <a:pt x="63" y="1"/>
                    <a:pt x="47" y="6"/>
                    <a:pt x="33" y="17"/>
                  </a:cubicBezTo>
                  <a:cubicBezTo>
                    <a:pt x="1" y="43"/>
                    <a:pt x="1" y="81"/>
                    <a:pt x="20" y="113"/>
                  </a:cubicBezTo>
                  <a:lnTo>
                    <a:pt x="887" y="1190"/>
                  </a:lnTo>
                  <a:cubicBezTo>
                    <a:pt x="900" y="1209"/>
                    <a:pt x="919" y="1215"/>
                    <a:pt x="944" y="1215"/>
                  </a:cubicBezTo>
                  <a:cubicBezTo>
                    <a:pt x="957" y="1215"/>
                    <a:pt x="970" y="1209"/>
                    <a:pt x="982" y="1203"/>
                  </a:cubicBezTo>
                  <a:cubicBezTo>
                    <a:pt x="1014" y="1177"/>
                    <a:pt x="1021" y="1133"/>
                    <a:pt x="995" y="1101"/>
                  </a:cubicBezTo>
                  <a:lnTo>
                    <a:pt x="128" y="24"/>
                  </a:lnTo>
                  <a:cubicBezTo>
                    <a:pt x="118" y="9"/>
                    <a:pt x="9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745;p49">
              <a:extLst>
                <a:ext uri="{FF2B5EF4-FFF2-40B4-BE49-F238E27FC236}">
                  <a16:creationId xmlns:a16="http://schemas.microsoft.com/office/drawing/2014/main" id="{448AF481-BD20-0BE6-FA41-0FDA56AC1FDF}"/>
                </a:ext>
              </a:extLst>
            </p:cNvPr>
            <p:cNvSpPr/>
            <p:nvPr/>
          </p:nvSpPr>
          <p:spPr>
            <a:xfrm>
              <a:off x="3850705" y="2639462"/>
              <a:ext cx="681473" cy="106613"/>
            </a:xfrm>
            <a:custGeom>
              <a:avLst/>
              <a:gdLst/>
              <a:ahLst/>
              <a:cxnLst/>
              <a:rect l="l" t="t" r="r" b="b"/>
              <a:pathLst>
                <a:path w="11983" h="1876" extrusionOk="0">
                  <a:moveTo>
                    <a:pt x="11905" y="1"/>
                  </a:moveTo>
                  <a:cubicBezTo>
                    <a:pt x="11901" y="1"/>
                    <a:pt x="11897" y="1"/>
                    <a:pt x="11893" y="2"/>
                  </a:cubicBezTo>
                  <a:lnTo>
                    <a:pt x="65" y="1735"/>
                  </a:lnTo>
                  <a:cubicBezTo>
                    <a:pt x="26" y="1742"/>
                    <a:pt x="1" y="1774"/>
                    <a:pt x="1" y="1812"/>
                  </a:cubicBezTo>
                  <a:cubicBezTo>
                    <a:pt x="7" y="1850"/>
                    <a:pt x="39" y="1876"/>
                    <a:pt x="71" y="1876"/>
                  </a:cubicBezTo>
                  <a:lnTo>
                    <a:pt x="84" y="1876"/>
                  </a:lnTo>
                  <a:lnTo>
                    <a:pt x="11913" y="136"/>
                  </a:lnTo>
                  <a:cubicBezTo>
                    <a:pt x="11951" y="129"/>
                    <a:pt x="11983" y="97"/>
                    <a:pt x="11976" y="59"/>
                  </a:cubicBezTo>
                  <a:cubicBezTo>
                    <a:pt x="11971" y="25"/>
                    <a:pt x="11939" y="1"/>
                    <a:pt x="11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746;p49">
              <a:extLst>
                <a:ext uri="{FF2B5EF4-FFF2-40B4-BE49-F238E27FC236}">
                  <a16:creationId xmlns:a16="http://schemas.microsoft.com/office/drawing/2014/main" id="{6268932C-BA9A-9AAE-B266-907EAAB0A58E}"/>
                </a:ext>
              </a:extLst>
            </p:cNvPr>
            <p:cNvSpPr/>
            <p:nvPr/>
          </p:nvSpPr>
          <p:spPr>
            <a:xfrm>
              <a:off x="3808678" y="1745164"/>
              <a:ext cx="26900" cy="96895"/>
            </a:xfrm>
            <a:custGeom>
              <a:avLst/>
              <a:gdLst/>
              <a:ahLst/>
              <a:cxnLst/>
              <a:rect l="l" t="t" r="r" b="b"/>
              <a:pathLst>
                <a:path w="473" h="1705" extrusionOk="0">
                  <a:moveTo>
                    <a:pt x="147" y="1"/>
                  </a:moveTo>
                  <a:cubicBezTo>
                    <a:pt x="136" y="1"/>
                    <a:pt x="125" y="3"/>
                    <a:pt x="115" y="9"/>
                  </a:cubicBezTo>
                  <a:cubicBezTo>
                    <a:pt x="77" y="28"/>
                    <a:pt x="64" y="67"/>
                    <a:pt x="83" y="105"/>
                  </a:cubicBezTo>
                  <a:cubicBezTo>
                    <a:pt x="326" y="570"/>
                    <a:pt x="300" y="1150"/>
                    <a:pt x="20" y="1596"/>
                  </a:cubicBezTo>
                  <a:cubicBezTo>
                    <a:pt x="0" y="1628"/>
                    <a:pt x="7" y="1673"/>
                    <a:pt x="45" y="1692"/>
                  </a:cubicBezTo>
                  <a:cubicBezTo>
                    <a:pt x="51" y="1698"/>
                    <a:pt x="64" y="1705"/>
                    <a:pt x="77" y="1705"/>
                  </a:cubicBezTo>
                  <a:cubicBezTo>
                    <a:pt x="102" y="1705"/>
                    <a:pt x="128" y="1692"/>
                    <a:pt x="141" y="1673"/>
                  </a:cubicBezTo>
                  <a:cubicBezTo>
                    <a:pt x="447" y="1188"/>
                    <a:pt x="472" y="545"/>
                    <a:pt x="204" y="41"/>
                  </a:cubicBezTo>
                  <a:cubicBezTo>
                    <a:pt x="196" y="15"/>
                    <a:pt x="172" y="1"/>
                    <a:pt x="147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747;p49">
              <a:extLst>
                <a:ext uri="{FF2B5EF4-FFF2-40B4-BE49-F238E27FC236}">
                  <a16:creationId xmlns:a16="http://schemas.microsoft.com/office/drawing/2014/main" id="{415E02BD-50A2-0AB2-C6B3-1211D2D094F2}"/>
                </a:ext>
              </a:extLst>
            </p:cNvPr>
            <p:cNvSpPr/>
            <p:nvPr/>
          </p:nvSpPr>
          <p:spPr>
            <a:xfrm>
              <a:off x="3711202" y="1731866"/>
              <a:ext cx="104755" cy="127242"/>
            </a:xfrm>
            <a:custGeom>
              <a:avLst/>
              <a:gdLst/>
              <a:ahLst/>
              <a:cxnLst/>
              <a:rect l="l" t="t" r="r" b="b"/>
              <a:pathLst>
                <a:path w="1842" h="2239" extrusionOk="0">
                  <a:moveTo>
                    <a:pt x="798" y="1"/>
                  </a:moveTo>
                  <a:cubicBezTo>
                    <a:pt x="496" y="1"/>
                    <a:pt x="194" y="183"/>
                    <a:pt x="77" y="466"/>
                  </a:cubicBezTo>
                  <a:cubicBezTo>
                    <a:pt x="0" y="651"/>
                    <a:pt x="13" y="868"/>
                    <a:pt x="70" y="1065"/>
                  </a:cubicBezTo>
                  <a:cubicBezTo>
                    <a:pt x="127" y="1263"/>
                    <a:pt x="229" y="1442"/>
                    <a:pt x="331" y="1620"/>
                  </a:cubicBezTo>
                  <a:lnTo>
                    <a:pt x="1536" y="2238"/>
                  </a:lnTo>
                  <a:cubicBezTo>
                    <a:pt x="1683" y="1964"/>
                    <a:pt x="1791" y="1665"/>
                    <a:pt x="1816" y="1352"/>
                  </a:cubicBezTo>
                  <a:cubicBezTo>
                    <a:pt x="1842" y="1040"/>
                    <a:pt x="1778" y="715"/>
                    <a:pt x="1606" y="460"/>
                  </a:cubicBezTo>
                  <a:cubicBezTo>
                    <a:pt x="1428" y="199"/>
                    <a:pt x="1141" y="14"/>
                    <a:pt x="829" y="1"/>
                  </a:cubicBezTo>
                  <a:cubicBezTo>
                    <a:pt x="818" y="1"/>
                    <a:pt x="808" y="1"/>
                    <a:pt x="798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748;p49">
              <a:extLst>
                <a:ext uri="{FF2B5EF4-FFF2-40B4-BE49-F238E27FC236}">
                  <a16:creationId xmlns:a16="http://schemas.microsoft.com/office/drawing/2014/main" id="{A03AE64E-591A-809A-5FFE-A1C4D14686B5}"/>
                </a:ext>
              </a:extLst>
            </p:cNvPr>
            <p:cNvSpPr/>
            <p:nvPr/>
          </p:nvSpPr>
          <p:spPr>
            <a:xfrm>
              <a:off x="3634712" y="1820802"/>
              <a:ext cx="226570" cy="150656"/>
            </a:xfrm>
            <a:custGeom>
              <a:avLst/>
              <a:gdLst/>
              <a:ahLst/>
              <a:cxnLst/>
              <a:rect l="l" t="t" r="r" b="b"/>
              <a:pathLst>
                <a:path w="3984" h="2651" extrusionOk="0">
                  <a:moveTo>
                    <a:pt x="1873" y="1"/>
                  </a:moveTo>
                  <a:cubicBezTo>
                    <a:pt x="1660" y="1"/>
                    <a:pt x="1447" y="31"/>
                    <a:pt x="1243" y="93"/>
                  </a:cubicBezTo>
                  <a:cubicBezTo>
                    <a:pt x="880" y="208"/>
                    <a:pt x="536" y="425"/>
                    <a:pt x="313" y="737"/>
                  </a:cubicBezTo>
                  <a:cubicBezTo>
                    <a:pt x="89" y="1049"/>
                    <a:pt x="0" y="1463"/>
                    <a:pt x="109" y="1833"/>
                  </a:cubicBezTo>
                  <a:cubicBezTo>
                    <a:pt x="308" y="2479"/>
                    <a:pt x="1211" y="2650"/>
                    <a:pt x="1917" y="2650"/>
                  </a:cubicBezTo>
                  <a:cubicBezTo>
                    <a:pt x="1957" y="2650"/>
                    <a:pt x="1995" y="2650"/>
                    <a:pt x="2033" y="2649"/>
                  </a:cubicBezTo>
                  <a:cubicBezTo>
                    <a:pt x="2747" y="2623"/>
                    <a:pt x="3544" y="2222"/>
                    <a:pt x="3984" y="1661"/>
                  </a:cubicBezTo>
                  <a:cubicBezTo>
                    <a:pt x="3850" y="1087"/>
                    <a:pt x="3467" y="578"/>
                    <a:pt x="2951" y="284"/>
                  </a:cubicBezTo>
                  <a:cubicBezTo>
                    <a:pt x="2625" y="97"/>
                    <a:pt x="2249" y="1"/>
                    <a:pt x="1873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749;p49">
              <a:extLst>
                <a:ext uri="{FF2B5EF4-FFF2-40B4-BE49-F238E27FC236}">
                  <a16:creationId xmlns:a16="http://schemas.microsoft.com/office/drawing/2014/main" id="{A032BBE0-6951-D7E6-0AD8-5BD76F781E51}"/>
                </a:ext>
              </a:extLst>
            </p:cNvPr>
            <p:cNvSpPr/>
            <p:nvPr/>
          </p:nvSpPr>
          <p:spPr>
            <a:xfrm>
              <a:off x="3721666" y="1813925"/>
              <a:ext cx="97930" cy="29608"/>
            </a:xfrm>
            <a:custGeom>
              <a:avLst/>
              <a:gdLst/>
              <a:ahLst/>
              <a:cxnLst/>
              <a:rect l="l" t="t" r="r" b="b"/>
              <a:pathLst>
                <a:path w="1722" h="521" extrusionOk="0">
                  <a:moveTo>
                    <a:pt x="199" y="1"/>
                  </a:moveTo>
                  <a:cubicBezTo>
                    <a:pt x="154" y="1"/>
                    <a:pt x="109" y="2"/>
                    <a:pt x="65" y="4"/>
                  </a:cubicBezTo>
                  <a:cubicBezTo>
                    <a:pt x="26" y="4"/>
                    <a:pt x="1" y="42"/>
                    <a:pt x="1" y="80"/>
                  </a:cubicBezTo>
                  <a:cubicBezTo>
                    <a:pt x="1" y="119"/>
                    <a:pt x="33" y="144"/>
                    <a:pt x="71" y="144"/>
                  </a:cubicBezTo>
                  <a:cubicBezTo>
                    <a:pt x="115" y="142"/>
                    <a:pt x="160" y="141"/>
                    <a:pt x="204" y="141"/>
                  </a:cubicBezTo>
                  <a:cubicBezTo>
                    <a:pt x="691" y="141"/>
                    <a:pt x="1187" y="268"/>
                    <a:pt x="1607" y="507"/>
                  </a:cubicBezTo>
                  <a:cubicBezTo>
                    <a:pt x="1620" y="514"/>
                    <a:pt x="1632" y="520"/>
                    <a:pt x="1645" y="520"/>
                  </a:cubicBezTo>
                  <a:cubicBezTo>
                    <a:pt x="1664" y="520"/>
                    <a:pt x="1690" y="507"/>
                    <a:pt x="1703" y="482"/>
                  </a:cubicBezTo>
                  <a:cubicBezTo>
                    <a:pt x="1722" y="450"/>
                    <a:pt x="1709" y="405"/>
                    <a:pt x="1677" y="386"/>
                  </a:cubicBezTo>
                  <a:cubicBezTo>
                    <a:pt x="1232" y="134"/>
                    <a:pt x="71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750;p49">
              <a:extLst>
                <a:ext uri="{FF2B5EF4-FFF2-40B4-BE49-F238E27FC236}">
                  <a16:creationId xmlns:a16="http://schemas.microsoft.com/office/drawing/2014/main" id="{2C5F04ED-1680-7EEE-DEA9-0D44366F51DE}"/>
                </a:ext>
              </a:extLst>
            </p:cNvPr>
            <p:cNvSpPr/>
            <p:nvPr/>
          </p:nvSpPr>
          <p:spPr>
            <a:xfrm>
              <a:off x="3635053" y="1862968"/>
              <a:ext cx="224807" cy="104169"/>
            </a:xfrm>
            <a:custGeom>
              <a:avLst/>
              <a:gdLst/>
              <a:ahLst/>
              <a:cxnLst/>
              <a:rect l="l" t="t" r="r" b="b"/>
              <a:pathLst>
                <a:path w="3953" h="1833" extrusionOk="0">
                  <a:moveTo>
                    <a:pt x="2016" y="0"/>
                  </a:moveTo>
                  <a:cubicBezTo>
                    <a:pt x="1994" y="0"/>
                    <a:pt x="1972" y="1"/>
                    <a:pt x="1951" y="1"/>
                  </a:cubicBezTo>
                  <a:cubicBezTo>
                    <a:pt x="1205" y="14"/>
                    <a:pt x="491" y="377"/>
                    <a:pt x="1" y="945"/>
                  </a:cubicBezTo>
                  <a:cubicBezTo>
                    <a:pt x="83" y="1206"/>
                    <a:pt x="166" y="1467"/>
                    <a:pt x="256" y="1728"/>
                  </a:cubicBezTo>
                  <a:cubicBezTo>
                    <a:pt x="364" y="1741"/>
                    <a:pt x="466" y="1767"/>
                    <a:pt x="574" y="1786"/>
                  </a:cubicBezTo>
                  <a:cubicBezTo>
                    <a:pt x="810" y="1818"/>
                    <a:pt x="1046" y="1832"/>
                    <a:pt x="1282" y="1832"/>
                  </a:cubicBezTo>
                  <a:cubicBezTo>
                    <a:pt x="1696" y="1832"/>
                    <a:pt x="2110" y="1789"/>
                    <a:pt x="2524" y="1728"/>
                  </a:cubicBezTo>
                  <a:cubicBezTo>
                    <a:pt x="2818" y="1684"/>
                    <a:pt x="3104" y="1627"/>
                    <a:pt x="3372" y="1493"/>
                  </a:cubicBezTo>
                  <a:cubicBezTo>
                    <a:pt x="3633" y="1365"/>
                    <a:pt x="3844" y="1110"/>
                    <a:pt x="3952" y="836"/>
                  </a:cubicBezTo>
                  <a:cubicBezTo>
                    <a:pt x="3457" y="310"/>
                    <a:pt x="2740" y="0"/>
                    <a:pt x="2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751;p49">
              <a:extLst>
                <a:ext uri="{FF2B5EF4-FFF2-40B4-BE49-F238E27FC236}">
                  <a16:creationId xmlns:a16="http://schemas.microsoft.com/office/drawing/2014/main" id="{4765E5CC-447B-CFCF-3BD6-4E64EE816540}"/>
                </a:ext>
              </a:extLst>
            </p:cNvPr>
            <p:cNvSpPr/>
            <p:nvPr/>
          </p:nvSpPr>
          <p:spPr>
            <a:xfrm>
              <a:off x="3651716" y="1896837"/>
              <a:ext cx="16720" cy="29267"/>
            </a:xfrm>
            <a:custGeom>
              <a:avLst/>
              <a:gdLst/>
              <a:ahLst/>
              <a:cxnLst/>
              <a:rect l="l" t="t" r="r" b="b"/>
              <a:pathLst>
                <a:path w="294" h="515" extrusionOk="0">
                  <a:moveTo>
                    <a:pt x="82" y="0"/>
                  </a:moveTo>
                  <a:cubicBezTo>
                    <a:pt x="74" y="0"/>
                    <a:pt x="66" y="2"/>
                    <a:pt x="58" y="4"/>
                  </a:cubicBezTo>
                  <a:cubicBezTo>
                    <a:pt x="20" y="17"/>
                    <a:pt x="1" y="62"/>
                    <a:pt x="14" y="94"/>
                  </a:cubicBezTo>
                  <a:lnTo>
                    <a:pt x="147" y="463"/>
                  </a:lnTo>
                  <a:cubicBezTo>
                    <a:pt x="160" y="495"/>
                    <a:pt x="186" y="514"/>
                    <a:pt x="211" y="514"/>
                  </a:cubicBezTo>
                  <a:cubicBezTo>
                    <a:pt x="224" y="514"/>
                    <a:pt x="230" y="508"/>
                    <a:pt x="237" y="508"/>
                  </a:cubicBezTo>
                  <a:cubicBezTo>
                    <a:pt x="275" y="495"/>
                    <a:pt x="294" y="457"/>
                    <a:pt x="281" y="419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752;p49">
              <a:extLst>
                <a:ext uri="{FF2B5EF4-FFF2-40B4-BE49-F238E27FC236}">
                  <a16:creationId xmlns:a16="http://schemas.microsoft.com/office/drawing/2014/main" id="{6C9282E8-91B6-6490-0E11-C69B8938D384}"/>
                </a:ext>
              </a:extLst>
            </p:cNvPr>
            <p:cNvSpPr/>
            <p:nvPr/>
          </p:nvSpPr>
          <p:spPr>
            <a:xfrm>
              <a:off x="3677080" y="1885017"/>
              <a:ext cx="16777" cy="25858"/>
            </a:xfrm>
            <a:custGeom>
              <a:avLst/>
              <a:gdLst/>
              <a:ahLst/>
              <a:cxnLst/>
              <a:rect l="l" t="t" r="r" b="b"/>
              <a:pathLst>
                <a:path w="295" h="455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1"/>
                    <a:pt x="1" y="66"/>
                    <a:pt x="14" y="98"/>
                  </a:cubicBezTo>
                  <a:lnTo>
                    <a:pt x="148" y="416"/>
                  </a:lnTo>
                  <a:cubicBezTo>
                    <a:pt x="160" y="442"/>
                    <a:pt x="186" y="455"/>
                    <a:pt x="211" y="455"/>
                  </a:cubicBezTo>
                  <a:lnTo>
                    <a:pt x="243" y="455"/>
                  </a:lnTo>
                  <a:cubicBezTo>
                    <a:pt x="275" y="435"/>
                    <a:pt x="294" y="397"/>
                    <a:pt x="275" y="359"/>
                  </a:cubicBezTo>
                  <a:lnTo>
                    <a:pt x="141" y="40"/>
                  </a:ln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753;p49">
              <a:extLst>
                <a:ext uri="{FF2B5EF4-FFF2-40B4-BE49-F238E27FC236}">
                  <a16:creationId xmlns:a16="http://schemas.microsoft.com/office/drawing/2014/main" id="{0FA4DEB9-ED39-DE79-744B-861C9029D962}"/>
                </a:ext>
              </a:extLst>
            </p:cNvPr>
            <p:cNvSpPr/>
            <p:nvPr/>
          </p:nvSpPr>
          <p:spPr>
            <a:xfrm>
              <a:off x="3732927" y="1866832"/>
              <a:ext cx="16720" cy="23016"/>
            </a:xfrm>
            <a:custGeom>
              <a:avLst/>
              <a:gdLst/>
              <a:ahLst/>
              <a:cxnLst/>
              <a:rect l="l" t="t" r="r" b="b"/>
              <a:pathLst>
                <a:path w="294" h="405" extrusionOk="0">
                  <a:moveTo>
                    <a:pt x="84" y="1"/>
                  </a:moveTo>
                  <a:cubicBezTo>
                    <a:pt x="72" y="1"/>
                    <a:pt x="61" y="4"/>
                    <a:pt x="51" y="10"/>
                  </a:cubicBezTo>
                  <a:cubicBezTo>
                    <a:pt x="20" y="29"/>
                    <a:pt x="0" y="67"/>
                    <a:pt x="20" y="105"/>
                  </a:cubicBezTo>
                  <a:lnTo>
                    <a:pt x="153" y="367"/>
                  </a:lnTo>
                  <a:cubicBezTo>
                    <a:pt x="166" y="392"/>
                    <a:pt x="192" y="405"/>
                    <a:pt x="217" y="405"/>
                  </a:cubicBezTo>
                  <a:cubicBezTo>
                    <a:pt x="224" y="405"/>
                    <a:pt x="236" y="405"/>
                    <a:pt x="243" y="399"/>
                  </a:cubicBezTo>
                  <a:cubicBezTo>
                    <a:pt x="281" y="379"/>
                    <a:pt x="294" y="341"/>
                    <a:pt x="274" y="303"/>
                  </a:cubicBezTo>
                  <a:lnTo>
                    <a:pt x="147" y="42"/>
                  </a:lnTo>
                  <a:cubicBezTo>
                    <a:pt x="134" y="15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754;p49">
              <a:extLst>
                <a:ext uri="{FF2B5EF4-FFF2-40B4-BE49-F238E27FC236}">
                  <a16:creationId xmlns:a16="http://schemas.microsoft.com/office/drawing/2014/main" id="{3AD986BD-9AC9-D28F-5605-CC19E18D1073}"/>
                </a:ext>
              </a:extLst>
            </p:cNvPr>
            <p:cNvSpPr/>
            <p:nvPr/>
          </p:nvSpPr>
          <p:spPr>
            <a:xfrm>
              <a:off x="3773134" y="1867116"/>
              <a:ext cx="16777" cy="30347"/>
            </a:xfrm>
            <a:custGeom>
              <a:avLst/>
              <a:gdLst/>
              <a:ahLst/>
              <a:cxnLst/>
              <a:rect l="l" t="t" r="r" b="b"/>
              <a:pathLst>
                <a:path w="295" h="534" extrusionOk="0">
                  <a:moveTo>
                    <a:pt x="79" y="1"/>
                  </a:moveTo>
                  <a:cubicBezTo>
                    <a:pt x="72" y="1"/>
                    <a:pt x="65" y="2"/>
                    <a:pt x="58" y="5"/>
                  </a:cubicBezTo>
                  <a:cubicBezTo>
                    <a:pt x="20" y="18"/>
                    <a:pt x="1" y="56"/>
                    <a:pt x="14" y="94"/>
                  </a:cubicBezTo>
                  <a:lnTo>
                    <a:pt x="147" y="489"/>
                  </a:lnTo>
                  <a:cubicBezTo>
                    <a:pt x="160" y="515"/>
                    <a:pt x="186" y="534"/>
                    <a:pt x="211" y="534"/>
                  </a:cubicBezTo>
                  <a:lnTo>
                    <a:pt x="237" y="534"/>
                  </a:lnTo>
                  <a:cubicBezTo>
                    <a:pt x="275" y="521"/>
                    <a:pt x="294" y="483"/>
                    <a:pt x="281" y="445"/>
                  </a:cubicBezTo>
                  <a:lnTo>
                    <a:pt x="141" y="49"/>
                  </a:lnTo>
                  <a:cubicBezTo>
                    <a:pt x="136" y="19"/>
                    <a:pt x="10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755;p49">
              <a:extLst>
                <a:ext uri="{FF2B5EF4-FFF2-40B4-BE49-F238E27FC236}">
                  <a16:creationId xmlns:a16="http://schemas.microsoft.com/office/drawing/2014/main" id="{6BE48A78-50EE-51AE-C567-29281E265F79}"/>
                </a:ext>
              </a:extLst>
            </p:cNvPr>
            <p:cNvSpPr/>
            <p:nvPr/>
          </p:nvSpPr>
          <p:spPr>
            <a:xfrm>
              <a:off x="3775352" y="1957927"/>
              <a:ext cx="178003" cy="239027"/>
            </a:xfrm>
            <a:custGeom>
              <a:avLst/>
              <a:gdLst/>
              <a:ahLst/>
              <a:cxnLst/>
              <a:rect l="l" t="t" r="r" b="b"/>
              <a:pathLst>
                <a:path w="3130" h="4206" extrusionOk="0">
                  <a:moveTo>
                    <a:pt x="1485" y="0"/>
                  </a:moveTo>
                  <a:cubicBezTo>
                    <a:pt x="1007" y="637"/>
                    <a:pt x="599" y="1262"/>
                    <a:pt x="115" y="1893"/>
                  </a:cubicBezTo>
                  <a:cubicBezTo>
                    <a:pt x="242" y="2295"/>
                    <a:pt x="363" y="2696"/>
                    <a:pt x="484" y="3098"/>
                  </a:cubicBezTo>
                  <a:cubicBezTo>
                    <a:pt x="332" y="3231"/>
                    <a:pt x="153" y="3378"/>
                    <a:pt x="0" y="3512"/>
                  </a:cubicBezTo>
                  <a:cubicBezTo>
                    <a:pt x="243" y="3955"/>
                    <a:pt x="706" y="4206"/>
                    <a:pt x="1199" y="4206"/>
                  </a:cubicBezTo>
                  <a:cubicBezTo>
                    <a:pt x="1287" y="4206"/>
                    <a:pt x="1377" y="4198"/>
                    <a:pt x="1466" y="4181"/>
                  </a:cubicBezTo>
                  <a:cubicBezTo>
                    <a:pt x="2052" y="4073"/>
                    <a:pt x="2549" y="3652"/>
                    <a:pt x="2836" y="3129"/>
                  </a:cubicBezTo>
                  <a:cubicBezTo>
                    <a:pt x="3123" y="2607"/>
                    <a:pt x="3129" y="1861"/>
                    <a:pt x="3117" y="1262"/>
                  </a:cubicBezTo>
                  <a:lnTo>
                    <a:pt x="3117" y="1262"/>
                  </a:lnTo>
                  <a:cubicBezTo>
                    <a:pt x="2970" y="1358"/>
                    <a:pt x="2824" y="1460"/>
                    <a:pt x="2677" y="1555"/>
                  </a:cubicBezTo>
                  <a:cubicBezTo>
                    <a:pt x="2282" y="1039"/>
                    <a:pt x="1887" y="516"/>
                    <a:pt x="148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756;p49">
              <a:extLst>
                <a:ext uri="{FF2B5EF4-FFF2-40B4-BE49-F238E27FC236}">
                  <a16:creationId xmlns:a16="http://schemas.microsoft.com/office/drawing/2014/main" id="{CB86C131-97EF-E150-5DEF-39D4B79A94AA}"/>
                </a:ext>
              </a:extLst>
            </p:cNvPr>
            <p:cNvSpPr/>
            <p:nvPr/>
          </p:nvSpPr>
          <p:spPr>
            <a:xfrm>
              <a:off x="3656436" y="1995376"/>
              <a:ext cx="64206" cy="58251"/>
            </a:xfrm>
            <a:custGeom>
              <a:avLst/>
              <a:gdLst/>
              <a:ahLst/>
              <a:cxnLst/>
              <a:rect l="l" t="t" r="r" b="b"/>
              <a:pathLst>
                <a:path w="1129" h="1025" extrusionOk="0">
                  <a:moveTo>
                    <a:pt x="307" y="0"/>
                  </a:moveTo>
                  <a:cubicBezTo>
                    <a:pt x="240" y="0"/>
                    <a:pt x="173" y="23"/>
                    <a:pt x="122" y="68"/>
                  </a:cubicBezTo>
                  <a:cubicBezTo>
                    <a:pt x="7" y="176"/>
                    <a:pt x="1" y="361"/>
                    <a:pt x="45" y="507"/>
                  </a:cubicBezTo>
                  <a:cubicBezTo>
                    <a:pt x="115" y="718"/>
                    <a:pt x="281" y="890"/>
                    <a:pt x="485" y="973"/>
                  </a:cubicBezTo>
                  <a:cubicBezTo>
                    <a:pt x="574" y="1008"/>
                    <a:pt x="668" y="1025"/>
                    <a:pt x="761" y="1025"/>
                  </a:cubicBezTo>
                  <a:cubicBezTo>
                    <a:pt x="888" y="1025"/>
                    <a:pt x="1015" y="993"/>
                    <a:pt x="1129" y="934"/>
                  </a:cubicBezTo>
                  <a:lnTo>
                    <a:pt x="511" y="87"/>
                  </a:lnTo>
                  <a:cubicBezTo>
                    <a:pt x="460" y="29"/>
                    <a:pt x="384" y="0"/>
                    <a:pt x="30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757;p49">
              <a:extLst>
                <a:ext uri="{FF2B5EF4-FFF2-40B4-BE49-F238E27FC236}">
                  <a16:creationId xmlns:a16="http://schemas.microsoft.com/office/drawing/2014/main" id="{3547A97F-1DA6-408C-1DF9-179E0E36B198}"/>
                </a:ext>
              </a:extLst>
            </p:cNvPr>
            <p:cNvSpPr/>
            <p:nvPr/>
          </p:nvSpPr>
          <p:spPr>
            <a:xfrm>
              <a:off x="3653934" y="1890131"/>
              <a:ext cx="232712" cy="200326"/>
            </a:xfrm>
            <a:custGeom>
              <a:avLst/>
              <a:gdLst/>
              <a:ahLst/>
              <a:cxnLst/>
              <a:rect l="l" t="t" r="r" b="b"/>
              <a:pathLst>
                <a:path w="4092" h="3525" extrusionOk="0">
                  <a:moveTo>
                    <a:pt x="3549" y="1"/>
                  </a:moveTo>
                  <a:cubicBezTo>
                    <a:pt x="3472" y="1"/>
                    <a:pt x="3395" y="20"/>
                    <a:pt x="3327" y="59"/>
                  </a:cubicBezTo>
                  <a:cubicBezTo>
                    <a:pt x="3155" y="154"/>
                    <a:pt x="3066" y="365"/>
                    <a:pt x="3104" y="556"/>
                  </a:cubicBezTo>
                  <a:cubicBezTo>
                    <a:pt x="2717" y="335"/>
                    <a:pt x="2251" y="201"/>
                    <a:pt x="1799" y="201"/>
                  </a:cubicBezTo>
                  <a:cubicBezTo>
                    <a:pt x="1678" y="201"/>
                    <a:pt x="1558" y="210"/>
                    <a:pt x="1440" y="231"/>
                  </a:cubicBezTo>
                  <a:cubicBezTo>
                    <a:pt x="886" y="326"/>
                    <a:pt x="370" y="620"/>
                    <a:pt x="0" y="1047"/>
                  </a:cubicBezTo>
                  <a:cubicBezTo>
                    <a:pt x="229" y="1505"/>
                    <a:pt x="427" y="1983"/>
                    <a:pt x="656" y="2442"/>
                  </a:cubicBezTo>
                  <a:cubicBezTo>
                    <a:pt x="778" y="2678"/>
                    <a:pt x="892" y="2920"/>
                    <a:pt x="1071" y="3124"/>
                  </a:cubicBezTo>
                  <a:cubicBezTo>
                    <a:pt x="1243" y="3328"/>
                    <a:pt x="1479" y="3488"/>
                    <a:pt x="1746" y="3519"/>
                  </a:cubicBezTo>
                  <a:cubicBezTo>
                    <a:pt x="1776" y="3523"/>
                    <a:pt x="1806" y="3524"/>
                    <a:pt x="1836" y="3524"/>
                  </a:cubicBezTo>
                  <a:cubicBezTo>
                    <a:pt x="2048" y="3524"/>
                    <a:pt x="2257" y="3449"/>
                    <a:pt x="2447" y="3354"/>
                  </a:cubicBezTo>
                  <a:cubicBezTo>
                    <a:pt x="2804" y="3175"/>
                    <a:pt x="3136" y="2933"/>
                    <a:pt x="3365" y="2614"/>
                  </a:cubicBezTo>
                  <a:cubicBezTo>
                    <a:pt x="3595" y="2289"/>
                    <a:pt x="3703" y="1875"/>
                    <a:pt x="3639" y="1480"/>
                  </a:cubicBezTo>
                  <a:cubicBezTo>
                    <a:pt x="3926" y="1270"/>
                    <a:pt x="4092" y="900"/>
                    <a:pt x="4054" y="543"/>
                  </a:cubicBezTo>
                  <a:cubicBezTo>
                    <a:pt x="4041" y="384"/>
                    <a:pt x="3983" y="218"/>
                    <a:pt x="3862" y="116"/>
                  </a:cubicBezTo>
                  <a:cubicBezTo>
                    <a:pt x="3776" y="41"/>
                    <a:pt x="3662" y="1"/>
                    <a:pt x="3549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758;p49">
              <a:extLst>
                <a:ext uri="{FF2B5EF4-FFF2-40B4-BE49-F238E27FC236}">
                  <a16:creationId xmlns:a16="http://schemas.microsoft.com/office/drawing/2014/main" id="{DEB0579C-55B8-5F1A-9441-84F94CC9AF18}"/>
                </a:ext>
              </a:extLst>
            </p:cNvPr>
            <p:cNvSpPr/>
            <p:nvPr/>
          </p:nvSpPr>
          <p:spPr>
            <a:xfrm>
              <a:off x="3704662" y="1984693"/>
              <a:ext cx="15980" cy="1602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759;p49">
              <a:extLst>
                <a:ext uri="{FF2B5EF4-FFF2-40B4-BE49-F238E27FC236}">
                  <a16:creationId xmlns:a16="http://schemas.microsoft.com/office/drawing/2014/main" id="{AA302C23-1E6F-9885-6F39-E999C8E0896C}"/>
                </a:ext>
              </a:extLst>
            </p:cNvPr>
            <p:cNvSpPr/>
            <p:nvPr/>
          </p:nvSpPr>
          <p:spPr>
            <a:xfrm>
              <a:off x="3776034" y="1949914"/>
              <a:ext cx="15639" cy="16026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1" y="1"/>
                  </a:moveTo>
                  <a:cubicBezTo>
                    <a:pt x="58" y="1"/>
                    <a:pt x="1" y="65"/>
                    <a:pt x="1" y="141"/>
                  </a:cubicBezTo>
                  <a:cubicBezTo>
                    <a:pt x="1" y="218"/>
                    <a:pt x="58" y="281"/>
                    <a:pt x="141" y="281"/>
                  </a:cubicBezTo>
                  <a:cubicBezTo>
                    <a:pt x="218" y="281"/>
                    <a:pt x="275" y="218"/>
                    <a:pt x="275" y="141"/>
                  </a:cubicBezTo>
                  <a:cubicBezTo>
                    <a:pt x="275" y="65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760;p49">
              <a:extLst>
                <a:ext uri="{FF2B5EF4-FFF2-40B4-BE49-F238E27FC236}">
                  <a16:creationId xmlns:a16="http://schemas.microsoft.com/office/drawing/2014/main" id="{22204EC7-BE08-8117-1689-2050E8902576}"/>
                </a:ext>
              </a:extLst>
            </p:cNvPr>
            <p:cNvSpPr/>
            <p:nvPr/>
          </p:nvSpPr>
          <p:spPr>
            <a:xfrm>
              <a:off x="3679298" y="1958325"/>
              <a:ext cx="32302" cy="27904"/>
            </a:xfrm>
            <a:custGeom>
              <a:avLst/>
              <a:gdLst/>
              <a:ahLst/>
              <a:cxnLst/>
              <a:rect l="l" t="t" r="r" b="b"/>
              <a:pathLst>
                <a:path w="568" h="491" extrusionOk="0">
                  <a:moveTo>
                    <a:pt x="444" y="1"/>
                  </a:moveTo>
                  <a:cubicBezTo>
                    <a:pt x="348" y="1"/>
                    <a:pt x="250" y="38"/>
                    <a:pt x="166" y="101"/>
                  </a:cubicBezTo>
                  <a:cubicBezTo>
                    <a:pt x="70" y="184"/>
                    <a:pt x="7" y="299"/>
                    <a:pt x="0" y="414"/>
                  </a:cubicBezTo>
                  <a:cubicBezTo>
                    <a:pt x="0" y="452"/>
                    <a:pt x="26" y="484"/>
                    <a:pt x="64" y="490"/>
                  </a:cubicBezTo>
                  <a:lnTo>
                    <a:pt x="70" y="490"/>
                  </a:lnTo>
                  <a:cubicBezTo>
                    <a:pt x="109" y="490"/>
                    <a:pt x="140" y="458"/>
                    <a:pt x="140" y="420"/>
                  </a:cubicBezTo>
                  <a:cubicBezTo>
                    <a:pt x="140" y="344"/>
                    <a:pt x="185" y="267"/>
                    <a:pt x="255" y="210"/>
                  </a:cubicBezTo>
                  <a:cubicBezTo>
                    <a:pt x="313" y="162"/>
                    <a:pt x="380" y="136"/>
                    <a:pt x="445" y="136"/>
                  </a:cubicBezTo>
                  <a:cubicBezTo>
                    <a:pt x="459" y="136"/>
                    <a:pt x="472" y="138"/>
                    <a:pt x="485" y="140"/>
                  </a:cubicBezTo>
                  <a:cubicBezTo>
                    <a:pt x="488" y="140"/>
                    <a:pt x="492" y="141"/>
                    <a:pt x="496" y="141"/>
                  </a:cubicBezTo>
                  <a:cubicBezTo>
                    <a:pt x="530" y="141"/>
                    <a:pt x="562" y="117"/>
                    <a:pt x="567" y="82"/>
                  </a:cubicBezTo>
                  <a:cubicBezTo>
                    <a:pt x="567" y="44"/>
                    <a:pt x="542" y="12"/>
                    <a:pt x="504" y="6"/>
                  </a:cubicBezTo>
                  <a:cubicBezTo>
                    <a:pt x="484" y="3"/>
                    <a:pt x="46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61;p49">
              <a:extLst>
                <a:ext uri="{FF2B5EF4-FFF2-40B4-BE49-F238E27FC236}">
                  <a16:creationId xmlns:a16="http://schemas.microsoft.com/office/drawing/2014/main" id="{CDA47BCC-0E2D-F2BB-CC43-9CDF7BD7E68A}"/>
                </a:ext>
              </a:extLst>
            </p:cNvPr>
            <p:cNvSpPr/>
            <p:nvPr/>
          </p:nvSpPr>
          <p:spPr>
            <a:xfrm>
              <a:off x="3740547" y="1969974"/>
              <a:ext cx="33383" cy="45237"/>
            </a:xfrm>
            <a:custGeom>
              <a:avLst/>
              <a:gdLst/>
              <a:ahLst/>
              <a:cxnLst/>
              <a:rect l="l" t="t" r="r" b="b"/>
              <a:pathLst>
                <a:path w="587" h="796" extrusionOk="0">
                  <a:moveTo>
                    <a:pt x="81" y="1"/>
                  </a:moveTo>
                  <a:cubicBezTo>
                    <a:pt x="74" y="1"/>
                    <a:pt x="66" y="2"/>
                    <a:pt x="58" y="5"/>
                  </a:cubicBezTo>
                  <a:cubicBezTo>
                    <a:pt x="19" y="18"/>
                    <a:pt x="0" y="56"/>
                    <a:pt x="13" y="94"/>
                  </a:cubicBezTo>
                  <a:lnTo>
                    <a:pt x="236" y="750"/>
                  </a:lnTo>
                  <a:cubicBezTo>
                    <a:pt x="242" y="770"/>
                    <a:pt x="262" y="782"/>
                    <a:pt x="281" y="789"/>
                  </a:cubicBezTo>
                  <a:cubicBezTo>
                    <a:pt x="287" y="795"/>
                    <a:pt x="300" y="795"/>
                    <a:pt x="306" y="795"/>
                  </a:cubicBezTo>
                  <a:cubicBezTo>
                    <a:pt x="319" y="795"/>
                    <a:pt x="332" y="789"/>
                    <a:pt x="344" y="782"/>
                  </a:cubicBezTo>
                  <a:lnTo>
                    <a:pt x="542" y="649"/>
                  </a:lnTo>
                  <a:cubicBezTo>
                    <a:pt x="580" y="629"/>
                    <a:pt x="587" y="585"/>
                    <a:pt x="568" y="553"/>
                  </a:cubicBezTo>
                  <a:cubicBezTo>
                    <a:pt x="552" y="533"/>
                    <a:pt x="528" y="523"/>
                    <a:pt x="505" y="523"/>
                  </a:cubicBezTo>
                  <a:cubicBezTo>
                    <a:pt x="491" y="523"/>
                    <a:pt x="477" y="527"/>
                    <a:pt x="466" y="534"/>
                  </a:cubicBezTo>
                  <a:lnTo>
                    <a:pt x="344" y="617"/>
                  </a:lnTo>
                  <a:lnTo>
                    <a:pt x="147" y="49"/>
                  </a:lnTo>
                  <a:cubicBezTo>
                    <a:pt x="137" y="19"/>
                    <a:pt x="111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62;p49">
              <a:extLst>
                <a:ext uri="{FF2B5EF4-FFF2-40B4-BE49-F238E27FC236}">
                  <a16:creationId xmlns:a16="http://schemas.microsoft.com/office/drawing/2014/main" id="{22B25FEF-D932-4D50-8B1D-1F7C91DE6977}"/>
                </a:ext>
              </a:extLst>
            </p:cNvPr>
            <p:cNvSpPr/>
            <p:nvPr/>
          </p:nvSpPr>
          <p:spPr>
            <a:xfrm>
              <a:off x="3777513" y="1992024"/>
              <a:ext cx="30482" cy="33302"/>
            </a:xfrm>
            <a:custGeom>
              <a:avLst/>
              <a:gdLst/>
              <a:ahLst/>
              <a:cxnLst/>
              <a:rect l="l" t="t" r="r" b="b"/>
              <a:pathLst>
                <a:path w="536" h="586" extrusionOk="0">
                  <a:moveTo>
                    <a:pt x="364" y="229"/>
                  </a:moveTo>
                  <a:cubicBezTo>
                    <a:pt x="383" y="280"/>
                    <a:pt x="389" y="331"/>
                    <a:pt x="383" y="388"/>
                  </a:cubicBezTo>
                  <a:cubicBezTo>
                    <a:pt x="376" y="420"/>
                    <a:pt x="351" y="433"/>
                    <a:pt x="338" y="439"/>
                  </a:cubicBezTo>
                  <a:cubicBezTo>
                    <a:pt x="327" y="445"/>
                    <a:pt x="314" y="448"/>
                    <a:pt x="300" y="448"/>
                  </a:cubicBezTo>
                  <a:cubicBezTo>
                    <a:pt x="284" y="448"/>
                    <a:pt x="266" y="443"/>
                    <a:pt x="249" y="433"/>
                  </a:cubicBezTo>
                  <a:cubicBezTo>
                    <a:pt x="230" y="420"/>
                    <a:pt x="217" y="407"/>
                    <a:pt x="198" y="394"/>
                  </a:cubicBezTo>
                  <a:cubicBezTo>
                    <a:pt x="268" y="350"/>
                    <a:pt x="325" y="292"/>
                    <a:pt x="364" y="229"/>
                  </a:cubicBezTo>
                  <a:close/>
                  <a:moveTo>
                    <a:pt x="347" y="0"/>
                  </a:moveTo>
                  <a:cubicBezTo>
                    <a:pt x="340" y="0"/>
                    <a:pt x="333" y="2"/>
                    <a:pt x="325" y="6"/>
                  </a:cubicBezTo>
                  <a:cubicBezTo>
                    <a:pt x="300" y="12"/>
                    <a:pt x="281" y="37"/>
                    <a:pt x="274" y="63"/>
                  </a:cubicBezTo>
                  <a:cubicBezTo>
                    <a:pt x="262" y="171"/>
                    <a:pt x="172" y="267"/>
                    <a:pt x="51" y="305"/>
                  </a:cubicBezTo>
                  <a:cubicBezTo>
                    <a:pt x="26" y="318"/>
                    <a:pt x="13" y="331"/>
                    <a:pt x="7" y="356"/>
                  </a:cubicBezTo>
                  <a:cubicBezTo>
                    <a:pt x="0" y="375"/>
                    <a:pt x="0" y="401"/>
                    <a:pt x="19" y="420"/>
                  </a:cubicBezTo>
                  <a:cubicBezTo>
                    <a:pt x="58" y="464"/>
                    <a:pt x="115" y="503"/>
                    <a:pt x="172" y="547"/>
                  </a:cubicBezTo>
                  <a:cubicBezTo>
                    <a:pt x="211" y="573"/>
                    <a:pt x="255" y="586"/>
                    <a:pt x="300" y="586"/>
                  </a:cubicBezTo>
                  <a:cubicBezTo>
                    <a:pt x="332" y="586"/>
                    <a:pt x="364" y="579"/>
                    <a:pt x="396" y="566"/>
                  </a:cubicBezTo>
                  <a:cubicBezTo>
                    <a:pt x="466" y="535"/>
                    <a:pt x="510" y="477"/>
                    <a:pt x="517" y="401"/>
                  </a:cubicBezTo>
                  <a:cubicBezTo>
                    <a:pt x="536" y="267"/>
                    <a:pt x="491" y="127"/>
                    <a:pt x="396" y="25"/>
                  </a:cubicBezTo>
                  <a:cubicBezTo>
                    <a:pt x="382" y="11"/>
                    <a:pt x="36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63;p49">
              <a:extLst>
                <a:ext uri="{FF2B5EF4-FFF2-40B4-BE49-F238E27FC236}">
                  <a16:creationId xmlns:a16="http://schemas.microsoft.com/office/drawing/2014/main" id="{A1B2253B-4138-B10D-3500-ED79E230F5AB}"/>
                </a:ext>
              </a:extLst>
            </p:cNvPr>
            <p:cNvSpPr/>
            <p:nvPr/>
          </p:nvSpPr>
          <p:spPr>
            <a:xfrm>
              <a:off x="3741287" y="1917579"/>
              <a:ext cx="52207" cy="26255"/>
            </a:xfrm>
            <a:custGeom>
              <a:avLst/>
              <a:gdLst/>
              <a:ahLst/>
              <a:cxnLst/>
              <a:rect l="l" t="t" r="r" b="b"/>
              <a:pathLst>
                <a:path w="918" h="462" extrusionOk="0">
                  <a:moveTo>
                    <a:pt x="600" y="0"/>
                  </a:moveTo>
                  <a:cubicBezTo>
                    <a:pt x="528" y="0"/>
                    <a:pt x="454" y="13"/>
                    <a:pt x="382" y="41"/>
                  </a:cubicBezTo>
                  <a:cubicBezTo>
                    <a:pt x="217" y="98"/>
                    <a:pt x="83" y="213"/>
                    <a:pt x="19" y="360"/>
                  </a:cubicBezTo>
                  <a:cubicBezTo>
                    <a:pt x="0" y="398"/>
                    <a:pt x="19" y="436"/>
                    <a:pt x="51" y="455"/>
                  </a:cubicBezTo>
                  <a:cubicBezTo>
                    <a:pt x="64" y="455"/>
                    <a:pt x="70" y="462"/>
                    <a:pt x="83" y="462"/>
                  </a:cubicBezTo>
                  <a:cubicBezTo>
                    <a:pt x="108" y="462"/>
                    <a:pt x="134" y="442"/>
                    <a:pt x="147" y="417"/>
                  </a:cubicBezTo>
                  <a:cubicBezTo>
                    <a:pt x="198" y="309"/>
                    <a:pt x="300" y="213"/>
                    <a:pt x="427" y="168"/>
                  </a:cubicBezTo>
                  <a:cubicBezTo>
                    <a:pt x="486" y="149"/>
                    <a:pt x="544" y="139"/>
                    <a:pt x="601" y="139"/>
                  </a:cubicBezTo>
                  <a:cubicBezTo>
                    <a:pt x="673" y="139"/>
                    <a:pt x="742" y="155"/>
                    <a:pt x="803" y="188"/>
                  </a:cubicBezTo>
                  <a:cubicBezTo>
                    <a:pt x="815" y="193"/>
                    <a:pt x="827" y="196"/>
                    <a:pt x="838" y="196"/>
                  </a:cubicBezTo>
                  <a:cubicBezTo>
                    <a:pt x="863" y="196"/>
                    <a:pt x="885" y="182"/>
                    <a:pt x="899" y="156"/>
                  </a:cubicBezTo>
                  <a:cubicBezTo>
                    <a:pt x="918" y="124"/>
                    <a:pt x="905" y="79"/>
                    <a:pt x="867" y="66"/>
                  </a:cubicBezTo>
                  <a:cubicBezTo>
                    <a:pt x="787" y="23"/>
                    <a:pt x="695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64;p49">
              <a:extLst>
                <a:ext uri="{FF2B5EF4-FFF2-40B4-BE49-F238E27FC236}">
                  <a16:creationId xmlns:a16="http://schemas.microsoft.com/office/drawing/2014/main" id="{8AFD42E3-58A2-D1AC-1F11-6943E09BF074}"/>
                </a:ext>
              </a:extLst>
            </p:cNvPr>
            <p:cNvSpPr/>
            <p:nvPr/>
          </p:nvSpPr>
          <p:spPr>
            <a:xfrm>
              <a:off x="3839103" y="1904395"/>
              <a:ext cx="21440" cy="36201"/>
            </a:xfrm>
            <a:custGeom>
              <a:avLst/>
              <a:gdLst/>
              <a:ahLst/>
              <a:cxnLst/>
              <a:rect l="l" t="t" r="r" b="b"/>
              <a:pathLst>
                <a:path w="377" h="637" extrusionOk="0">
                  <a:moveTo>
                    <a:pt x="297" y="0"/>
                  </a:moveTo>
                  <a:cubicBezTo>
                    <a:pt x="270" y="0"/>
                    <a:pt x="245" y="15"/>
                    <a:pt x="230" y="43"/>
                  </a:cubicBezTo>
                  <a:lnTo>
                    <a:pt x="14" y="541"/>
                  </a:lnTo>
                  <a:cubicBezTo>
                    <a:pt x="1" y="579"/>
                    <a:pt x="20" y="617"/>
                    <a:pt x="52" y="630"/>
                  </a:cubicBezTo>
                  <a:cubicBezTo>
                    <a:pt x="65" y="636"/>
                    <a:pt x="71" y="636"/>
                    <a:pt x="77" y="636"/>
                  </a:cubicBezTo>
                  <a:cubicBezTo>
                    <a:pt x="109" y="636"/>
                    <a:pt x="135" y="623"/>
                    <a:pt x="141" y="598"/>
                  </a:cubicBezTo>
                  <a:lnTo>
                    <a:pt x="358" y="94"/>
                  </a:lnTo>
                  <a:cubicBezTo>
                    <a:pt x="377" y="63"/>
                    <a:pt x="358" y="18"/>
                    <a:pt x="326" y="5"/>
                  </a:cubicBezTo>
                  <a:cubicBezTo>
                    <a:pt x="316" y="2"/>
                    <a:pt x="307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765;p49">
              <a:extLst>
                <a:ext uri="{FF2B5EF4-FFF2-40B4-BE49-F238E27FC236}">
                  <a16:creationId xmlns:a16="http://schemas.microsoft.com/office/drawing/2014/main" id="{3C35F015-D265-5580-B6FC-F2C3FBF975C5}"/>
                </a:ext>
              </a:extLst>
            </p:cNvPr>
            <p:cNvSpPr/>
            <p:nvPr/>
          </p:nvSpPr>
          <p:spPr>
            <a:xfrm>
              <a:off x="3664796" y="1991796"/>
              <a:ext cx="40662" cy="65411"/>
            </a:xfrm>
            <a:custGeom>
              <a:avLst/>
              <a:gdLst/>
              <a:ahLst/>
              <a:cxnLst/>
              <a:rect l="l" t="t" r="r" b="b"/>
              <a:pathLst>
                <a:path w="715" h="1151" extrusionOk="0">
                  <a:moveTo>
                    <a:pt x="81" y="1"/>
                  </a:moveTo>
                  <a:cubicBezTo>
                    <a:pt x="69" y="1"/>
                    <a:pt x="57" y="3"/>
                    <a:pt x="45" y="10"/>
                  </a:cubicBezTo>
                  <a:cubicBezTo>
                    <a:pt x="13" y="29"/>
                    <a:pt x="0" y="73"/>
                    <a:pt x="19" y="105"/>
                  </a:cubicBezTo>
                  <a:lnTo>
                    <a:pt x="574" y="1112"/>
                  </a:lnTo>
                  <a:cubicBezTo>
                    <a:pt x="587" y="1138"/>
                    <a:pt x="612" y="1150"/>
                    <a:pt x="638" y="1150"/>
                  </a:cubicBezTo>
                  <a:cubicBezTo>
                    <a:pt x="650" y="1150"/>
                    <a:pt x="657" y="1144"/>
                    <a:pt x="669" y="1138"/>
                  </a:cubicBezTo>
                  <a:cubicBezTo>
                    <a:pt x="701" y="1119"/>
                    <a:pt x="714" y="1080"/>
                    <a:pt x="695" y="1042"/>
                  </a:cubicBezTo>
                  <a:lnTo>
                    <a:pt x="140" y="35"/>
                  </a:lnTo>
                  <a:cubicBezTo>
                    <a:pt x="127" y="13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66;p49">
              <a:extLst>
                <a:ext uri="{FF2B5EF4-FFF2-40B4-BE49-F238E27FC236}">
                  <a16:creationId xmlns:a16="http://schemas.microsoft.com/office/drawing/2014/main" id="{66BF3E0C-DE84-F80F-6088-D9F728798C7F}"/>
                </a:ext>
              </a:extLst>
            </p:cNvPr>
            <p:cNvSpPr/>
            <p:nvPr/>
          </p:nvSpPr>
          <p:spPr>
            <a:xfrm>
              <a:off x="3781494" y="2018846"/>
              <a:ext cx="76547" cy="71322"/>
            </a:xfrm>
            <a:custGeom>
              <a:avLst/>
              <a:gdLst/>
              <a:ahLst/>
              <a:cxnLst/>
              <a:rect l="l" t="t" r="r" b="b"/>
              <a:pathLst>
                <a:path w="1346" h="1255" extrusionOk="0">
                  <a:moveTo>
                    <a:pt x="1269" y="0"/>
                  </a:moveTo>
                  <a:cubicBezTo>
                    <a:pt x="1242" y="0"/>
                    <a:pt x="1215" y="15"/>
                    <a:pt x="1205" y="43"/>
                  </a:cubicBezTo>
                  <a:cubicBezTo>
                    <a:pt x="988" y="534"/>
                    <a:pt x="555" y="936"/>
                    <a:pt x="51" y="1121"/>
                  </a:cubicBezTo>
                  <a:cubicBezTo>
                    <a:pt x="20" y="1133"/>
                    <a:pt x="0" y="1178"/>
                    <a:pt x="13" y="1210"/>
                  </a:cubicBezTo>
                  <a:cubicBezTo>
                    <a:pt x="20" y="1242"/>
                    <a:pt x="51" y="1254"/>
                    <a:pt x="77" y="1254"/>
                  </a:cubicBezTo>
                  <a:lnTo>
                    <a:pt x="102" y="1254"/>
                  </a:lnTo>
                  <a:cubicBezTo>
                    <a:pt x="651" y="1050"/>
                    <a:pt x="1097" y="630"/>
                    <a:pt x="1333" y="94"/>
                  </a:cubicBezTo>
                  <a:cubicBezTo>
                    <a:pt x="1345" y="63"/>
                    <a:pt x="1333" y="24"/>
                    <a:pt x="1294" y="5"/>
                  </a:cubicBezTo>
                  <a:cubicBezTo>
                    <a:pt x="1286" y="2"/>
                    <a:pt x="1278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67;p49">
              <a:extLst>
                <a:ext uri="{FF2B5EF4-FFF2-40B4-BE49-F238E27FC236}">
                  <a16:creationId xmlns:a16="http://schemas.microsoft.com/office/drawing/2014/main" id="{7731AEF4-0AE8-43D4-60DC-A86ECE72A821}"/>
                </a:ext>
              </a:extLst>
            </p:cNvPr>
            <p:cNvSpPr/>
            <p:nvPr/>
          </p:nvSpPr>
          <p:spPr>
            <a:xfrm>
              <a:off x="3628911" y="2681969"/>
              <a:ext cx="337865" cy="256133"/>
            </a:xfrm>
            <a:custGeom>
              <a:avLst/>
              <a:gdLst/>
              <a:ahLst/>
              <a:cxnLst/>
              <a:rect l="l" t="t" r="r" b="b"/>
              <a:pathLst>
                <a:path w="5941" h="4507" extrusionOk="0">
                  <a:moveTo>
                    <a:pt x="1261" y="1"/>
                  </a:moveTo>
                  <a:cubicBezTo>
                    <a:pt x="844" y="1"/>
                    <a:pt x="420" y="225"/>
                    <a:pt x="236" y="592"/>
                  </a:cubicBezTo>
                  <a:cubicBezTo>
                    <a:pt x="0" y="1051"/>
                    <a:pt x="96" y="1625"/>
                    <a:pt x="364" y="2064"/>
                  </a:cubicBezTo>
                  <a:cubicBezTo>
                    <a:pt x="631" y="2504"/>
                    <a:pt x="1052" y="2829"/>
                    <a:pt x="1485" y="3103"/>
                  </a:cubicBezTo>
                  <a:cubicBezTo>
                    <a:pt x="1944" y="3396"/>
                    <a:pt x="2454" y="3569"/>
                    <a:pt x="2926" y="3836"/>
                  </a:cubicBezTo>
                  <a:cubicBezTo>
                    <a:pt x="3276" y="4034"/>
                    <a:pt x="3627" y="4231"/>
                    <a:pt x="3977" y="4423"/>
                  </a:cubicBezTo>
                  <a:cubicBezTo>
                    <a:pt x="4047" y="4461"/>
                    <a:pt x="4117" y="4505"/>
                    <a:pt x="4200" y="4505"/>
                  </a:cubicBezTo>
                  <a:cubicBezTo>
                    <a:pt x="4205" y="4506"/>
                    <a:pt x="4210" y="4506"/>
                    <a:pt x="4216" y="4506"/>
                  </a:cubicBezTo>
                  <a:cubicBezTo>
                    <a:pt x="4295" y="4506"/>
                    <a:pt x="4425" y="4462"/>
                    <a:pt x="4443" y="4391"/>
                  </a:cubicBezTo>
                  <a:cubicBezTo>
                    <a:pt x="4385" y="4308"/>
                    <a:pt x="4404" y="4225"/>
                    <a:pt x="4347" y="4142"/>
                  </a:cubicBezTo>
                  <a:cubicBezTo>
                    <a:pt x="4487" y="4142"/>
                    <a:pt x="4602" y="4238"/>
                    <a:pt x="4729" y="4301"/>
                  </a:cubicBezTo>
                  <a:cubicBezTo>
                    <a:pt x="4787" y="4327"/>
                    <a:pt x="4859" y="4344"/>
                    <a:pt x="4928" y="4344"/>
                  </a:cubicBezTo>
                  <a:cubicBezTo>
                    <a:pt x="5011" y="4344"/>
                    <a:pt x="5089" y="4320"/>
                    <a:pt x="5131" y="4257"/>
                  </a:cubicBezTo>
                  <a:cubicBezTo>
                    <a:pt x="5067" y="4123"/>
                    <a:pt x="5029" y="4040"/>
                    <a:pt x="4965" y="3906"/>
                  </a:cubicBezTo>
                  <a:lnTo>
                    <a:pt x="4965" y="3906"/>
                  </a:lnTo>
                  <a:cubicBezTo>
                    <a:pt x="5105" y="4047"/>
                    <a:pt x="5271" y="4168"/>
                    <a:pt x="5443" y="4263"/>
                  </a:cubicBezTo>
                  <a:cubicBezTo>
                    <a:pt x="5488" y="4289"/>
                    <a:pt x="5539" y="4314"/>
                    <a:pt x="5590" y="4321"/>
                  </a:cubicBezTo>
                  <a:cubicBezTo>
                    <a:pt x="5641" y="4321"/>
                    <a:pt x="5724" y="4301"/>
                    <a:pt x="5743" y="4257"/>
                  </a:cubicBezTo>
                  <a:cubicBezTo>
                    <a:pt x="5660" y="4059"/>
                    <a:pt x="5615" y="3900"/>
                    <a:pt x="5532" y="3702"/>
                  </a:cubicBezTo>
                  <a:lnTo>
                    <a:pt x="5532" y="3702"/>
                  </a:lnTo>
                  <a:cubicBezTo>
                    <a:pt x="5575" y="3792"/>
                    <a:pt x="5675" y="3841"/>
                    <a:pt x="5772" y="3841"/>
                  </a:cubicBezTo>
                  <a:cubicBezTo>
                    <a:pt x="5835" y="3841"/>
                    <a:pt x="5896" y="3821"/>
                    <a:pt x="5940" y="3779"/>
                  </a:cubicBezTo>
                  <a:cubicBezTo>
                    <a:pt x="5781" y="3307"/>
                    <a:pt x="5794" y="2740"/>
                    <a:pt x="5469" y="2358"/>
                  </a:cubicBezTo>
                  <a:cubicBezTo>
                    <a:pt x="5061" y="1892"/>
                    <a:pt x="4787" y="1338"/>
                    <a:pt x="4264" y="1006"/>
                  </a:cubicBezTo>
                  <a:cubicBezTo>
                    <a:pt x="3818" y="720"/>
                    <a:pt x="3295" y="560"/>
                    <a:pt x="2785" y="407"/>
                  </a:cubicBezTo>
                  <a:cubicBezTo>
                    <a:pt x="2378" y="286"/>
                    <a:pt x="1976" y="165"/>
                    <a:pt x="1568" y="44"/>
                  </a:cubicBezTo>
                  <a:cubicBezTo>
                    <a:pt x="1469" y="15"/>
                    <a:pt x="1365" y="1"/>
                    <a:pt x="126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68;p49">
              <a:extLst>
                <a:ext uri="{FF2B5EF4-FFF2-40B4-BE49-F238E27FC236}">
                  <a16:creationId xmlns:a16="http://schemas.microsoft.com/office/drawing/2014/main" id="{2742EE9C-40C3-3482-AAF5-71B07A83EB84}"/>
                </a:ext>
              </a:extLst>
            </p:cNvPr>
            <p:cNvSpPr/>
            <p:nvPr/>
          </p:nvSpPr>
          <p:spPr>
            <a:xfrm>
              <a:off x="3827161" y="2867512"/>
              <a:ext cx="59145" cy="66150"/>
            </a:xfrm>
            <a:custGeom>
              <a:avLst/>
              <a:gdLst/>
              <a:ahLst/>
              <a:cxnLst/>
              <a:rect l="l" t="t" r="r" b="b"/>
              <a:pathLst>
                <a:path w="1040" h="1164" extrusionOk="0">
                  <a:moveTo>
                    <a:pt x="79" y="1"/>
                  </a:moveTo>
                  <a:cubicBezTo>
                    <a:pt x="63" y="1"/>
                    <a:pt x="46" y="6"/>
                    <a:pt x="32" y="17"/>
                  </a:cubicBezTo>
                  <a:cubicBezTo>
                    <a:pt x="7" y="42"/>
                    <a:pt x="1" y="87"/>
                    <a:pt x="26" y="119"/>
                  </a:cubicBezTo>
                  <a:lnTo>
                    <a:pt x="912" y="1138"/>
                  </a:lnTo>
                  <a:cubicBezTo>
                    <a:pt x="925" y="1151"/>
                    <a:pt x="944" y="1164"/>
                    <a:pt x="963" y="1164"/>
                  </a:cubicBezTo>
                  <a:cubicBezTo>
                    <a:pt x="976" y="1164"/>
                    <a:pt x="995" y="1158"/>
                    <a:pt x="1008" y="1145"/>
                  </a:cubicBezTo>
                  <a:cubicBezTo>
                    <a:pt x="1033" y="1119"/>
                    <a:pt x="1039" y="1075"/>
                    <a:pt x="1014" y="1049"/>
                  </a:cubicBezTo>
                  <a:lnTo>
                    <a:pt x="134" y="23"/>
                  </a:lnTo>
                  <a:cubicBezTo>
                    <a:pt x="120" y="9"/>
                    <a:pt x="100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69;p49">
              <a:extLst>
                <a:ext uri="{FF2B5EF4-FFF2-40B4-BE49-F238E27FC236}">
                  <a16:creationId xmlns:a16="http://schemas.microsoft.com/office/drawing/2014/main" id="{05435E2B-6BA7-EF7D-60EB-A8007730A964}"/>
                </a:ext>
              </a:extLst>
            </p:cNvPr>
            <p:cNvSpPr/>
            <p:nvPr/>
          </p:nvSpPr>
          <p:spPr>
            <a:xfrm>
              <a:off x="3866685" y="2847622"/>
              <a:ext cx="62386" cy="77743"/>
            </a:xfrm>
            <a:custGeom>
              <a:avLst/>
              <a:gdLst/>
              <a:ahLst/>
              <a:cxnLst/>
              <a:rect l="l" t="t" r="r" b="b"/>
              <a:pathLst>
                <a:path w="1097" h="1368" extrusionOk="0">
                  <a:moveTo>
                    <a:pt x="76" y="0"/>
                  </a:moveTo>
                  <a:cubicBezTo>
                    <a:pt x="61" y="0"/>
                    <a:pt x="45" y="6"/>
                    <a:pt x="32" y="16"/>
                  </a:cubicBezTo>
                  <a:cubicBezTo>
                    <a:pt x="0" y="42"/>
                    <a:pt x="0" y="86"/>
                    <a:pt x="19" y="112"/>
                  </a:cubicBezTo>
                  <a:lnTo>
                    <a:pt x="963" y="1336"/>
                  </a:lnTo>
                  <a:cubicBezTo>
                    <a:pt x="975" y="1355"/>
                    <a:pt x="1001" y="1367"/>
                    <a:pt x="1020" y="1367"/>
                  </a:cubicBezTo>
                  <a:cubicBezTo>
                    <a:pt x="1033" y="1367"/>
                    <a:pt x="1052" y="1361"/>
                    <a:pt x="1065" y="1348"/>
                  </a:cubicBezTo>
                  <a:cubicBezTo>
                    <a:pt x="1090" y="1329"/>
                    <a:pt x="1096" y="1285"/>
                    <a:pt x="1077" y="1253"/>
                  </a:cubicBezTo>
                  <a:lnTo>
                    <a:pt x="134" y="29"/>
                  </a:ln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70;p49">
              <a:extLst>
                <a:ext uri="{FF2B5EF4-FFF2-40B4-BE49-F238E27FC236}">
                  <a16:creationId xmlns:a16="http://schemas.microsoft.com/office/drawing/2014/main" id="{A1F21780-87DA-6E3C-9A46-0FE6230D5B50}"/>
                </a:ext>
              </a:extLst>
            </p:cNvPr>
            <p:cNvSpPr/>
            <p:nvPr/>
          </p:nvSpPr>
          <p:spPr>
            <a:xfrm>
              <a:off x="3894211" y="2809604"/>
              <a:ext cx="60225" cy="92235"/>
            </a:xfrm>
            <a:custGeom>
              <a:avLst/>
              <a:gdLst/>
              <a:ahLst/>
              <a:cxnLst/>
              <a:rect l="l" t="t" r="r" b="b"/>
              <a:pathLst>
                <a:path w="1059" h="1623" extrusionOk="0">
                  <a:moveTo>
                    <a:pt x="75" y="1"/>
                  </a:moveTo>
                  <a:cubicBezTo>
                    <a:pt x="63" y="1"/>
                    <a:pt x="51" y="4"/>
                    <a:pt x="39" y="10"/>
                  </a:cubicBezTo>
                  <a:cubicBezTo>
                    <a:pt x="7" y="29"/>
                    <a:pt x="1" y="73"/>
                    <a:pt x="20" y="105"/>
                  </a:cubicBezTo>
                  <a:lnTo>
                    <a:pt x="918" y="1590"/>
                  </a:lnTo>
                  <a:cubicBezTo>
                    <a:pt x="931" y="1609"/>
                    <a:pt x="950" y="1622"/>
                    <a:pt x="976" y="1622"/>
                  </a:cubicBezTo>
                  <a:cubicBezTo>
                    <a:pt x="988" y="1622"/>
                    <a:pt x="1001" y="1622"/>
                    <a:pt x="1014" y="1609"/>
                  </a:cubicBezTo>
                  <a:cubicBezTo>
                    <a:pt x="1046" y="1590"/>
                    <a:pt x="1059" y="1552"/>
                    <a:pt x="1033" y="1514"/>
                  </a:cubicBezTo>
                  <a:lnTo>
                    <a:pt x="134" y="35"/>
                  </a:lnTo>
                  <a:cubicBezTo>
                    <a:pt x="121" y="13"/>
                    <a:pt x="100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71;p49">
              <a:extLst>
                <a:ext uri="{FF2B5EF4-FFF2-40B4-BE49-F238E27FC236}">
                  <a16:creationId xmlns:a16="http://schemas.microsoft.com/office/drawing/2014/main" id="{BB523FF4-64E5-CB1D-7E9E-7D574FE14884}"/>
                </a:ext>
              </a:extLst>
            </p:cNvPr>
            <p:cNvSpPr/>
            <p:nvPr/>
          </p:nvSpPr>
          <p:spPr>
            <a:xfrm>
              <a:off x="3672019" y="2826596"/>
              <a:ext cx="29800" cy="23812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83" y="1"/>
                  </a:moveTo>
                  <a:cubicBezTo>
                    <a:pt x="62" y="1"/>
                    <a:pt x="41" y="11"/>
                    <a:pt x="26" y="29"/>
                  </a:cubicBezTo>
                  <a:cubicBezTo>
                    <a:pt x="1" y="61"/>
                    <a:pt x="7" y="106"/>
                    <a:pt x="39" y="125"/>
                  </a:cubicBezTo>
                  <a:lnTo>
                    <a:pt x="402" y="405"/>
                  </a:lnTo>
                  <a:cubicBezTo>
                    <a:pt x="415" y="418"/>
                    <a:pt x="428" y="418"/>
                    <a:pt x="440" y="418"/>
                  </a:cubicBezTo>
                  <a:cubicBezTo>
                    <a:pt x="460" y="418"/>
                    <a:pt x="485" y="412"/>
                    <a:pt x="498" y="393"/>
                  </a:cubicBezTo>
                  <a:cubicBezTo>
                    <a:pt x="523" y="361"/>
                    <a:pt x="517" y="316"/>
                    <a:pt x="485" y="297"/>
                  </a:cubicBezTo>
                  <a:lnTo>
                    <a:pt x="122" y="17"/>
                  </a:lnTo>
                  <a:cubicBezTo>
                    <a:pt x="111" y="6"/>
                    <a:pt x="97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65785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8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063;p56">
            <a:extLst>
              <a:ext uri="{FF2B5EF4-FFF2-40B4-BE49-F238E27FC236}">
                <a16:creationId xmlns:a16="http://schemas.microsoft.com/office/drawing/2014/main" id="{75373297-4356-7674-4BA9-80AFBC4D92F2}"/>
              </a:ext>
            </a:extLst>
          </p:cNvPr>
          <p:cNvGrpSpPr/>
          <p:nvPr/>
        </p:nvGrpSpPr>
        <p:grpSpPr>
          <a:xfrm>
            <a:off x="7767820" y="-152393"/>
            <a:ext cx="1096778" cy="1899756"/>
            <a:chOff x="5086189" y="571500"/>
            <a:chExt cx="798644" cy="1383351"/>
          </a:xfrm>
        </p:grpSpPr>
        <p:sp>
          <p:nvSpPr>
            <p:cNvPr id="3" name="Google Shape;2064;p56">
              <a:extLst>
                <a:ext uri="{FF2B5EF4-FFF2-40B4-BE49-F238E27FC236}">
                  <a16:creationId xmlns:a16="http://schemas.microsoft.com/office/drawing/2014/main" id="{E18ADEA9-7DF5-8D90-C68A-4A2A017DFAF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5;p56">
              <a:extLst>
                <a:ext uri="{FF2B5EF4-FFF2-40B4-BE49-F238E27FC236}">
                  <a16:creationId xmlns:a16="http://schemas.microsoft.com/office/drawing/2014/main" id="{97816252-214F-CA10-EC87-3EF51DDBFD3B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66;p56">
              <a:extLst>
                <a:ext uri="{FF2B5EF4-FFF2-40B4-BE49-F238E27FC236}">
                  <a16:creationId xmlns:a16="http://schemas.microsoft.com/office/drawing/2014/main" id="{B473433B-B2AF-CFE0-C6CB-5E4610FB9A1F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7;p56">
              <a:extLst>
                <a:ext uri="{FF2B5EF4-FFF2-40B4-BE49-F238E27FC236}">
                  <a16:creationId xmlns:a16="http://schemas.microsoft.com/office/drawing/2014/main" id="{0B6259E5-F2AC-B878-2435-E1E6385B5BF4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90476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9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19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403;p65">
            <a:extLst>
              <a:ext uri="{FF2B5EF4-FFF2-40B4-BE49-F238E27FC236}">
                <a16:creationId xmlns:a16="http://schemas.microsoft.com/office/drawing/2014/main" id="{BAF82808-3227-6DDB-B580-ED8D9774B899}"/>
              </a:ext>
            </a:extLst>
          </p:cNvPr>
          <p:cNvGrpSpPr/>
          <p:nvPr/>
        </p:nvGrpSpPr>
        <p:grpSpPr>
          <a:xfrm flipH="1">
            <a:off x="6917702" y="2808076"/>
            <a:ext cx="1303999" cy="2158128"/>
            <a:chOff x="3366059" y="2243993"/>
            <a:chExt cx="1208750" cy="2000490"/>
          </a:xfrm>
        </p:grpSpPr>
        <p:sp>
          <p:nvSpPr>
            <p:cNvPr id="3" name="Google Shape;2404;p65">
              <a:extLst>
                <a:ext uri="{FF2B5EF4-FFF2-40B4-BE49-F238E27FC236}">
                  <a16:creationId xmlns:a16="http://schemas.microsoft.com/office/drawing/2014/main" id="{F2985C09-EF27-493D-176E-B9A4DCD0248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05;p65">
              <a:extLst>
                <a:ext uri="{FF2B5EF4-FFF2-40B4-BE49-F238E27FC236}">
                  <a16:creationId xmlns:a16="http://schemas.microsoft.com/office/drawing/2014/main" id="{DA18E95F-B582-1E8E-CBDF-3E23421E67E5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06;p65">
              <a:extLst>
                <a:ext uri="{FF2B5EF4-FFF2-40B4-BE49-F238E27FC236}">
                  <a16:creationId xmlns:a16="http://schemas.microsoft.com/office/drawing/2014/main" id="{AB89DE63-FB98-D6E8-555D-C84F42E2364E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07;p65">
              <a:extLst>
                <a:ext uri="{FF2B5EF4-FFF2-40B4-BE49-F238E27FC236}">
                  <a16:creationId xmlns:a16="http://schemas.microsoft.com/office/drawing/2014/main" id="{93A89C4A-A6EC-97A0-1748-77A882040C4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08;p65">
              <a:extLst>
                <a:ext uri="{FF2B5EF4-FFF2-40B4-BE49-F238E27FC236}">
                  <a16:creationId xmlns:a16="http://schemas.microsoft.com/office/drawing/2014/main" id="{969A6530-A3D6-A188-0BFD-421169A1FFF0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09;p65">
              <a:extLst>
                <a:ext uri="{FF2B5EF4-FFF2-40B4-BE49-F238E27FC236}">
                  <a16:creationId xmlns:a16="http://schemas.microsoft.com/office/drawing/2014/main" id="{25F9FB23-C3FC-AE47-2103-75B59DC63A78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10;p65">
              <a:extLst>
                <a:ext uri="{FF2B5EF4-FFF2-40B4-BE49-F238E27FC236}">
                  <a16:creationId xmlns:a16="http://schemas.microsoft.com/office/drawing/2014/main" id="{079FF85B-8090-C995-2E8B-42D97BD6192A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11;p65">
              <a:extLst>
                <a:ext uri="{FF2B5EF4-FFF2-40B4-BE49-F238E27FC236}">
                  <a16:creationId xmlns:a16="http://schemas.microsoft.com/office/drawing/2014/main" id="{42B4164D-8648-F285-B53F-BDED2358EB74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12;p65">
              <a:extLst>
                <a:ext uri="{FF2B5EF4-FFF2-40B4-BE49-F238E27FC236}">
                  <a16:creationId xmlns:a16="http://schemas.microsoft.com/office/drawing/2014/main" id="{6328F5FF-2288-F88C-B7BA-7E3321824CF5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13;p65">
              <a:extLst>
                <a:ext uri="{FF2B5EF4-FFF2-40B4-BE49-F238E27FC236}">
                  <a16:creationId xmlns:a16="http://schemas.microsoft.com/office/drawing/2014/main" id="{13B13BD9-8348-2458-DF29-DFBEDDB3E561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14;p65">
              <a:extLst>
                <a:ext uri="{FF2B5EF4-FFF2-40B4-BE49-F238E27FC236}">
                  <a16:creationId xmlns:a16="http://schemas.microsoft.com/office/drawing/2014/main" id="{3C4D07D6-BD2C-593B-FD94-29E3AF024E6D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5;p65">
              <a:extLst>
                <a:ext uri="{FF2B5EF4-FFF2-40B4-BE49-F238E27FC236}">
                  <a16:creationId xmlns:a16="http://schemas.microsoft.com/office/drawing/2014/main" id="{30A6F70E-9C76-4AD6-2597-F86C5D34D2DA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16;p65">
              <a:extLst>
                <a:ext uri="{FF2B5EF4-FFF2-40B4-BE49-F238E27FC236}">
                  <a16:creationId xmlns:a16="http://schemas.microsoft.com/office/drawing/2014/main" id="{26AF612D-E429-4DF4-2309-39B90F4D10C0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7;p65">
              <a:extLst>
                <a:ext uri="{FF2B5EF4-FFF2-40B4-BE49-F238E27FC236}">
                  <a16:creationId xmlns:a16="http://schemas.microsoft.com/office/drawing/2014/main" id="{F7374459-4A40-7587-AD2C-E0C446690713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18;p65">
              <a:extLst>
                <a:ext uri="{FF2B5EF4-FFF2-40B4-BE49-F238E27FC236}">
                  <a16:creationId xmlns:a16="http://schemas.microsoft.com/office/drawing/2014/main" id="{E1AD023E-336A-2676-0F54-B92C17E5BBF3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9;p65">
              <a:extLst>
                <a:ext uri="{FF2B5EF4-FFF2-40B4-BE49-F238E27FC236}">
                  <a16:creationId xmlns:a16="http://schemas.microsoft.com/office/drawing/2014/main" id="{BA9DEBDC-52D7-97C3-8ABC-12A978A3C42D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0;p65">
              <a:extLst>
                <a:ext uri="{FF2B5EF4-FFF2-40B4-BE49-F238E27FC236}">
                  <a16:creationId xmlns:a16="http://schemas.microsoft.com/office/drawing/2014/main" id="{A22AD450-A7FD-C318-695C-95C9171F1910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21;p65">
              <a:extLst>
                <a:ext uri="{FF2B5EF4-FFF2-40B4-BE49-F238E27FC236}">
                  <a16:creationId xmlns:a16="http://schemas.microsoft.com/office/drawing/2014/main" id="{237B928D-0BB7-4B7F-CE1B-47D6E55A8AB1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22;p65">
              <a:extLst>
                <a:ext uri="{FF2B5EF4-FFF2-40B4-BE49-F238E27FC236}">
                  <a16:creationId xmlns:a16="http://schemas.microsoft.com/office/drawing/2014/main" id="{40771175-AB72-7095-B483-BE8ED52B8644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23;p65">
              <a:extLst>
                <a:ext uri="{FF2B5EF4-FFF2-40B4-BE49-F238E27FC236}">
                  <a16:creationId xmlns:a16="http://schemas.microsoft.com/office/drawing/2014/main" id="{DC61F0BB-5DCF-1E18-DB9D-BF2A0B4DC94E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4;p65">
              <a:extLst>
                <a:ext uri="{FF2B5EF4-FFF2-40B4-BE49-F238E27FC236}">
                  <a16:creationId xmlns:a16="http://schemas.microsoft.com/office/drawing/2014/main" id="{EFAFD568-ACDC-F0FC-C869-74A5385475E3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5;p65">
              <a:extLst>
                <a:ext uri="{FF2B5EF4-FFF2-40B4-BE49-F238E27FC236}">
                  <a16:creationId xmlns:a16="http://schemas.microsoft.com/office/drawing/2014/main" id="{1016B519-EFC3-73AE-0EFB-FA42E23EB5DC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6;p65">
              <a:extLst>
                <a:ext uri="{FF2B5EF4-FFF2-40B4-BE49-F238E27FC236}">
                  <a16:creationId xmlns:a16="http://schemas.microsoft.com/office/drawing/2014/main" id="{FF834698-B11C-6F14-27D4-FB2D6FB4F433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7;p65">
              <a:extLst>
                <a:ext uri="{FF2B5EF4-FFF2-40B4-BE49-F238E27FC236}">
                  <a16:creationId xmlns:a16="http://schemas.microsoft.com/office/drawing/2014/main" id="{170CA3FC-9276-C1BD-5F98-1A88043D5377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8;p65">
              <a:extLst>
                <a:ext uri="{FF2B5EF4-FFF2-40B4-BE49-F238E27FC236}">
                  <a16:creationId xmlns:a16="http://schemas.microsoft.com/office/drawing/2014/main" id="{4E3F922F-2FFD-FE7D-35A1-8FFB94B1C833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9;p65">
              <a:extLst>
                <a:ext uri="{FF2B5EF4-FFF2-40B4-BE49-F238E27FC236}">
                  <a16:creationId xmlns:a16="http://schemas.microsoft.com/office/drawing/2014/main" id="{E1A3220F-B855-8D47-0C94-637FA943EFEF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0;p65">
              <a:extLst>
                <a:ext uri="{FF2B5EF4-FFF2-40B4-BE49-F238E27FC236}">
                  <a16:creationId xmlns:a16="http://schemas.microsoft.com/office/drawing/2014/main" id="{9AA37B9C-6A47-417F-0548-84DD3A7D5698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1;p65">
              <a:extLst>
                <a:ext uri="{FF2B5EF4-FFF2-40B4-BE49-F238E27FC236}">
                  <a16:creationId xmlns:a16="http://schemas.microsoft.com/office/drawing/2014/main" id="{B2B1C3CC-E014-DC0A-F343-42F698F281E3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32;p65">
              <a:extLst>
                <a:ext uri="{FF2B5EF4-FFF2-40B4-BE49-F238E27FC236}">
                  <a16:creationId xmlns:a16="http://schemas.microsoft.com/office/drawing/2014/main" id="{6B430FF6-30CC-D6D3-0C0D-C765741247AB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33;p65">
              <a:extLst>
                <a:ext uri="{FF2B5EF4-FFF2-40B4-BE49-F238E27FC236}">
                  <a16:creationId xmlns:a16="http://schemas.microsoft.com/office/drawing/2014/main" id="{D4E2E24C-AB59-6811-CE8E-FCF88946471B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4;p65">
              <a:extLst>
                <a:ext uri="{FF2B5EF4-FFF2-40B4-BE49-F238E27FC236}">
                  <a16:creationId xmlns:a16="http://schemas.microsoft.com/office/drawing/2014/main" id="{2D08A955-B4AB-AC5B-4FE2-EBA935D81A9D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5;p65">
              <a:extLst>
                <a:ext uri="{FF2B5EF4-FFF2-40B4-BE49-F238E27FC236}">
                  <a16:creationId xmlns:a16="http://schemas.microsoft.com/office/drawing/2014/main" id="{15B73B8C-FE1E-1D46-511A-80C97B588971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36;p65">
              <a:extLst>
                <a:ext uri="{FF2B5EF4-FFF2-40B4-BE49-F238E27FC236}">
                  <a16:creationId xmlns:a16="http://schemas.microsoft.com/office/drawing/2014/main" id="{3F9C1CD0-B1CF-F371-C9E1-A68DBBB91A74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7;p65">
              <a:extLst>
                <a:ext uri="{FF2B5EF4-FFF2-40B4-BE49-F238E27FC236}">
                  <a16:creationId xmlns:a16="http://schemas.microsoft.com/office/drawing/2014/main" id="{3AA57CFB-2E3A-36AA-5039-9BEBD0A64FF7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8;p65">
              <a:extLst>
                <a:ext uri="{FF2B5EF4-FFF2-40B4-BE49-F238E27FC236}">
                  <a16:creationId xmlns:a16="http://schemas.microsoft.com/office/drawing/2014/main" id="{7BE5B30D-6FFE-EC5E-A54F-E3F387A8A71B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39;p65">
              <a:extLst>
                <a:ext uri="{FF2B5EF4-FFF2-40B4-BE49-F238E27FC236}">
                  <a16:creationId xmlns:a16="http://schemas.microsoft.com/office/drawing/2014/main" id="{2D710E4D-3E62-56E3-93C6-85B0140B6A3A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40;p65">
              <a:extLst>
                <a:ext uri="{FF2B5EF4-FFF2-40B4-BE49-F238E27FC236}">
                  <a16:creationId xmlns:a16="http://schemas.microsoft.com/office/drawing/2014/main" id="{045C10AB-ADD6-6A39-A0B2-695E792FB0B4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1;p65">
              <a:extLst>
                <a:ext uri="{FF2B5EF4-FFF2-40B4-BE49-F238E27FC236}">
                  <a16:creationId xmlns:a16="http://schemas.microsoft.com/office/drawing/2014/main" id="{C134100A-5DFE-DD6A-AFA8-0EEFD01203B9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42;p65">
              <a:extLst>
                <a:ext uri="{FF2B5EF4-FFF2-40B4-BE49-F238E27FC236}">
                  <a16:creationId xmlns:a16="http://schemas.microsoft.com/office/drawing/2014/main" id="{FFA8AC14-0852-21FD-8F96-EABC7F4772F4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3;p65">
              <a:extLst>
                <a:ext uri="{FF2B5EF4-FFF2-40B4-BE49-F238E27FC236}">
                  <a16:creationId xmlns:a16="http://schemas.microsoft.com/office/drawing/2014/main" id="{BEAE4796-2C57-F814-3C47-F01DF0E016AA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44;p65">
              <a:extLst>
                <a:ext uri="{FF2B5EF4-FFF2-40B4-BE49-F238E27FC236}">
                  <a16:creationId xmlns:a16="http://schemas.microsoft.com/office/drawing/2014/main" id="{3C60CC99-290D-3586-5B65-A523BABFEDCF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45;p65">
              <a:extLst>
                <a:ext uri="{FF2B5EF4-FFF2-40B4-BE49-F238E27FC236}">
                  <a16:creationId xmlns:a16="http://schemas.microsoft.com/office/drawing/2014/main" id="{0CE89D75-4AE1-9F68-EF20-9A6BF119F3DC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46;p65">
              <a:extLst>
                <a:ext uri="{FF2B5EF4-FFF2-40B4-BE49-F238E27FC236}">
                  <a16:creationId xmlns:a16="http://schemas.microsoft.com/office/drawing/2014/main" id="{F028B4AC-CCF6-F44C-3F07-68A7B1AADCBE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47;p65">
              <a:extLst>
                <a:ext uri="{FF2B5EF4-FFF2-40B4-BE49-F238E27FC236}">
                  <a16:creationId xmlns:a16="http://schemas.microsoft.com/office/drawing/2014/main" id="{17F45E69-112D-D20C-C3A1-DF43AFC3903B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48;p65">
              <a:extLst>
                <a:ext uri="{FF2B5EF4-FFF2-40B4-BE49-F238E27FC236}">
                  <a16:creationId xmlns:a16="http://schemas.microsoft.com/office/drawing/2014/main" id="{F8E78EA1-899F-D167-5D9D-7D179A6E0F8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49;p65">
              <a:extLst>
                <a:ext uri="{FF2B5EF4-FFF2-40B4-BE49-F238E27FC236}">
                  <a16:creationId xmlns:a16="http://schemas.microsoft.com/office/drawing/2014/main" id="{E80BD81A-26B0-2328-A8C1-3580E05C332A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50;p65">
              <a:extLst>
                <a:ext uri="{FF2B5EF4-FFF2-40B4-BE49-F238E27FC236}">
                  <a16:creationId xmlns:a16="http://schemas.microsoft.com/office/drawing/2014/main" id="{6E70B95C-4279-232F-3E5F-6BBD2A53C7A1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51;p65">
              <a:extLst>
                <a:ext uri="{FF2B5EF4-FFF2-40B4-BE49-F238E27FC236}">
                  <a16:creationId xmlns:a16="http://schemas.microsoft.com/office/drawing/2014/main" id="{3F6193DE-95EA-B1B7-17FA-86EDF4E0624B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52;p65">
              <a:extLst>
                <a:ext uri="{FF2B5EF4-FFF2-40B4-BE49-F238E27FC236}">
                  <a16:creationId xmlns:a16="http://schemas.microsoft.com/office/drawing/2014/main" id="{35F661C5-AF75-971E-5F73-864483987C69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53;p65">
              <a:extLst>
                <a:ext uri="{FF2B5EF4-FFF2-40B4-BE49-F238E27FC236}">
                  <a16:creationId xmlns:a16="http://schemas.microsoft.com/office/drawing/2014/main" id="{C793CEEE-4C76-0474-B8A7-84D4250D5139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54;p65">
              <a:extLst>
                <a:ext uri="{FF2B5EF4-FFF2-40B4-BE49-F238E27FC236}">
                  <a16:creationId xmlns:a16="http://schemas.microsoft.com/office/drawing/2014/main" id="{78F49621-6914-4140-4394-D87AAB645D6F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55;p65">
              <a:extLst>
                <a:ext uri="{FF2B5EF4-FFF2-40B4-BE49-F238E27FC236}">
                  <a16:creationId xmlns:a16="http://schemas.microsoft.com/office/drawing/2014/main" id="{DFB9BC27-E5C0-8014-75C8-8C6F001C4E89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56;p65">
              <a:extLst>
                <a:ext uri="{FF2B5EF4-FFF2-40B4-BE49-F238E27FC236}">
                  <a16:creationId xmlns:a16="http://schemas.microsoft.com/office/drawing/2014/main" id="{83BABDFF-9DD8-9AC1-110C-6875EE19AB6C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57;p65">
              <a:extLst>
                <a:ext uri="{FF2B5EF4-FFF2-40B4-BE49-F238E27FC236}">
                  <a16:creationId xmlns:a16="http://schemas.microsoft.com/office/drawing/2014/main" id="{0F65736D-A4BA-48C0-B517-8C642FA55788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58;p65">
              <a:extLst>
                <a:ext uri="{FF2B5EF4-FFF2-40B4-BE49-F238E27FC236}">
                  <a16:creationId xmlns:a16="http://schemas.microsoft.com/office/drawing/2014/main" id="{5E41F823-5FD5-BFD9-D3A5-518919FB8B54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59;p65">
              <a:extLst>
                <a:ext uri="{FF2B5EF4-FFF2-40B4-BE49-F238E27FC236}">
                  <a16:creationId xmlns:a16="http://schemas.microsoft.com/office/drawing/2014/main" id="{6207073E-2C76-C78A-8B3D-131C667C9054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60;p65">
              <a:extLst>
                <a:ext uri="{FF2B5EF4-FFF2-40B4-BE49-F238E27FC236}">
                  <a16:creationId xmlns:a16="http://schemas.microsoft.com/office/drawing/2014/main" id="{9FDD7216-7C82-A10F-DD95-A4F1FCEF75F1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61;p65">
              <a:extLst>
                <a:ext uri="{FF2B5EF4-FFF2-40B4-BE49-F238E27FC236}">
                  <a16:creationId xmlns:a16="http://schemas.microsoft.com/office/drawing/2014/main" id="{4D532132-540B-8436-DB53-9247A22227A2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2462;p65">
            <a:extLst>
              <a:ext uri="{FF2B5EF4-FFF2-40B4-BE49-F238E27FC236}">
                <a16:creationId xmlns:a16="http://schemas.microsoft.com/office/drawing/2014/main" id="{394D196F-FB45-89F3-1B71-F819C71559EA}"/>
              </a:ext>
            </a:extLst>
          </p:cNvPr>
          <p:cNvGrpSpPr/>
          <p:nvPr/>
        </p:nvGrpSpPr>
        <p:grpSpPr>
          <a:xfrm flipH="1">
            <a:off x="7917142" y="2813796"/>
            <a:ext cx="829365" cy="2139630"/>
            <a:chOff x="2041389" y="2249295"/>
            <a:chExt cx="768785" cy="1983343"/>
          </a:xfrm>
        </p:grpSpPr>
        <p:sp>
          <p:nvSpPr>
            <p:cNvPr id="62" name="Google Shape;2463;p65">
              <a:extLst>
                <a:ext uri="{FF2B5EF4-FFF2-40B4-BE49-F238E27FC236}">
                  <a16:creationId xmlns:a16="http://schemas.microsoft.com/office/drawing/2014/main" id="{7E3501DE-1930-35CA-3683-4FBEDABF2C37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64;p65">
              <a:extLst>
                <a:ext uri="{FF2B5EF4-FFF2-40B4-BE49-F238E27FC236}">
                  <a16:creationId xmlns:a16="http://schemas.microsoft.com/office/drawing/2014/main" id="{C5B56B65-B8F6-5939-7B50-83F6E861266A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465;p65">
              <a:extLst>
                <a:ext uri="{FF2B5EF4-FFF2-40B4-BE49-F238E27FC236}">
                  <a16:creationId xmlns:a16="http://schemas.microsoft.com/office/drawing/2014/main" id="{A7144982-A18E-5750-6811-F3336B2C0DD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466;p65">
              <a:extLst>
                <a:ext uri="{FF2B5EF4-FFF2-40B4-BE49-F238E27FC236}">
                  <a16:creationId xmlns:a16="http://schemas.microsoft.com/office/drawing/2014/main" id="{B784913D-1F2D-21D3-DB8B-0619306DC3EE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467;p65">
              <a:extLst>
                <a:ext uri="{FF2B5EF4-FFF2-40B4-BE49-F238E27FC236}">
                  <a16:creationId xmlns:a16="http://schemas.microsoft.com/office/drawing/2014/main" id="{0CD42B42-96CE-CD4B-5A64-E44E0B4A0FAC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68;p65">
              <a:extLst>
                <a:ext uri="{FF2B5EF4-FFF2-40B4-BE49-F238E27FC236}">
                  <a16:creationId xmlns:a16="http://schemas.microsoft.com/office/drawing/2014/main" id="{6DA30348-F3CC-920E-33FB-6E0133BF1D89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69;p65">
              <a:extLst>
                <a:ext uri="{FF2B5EF4-FFF2-40B4-BE49-F238E27FC236}">
                  <a16:creationId xmlns:a16="http://schemas.microsoft.com/office/drawing/2014/main" id="{30A28864-C177-F4E0-1D73-EE6F4F32135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70;p65">
              <a:extLst>
                <a:ext uri="{FF2B5EF4-FFF2-40B4-BE49-F238E27FC236}">
                  <a16:creationId xmlns:a16="http://schemas.microsoft.com/office/drawing/2014/main" id="{D4DFDD1F-7AC8-A3BE-DC8B-C477182F2D27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71;p65">
              <a:extLst>
                <a:ext uri="{FF2B5EF4-FFF2-40B4-BE49-F238E27FC236}">
                  <a16:creationId xmlns:a16="http://schemas.microsoft.com/office/drawing/2014/main" id="{943987A6-C6C1-0672-E326-271ABE394243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72;p65">
              <a:extLst>
                <a:ext uri="{FF2B5EF4-FFF2-40B4-BE49-F238E27FC236}">
                  <a16:creationId xmlns:a16="http://schemas.microsoft.com/office/drawing/2014/main" id="{FC152B3B-AED5-496C-883D-1BEE780AA54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73;p65">
              <a:extLst>
                <a:ext uri="{FF2B5EF4-FFF2-40B4-BE49-F238E27FC236}">
                  <a16:creationId xmlns:a16="http://schemas.microsoft.com/office/drawing/2014/main" id="{D094AA23-76F6-E6C4-3E79-022E112CF526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74;p65">
              <a:extLst>
                <a:ext uri="{FF2B5EF4-FFF2-40B4-BE49-F238E27FC236}">
                  <a16:creationId xmlns:a16="http://schemas.microsoft.com/office/drawing/2014/main" id="{F849E489-8292-85AD-D91F-84D1CCBB89B0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75;p65">
              <a:extLst>
                <a:ext uri="{FF2B5EF4-FFF2-40B4-BE49-F238E27FC236}">
                  <a16:creationId xmlns:a16="http://schemas.microsoft.com/office/drawing/2014/main" id="{91E1B20F-4B12-F606-E272-8B1094219593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76;p65">
              <a:extLst>
                <a:ext uri="{FF2B5EF4-FFF2-40B4-BE49-F238E27FC236}">
                  <a16:creationId xmlns:a16="http://schemas.microsoft.com/office/drawing/2014/main" id="{969922BB-FA10-3932-0CB3-AB45023D71AB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77;p65">
              <a:extLst>
                <a:ext uri="{FF2B5EF4-FFF2-40B4-BE49-F238E27FC236}">
                  <a16:creationId xmlns:a16="http://schemas.microsoft.com/office/drawing/2014/main" id="{2A4EF667-351B-74C0-A58E-F4920E7C25E1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78;p65">
              <a:extLst>
                <a:ext uri="{FF2B5EF4-FFF2-40B4-BE49-F238E27FC236}">
                  <a16:creationId xmlns:a16="http://schemas.microsoft.com/office/drawing/2014/main" id="{A6F48558-EF70-9BAB-6DF3-7846E1478DB1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79;p65">
              <a:extLst>
                <a:ext uri="{FF2B5EF4-FFF2-40B4-BE49-F238E27FC236}">
                  <a16:creationId xmlns:a16="http://schemas.microsoft.com/office/drawing/2014/main" id="{BFB4B4EE-7B55-0B1A-B27D-916A4D9658EB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80;p65">
              <a:extLst>
                <a:ext uri="{FF2B5EF4-FFF2-40B4-BE49-F238E27FC236}">
                  <a16:creationId xmlns:a16="http://schemas.microsoft.com/office/drawing/2014/main" id="{B0C2B4CE-718B-1FAF-BF4C-C8FA07DDBFBC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81;p65">
              <a:extLst>
                <a:ext uri="{FF2B5EF4-FFF2-40B4-BE49-F238E27FC236}">
                  <a16:creationId xmlns:a16="http://schemas.microsoft.com/office/drawing/2014/main" id="{134C5091-4917-F871-C717-9CCB5A28F5AD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82;p65">
              <a:extLst>
                <a:ext uri="{FF2B5EF4-FFF2-40B4-BE49-F238E27FC236}">
                  <a16:creationId xmlns:a16="http://schemas.microsoft.com/office/drawing/2014/main" id="{5C6B7152-9759-DEB5-1F25-99A53380174B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83;p65">
              <a:extLst>
                <a:ext uri="{FF2B5EF4-FFF2-40B4-BE49-F238E27FC236}">
                  <a16:creationId xmlns:a16="http://schemas.microsoft.com/office/drawing/2014/main" id="{3F76014B-3382-CD17-1883-59574772C71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84;p65">
              <a:extLst>
                <a:ext uri="{FF2B5EF4-FFF2-40B4-BE49-F238E27FC236}">
                  <a16:creationId xmlns:a16="http://schemas.microsoft.com/office/drawing/2014/main" id="{570439E8-25EF-DBEC-F724-314E63205E9A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85;p65">
              <a:extLst>
                <a:ext uri="{FF2B5EF4-FFF2-40B4-BE49-F238E27FC236}">
                  <a16:creationId xmlns:a16="http://schemas.microsoft.com/office/drawing/2014/main" id="{62EF03FF-2F37-E5A5-910A-CB8DA9F05F0F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86;p65">
              <a:extLst>
                <a:ext uri="{FF2B5EF4-FFF2-40B4-BE49-F238E27FC236}">
                  <a16:creationId xmlns:a16="http://schemas.microsoft.com/office/drawing/2014/main" id="{9323F5DC-44E7-C334-22F6-A635D158D3FA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87;p65">
              <a:extLst>
                <a:ext uri="{FF2B5EF4-FFF2-40B4-BE49-F238E27FC236}">
                  <a16:creationId xmlns:a16="http://schemas.microsoft.com/office/drawing/2014/main" id="{8DD6C3C5-A822-1A37-CD1A-BC191F1EC738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88;p65">
              <a:extLst>
                <a:ext uri="{FF2B5EF4-FFF2-40B4-BE49-F238E27FC236}">
                  <a16:creationId xmlns:a16="http://schemas.microsoft.com/office/drawing/2014/main" id="{0040A003-D477-50C2-E51D-7A7A6F86D3C1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89;p65">
              <a:extLst>
                <a:ext uri="{FF2B5EF4-FFF2-40B4-BE49-F238E27FC236}">
                  <a16:creationId xmlns:a16="http://schemas.microsoft.com/office/drawing/2014/main" id="{754D69C8-BFFC-7053-E3E0-34E5294630C9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90;p65">
              <a:extLst>
                <a:ext uri="{FF2B5EF4-FFF2-40B4-BE49-F238E27FC236}">
                  <a16:creationId xmlns:a16="http://schemas.microsoft.com/office/drawing/2014/main" id="{2A0703A8-7B75-0B47-482A-DFB19BE43246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91;p65">
              <a:extLst>
                <a:ext uri="{FF2B5EF4-FFF2-40B4-BE49-F238E27FC236}">
                  <a16:creationId xmlns:a16="http://schemas.microsoft.com/office/drawing/2014/main" id="{5BE028A1-09A3-E06D-B223-ABBD3445D613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92;p65">
              <a:extLst>
                <a:ext uri="{FF2B5EF4-FFF2-40B4-BE49-F238E27FC236}">
                  <a16:creationId xmlns:a16="http://schemas.microsoft.com/office/drawing/2014/main" id="{2428F74F-1EB0-0E97-0AFF-F70A0760EEC3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93;p65">
              <a:extLst>
                <a:ext uri="{FF2B5EF4-FFF2-40B4-BE49-F238E27FC236}">
                  <a16:creationId xmlns:a16="http://schemas.microsoft.com/office/drawing/2014/main" id="{83E702F4-99CA-1C0C-2035-B07C5F518F68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94;p65">
              <a:extLst>
                <a:ext uri="{FF2B5EF4-FFF2-40B4-BE49-F238E27FC236}">
                  <a16:creationId xmlns:a16="http://schemas.microsoft.com/office/drawing/2014/main" id="{7F752836-945D-856D-D826-62FE04E3F410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95;p65">
              <a:extLst>
                <a:ext uri="{FF2B5EF4-FFF2-40B4-BE49-F238E27FC236}">
                  <a16:creationId xmlns:a16="http://schemas.microsoft.com/office/drawing/2014/main" id="{BD03526B-3634-1E10-1E48-0D87F85B671F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96;p65">
              <a:extLst>
                <a:ext uri="{FF2B5EF4-FFF2-40B4-BE49-F238E27FC236}">
                  <a16:creationId xmlns:a16="http://schemas.microsoft.com/office/drawing/2014/main" id="{8EA0C1A6-F4E5-0027-D288-ED40A74C80AC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97;p65">
              <a:extLst>
                <a:ext uri="{FF2B5EF4-FFF2-40B4-BE49-F238E27FC236}">
                  <a16:creationId xmlns:a16="http://schemas.microsoft.com/office/drawing/2014/main" id="{770B6DAF-20AC-D3A5-FBDF-B0A875D73DF6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98;p65">
              <a:extLst>
                <a:ext uri="{FF2B5EF4-FFF2-40B4-BE49-F238E27FC236}">
                  <a16:creationId xmlns:a16="http://schemas.microsoft.com/office/drawing/2014/main" id="{AD358EB4-A888-85C1-7C66-F675622F7134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99;p65">
              <a:extLst>
                <a:ext uri="{FF2B5EF4-FFF2-40B4-BE49-F238E27FC236}">
                  <a16:creationId xmlns:a16="http://schemas.microsoft.com/office/drawing/2014/main" id="{987A0324-DDF2-9A2C-92DE-7EE7E97A4C07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500;p65">
              <a:extLst>
                <a:ext uri="{FF2B5EF4-FFF2-40B4-BE49-F238E27FC236}">
                  <a16:creationId xmlns:a16="http://schemas.microsoft.com/office/drawing/2014/main" id="{F2BBB770-F9EF-0C50-FF5B-9AC4674E9748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501;p65">
              <a:extLst>
                <a:ext uri="{FF2B5EF4-FFF2-40B4-BE49-F238E27FC236}">
                  <a16:creationId xmlns:a16="http://schemas.microsoft.com/office/drawing/2014/main" id="{451C94FF-BBD5-05D8-DF28-66213DC6988E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502;p65">
              <a:extLst>
                <a:ext uri="{FF2B5EF4-FFF2-40B4-BE49-F238E27FC236}">
                  <a16:creationId xmlns:a16="http://schemas.microsoft.com/office/drawing/2014/main" id="{320517B8-D2F7-F4CD-10A9-AE9A62F020F4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503;p65">
              <a:extLst>
                <a:ext uri="{FF2B5EF4-FFF2-40B4-BE49-F238E27FC236}">
                  <a16:creationId xmlns:a16="http://schemas.microsoft.com/office/drawing/2014/main" id="{CAB70230-DDFF-ED25-A1BB-CFF5228A1B7A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504;p65">
              <a:extLst>
                <a:ext uri="{FF2B5EF4-FFF2-40B4-BE49-F238E27FC236}">
                  <a16:creationId xmlns:a16="http://schemas.microsoft.com/office/drawing/2014/main" id="{598D911A-89F2-ECB7-FBDD-D9B50E43A736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505;p65">
              <a:extLst>
                <a:ext uri="{FF2B5EF4-FFF2-40B4-BE49-F238E27FC236}">
                  <a16:creationId xmlns:a16="http://schemas.microsoft.com/office/drawing/2014/main" id="{04C8F86D-3A58-87A1-184F-F10C003E7A3C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506;p65">
              <a:extLst>
                <a:ext uri="{FF2B5EF4-FFF2-40B4-BE49-F238E27FC236}">
                  <a16:creationId xmlns:a16="http://schemas.microsoft.com/office/drawing/2014/main" id="{AF0BCCAF-E7E5-5D8B-35FB-FD07280DF510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507;p65">
              <a:extLst>
                <a:ext uri="{FF2B5EF4-FFF2-40B4-BE49-F238E27FC236}">
                  <a16:creationId xmlns:a16="http://schemas.microsoft.com/office/drawing/2014/main" id="{988ED6B2-F4DB-EBD9-2821-0BB9470C0D90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508;p65">
              <a:extLst>
                <a:ext uri="{FF2B5EF4-FFF2-40B4-BE49-F238E27FC236}">
                  <a16:creationId xmlns:a16="http://schemas.microsoft.com/office/drawing/2014/main" id="{5CAC710C-17BD-F46D-91E3-196F755E04DC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509;p65">
              <a:extLst>
                <a:ext uri="{FF2B5EF4-FFF2-40B4-BE49-F238E27FC236}">
                  <a16:creationId xmlns:a16="http://schemas.microsoft.com/office/drawing/2014/main" id="{5F91F3C0-893C-5D02-FB89-52382FEABF55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510;p65">
              <a:extLst>
                <a:ext uri="{FF2B5EF4-FFF2-40B4-BE49-F238E27FC236}">
                  <a16:creationId xmlns:a16="http://schemas.microsoft.com/office/drawing/2014/main" id="{5D787CC1-5C54-2EBC-B7FF-A6362095E705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511;p65">
              <a:extLst>
                <a:ext uri="{FF2B5EF4-FFF2-40B4-BE49-F238E27FC236}">
                  <a16:creationId xmlns:a16="http://schemas.microsoft.com/office/drawing/2014/main" id="{754C9F7C-262D-27F1-EB42-D734EAF78785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512;p65">
              <a:extLst>
                <a:ext uri="{FF2B5EF4-FFF2-40B4-BE49-F238E27FC236}">
                  <a16:creationId xmlns:a16="http://schemas.microsoft.com/office/drawing/2014/main" id="{74F0FCAE-2861-6E2C-072A-CFB672196C86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513;p65">
              <a:extLst>
                <a:ext uri="{FF2B5EF4-FFF2-40B4-BE49-F238E27FC236}">
                  <a16:creationId xmlns:a16="http://schemas.microsoft.com/office/drawing/2014/main" id="{013241D5-E37A-74BC-EA5C-CE2107BB198D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514;p65">
              <a:extLst>
                <a:ext uri="{FF2B5EF4-FFF2-40B4-BE49-F238E27FC236}">
                  <a16:creationId xmlns:a16="http://schemas.microsoft.com/office/drawing/2014/main" id="{7405B480-F38F-58FC-698E-DC6EE47775C1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515;p65">
              <a:extLst>
                <a:ext uri="{FF2B5EF4-FFF2-40B4-BE49-F238E27FC236}">
                  <a16:creationId xmlns:a16="http://schemas.microsoft.com/office/drawing/2014/main" id="{7DC398AB-EBF9-CDB8-9EB8-0D009D2C4324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516;p65">
              <a:extLst>
                <a:ext uri="{FF2B5EF4-FFF2-40B4-BE49-F238E27FC236}">
                  <a16:creationId xmlns:a16="http://schemas.microsoft.com/office/drawing/2014/main" id="{A68C3071-825D-4C63-B116-CE77B16CC4CD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517;p65">
              <a:extLst>
                <a:ext uri="{FF2B5EF4-FFF2-40B4-BE49-F238E27FC236}">
                  <a16:creationId xmlns:a16="http://schemas.microsoft.com/office/drawing/2014/main" id="{9A02F163-BBC4-55F1-EFD5-99058C87BC61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03864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0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133;p72">
            <a:extLst>
              <a:ext uri="{FF2B5EF4-FFF2-40B4-BE49-F238E27FC236}">
                <a16:creationId xmlns:a16="http://schemas.microsoft.com/office/drawing/2014/main" id="{730720AE-F0C7-3D41-EDB1-D3BEA66E752D}"/>
              </a:ext>
            </a:extLst>
          </p:cNvPr>
          <p:cNvGrpSpPr/>
          <p:nvPr/>
        </p:nvGrpSpPr>
        <p:grpSpPr>
          <a:xfrm>
            <a:off x="7488662" y="3052074"/>
            <a:ext cx="1343055" cy="1646709"/>
            <a:chOff x="3794600" y="1712675"/>
            <a:chExt cx="2183150" cy="2799750"/>
          </a:xfrm>
        </p:grpSpPr>
        <p:sp>
          <p:nvSpPr>
            <p:cNvPr id="3" name="Google Shape;3134;p72">
              <a:extLst>
                <a:ext uri="{FF2B5EF4-FFF2-40B4-BE49-F238E27FC236}">
                  <a16:creationId xmlns:a16="http://schemas.microsoft.com/office/drawing/2014/main" id="{6510A253-C210-7DE7-3212-A622F9AB9450}"/>
                </a:ext>
              </a:extLst>
            </p:cNvPr>
            <p:cNvSpPr/>
            <p:nvPr/>
          </p:nvSpPr>
          <p:spPr>
            <a:xfrm>
              <a:off x="4115425" y="3048250"/>
              <a:ext cx="693000" cy="1023175"/>
            </a:xfrm>
            <a:custGeom>
              <a:avLst/>
              <a:gdLst/>
              <a:ahLst/>
              <a:cxnLst/>
              <a:rect l="l" t="t" r="r" b="b"/>
              <a:pathLst>
                <a:path w="27720" h="40927" extrusionOk="0">
                  <a:moveTo>
                    <a:pt x="20904" y="0"/>
                  </a:moveTo>
                  <a:cubicBezTo>
                    <a:pt x="15201" y="0"/>
                    <a:pt x="9672" y="818"/>
                    <a:pt x="4230" y="2664"/>
                  </a:cubicBezTo>
                  <a:cubicBezTo>
                    <a:pt x="4011" y="4550"/>
                    <a:pt x="4283" y="6488"/>
                    <a:pt x="3699" y="8301"/>
                  </a:cubicBezTo>
                  <a:cubicBezTo>
                    <a:pt x="1036" y="16586"/>
                    <a:pt x="1" y="25396"/>
                    <a:pt x="658" y="34080"/>
                  </a:cubicBezTo>
                  <a:cubicBezTo>
                    <a:pt x="1364" y="37415"/>
                    <a:pt x="3252" y="39821"/>
                    <a:pt x="5138" y="39821"/>
                  </a:cubicBezTo>
                  <a:cubicBezTo>
                    <a:pt x="6658" y="39821"/>
                    <a:pt x="8175" y="38258"/>
                    <a:pt x="9070" y="34359"/>
                  </a:cubicBezTo>
                  <a:cubicBezTo>
                    <a:pt x="10072" y="30734"/>
                    <a:pt x="11148" y="27315"/>
                    <a:pt x="12150" y="23690"/>
                  </a:cubicBezTo>
                  <a:lnTo>
                    <a:pt x="12150" y="23690"/>
                  </a:lnTo>
                  <a:cubicBezTo>
                    <a:pt x="11692" y="27202"/>
                    <a:pt x="11181" y="30748"/>
                    <a:pt x="10716" y="34253"/>
                  </a:cubicBezTo>
                  <a:cubicBezTo>
                    <a:pt x="11115" y="38422"/>
                    <a:pt x="12994" y="40746"/>
                    <a:pt x="14779" y="40905"/>
                  </a:cubicBezTo>
                  <a:cubicBezTo>
                    <a:pt x="14911" y="40917"/>
                    <a:pt x="15059" y="40926"/>
                    <a:pt x="15220" y="40926"/>
                  </a:cubicBezTo>
                  <a:cubicBezTo>
                    <a:pt x="16523" y="40926"/>
                    <a:pt x="18656" y="40332"/>
                    <a:pt x="19726" y="35734"/>
                  </a:cubicBezTo>
                  <a:cubicBezTo>
                    <a:pt x="21830" y="27873"/>
                    <a:pt x="24240" y="20132"/>
                    <a:pt x="26199" y="12238"/>
                  </a:cubicBezTo>
                  <a:cubicBezTo>
                    <a:pt x="27029" y="8878"/>
                    <a:pt x="27693" y="5220"/>
                    <a:pt x="27719" y="1754"/>
                  </a:cubicBezTo>
                  <a:cubicBezTo>
                    <a:pt x="26591" y="340"/>
                    <a:pt x="24566" y="88"/>
                    <a:pt x="22753" y="28"/>
                  </a:cubicBezTo>
                  <a:cubicBezTo>
                    <a:pt x="22135" y="10"/>
                    <a:pt x="21518" y="0"/>
                    <a:pt x="2090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5;p72">
              <a:extLst>
                <a:ext uri="{FF2B5EF4-FFF2-40B4-BE49-F238E27FC236}">
                  <a16:creationId xmlns:a16="http://schemas.microsoft.com/office/drawing/2014/main" id="{0C2E7684-8543-E639-A9EB-00EE44729728}"/>
                </a:ext>
              </a:extLst>
            </p:cNvPr>
            <p:cNvSpPr/>
            <p:nvPr/>
          </p:nvSpPr>
          <p:spPr>
            <a:xfrm>
              <a:off x="4410050" y="3159050"/>
              <a:ext cx="129150" cy="506850"/>
            </a:xfrm>
            <a:custGeom>
              <a:avLst/>
              <a:gdLst/>
              <a:ahLst/>
              <a:cxnLst/>
              <a:rect l="l" t="t" r="r" b="b"/>
              <a:pathLst>
                <a:path w="5166" h="20274" extrusionOk="0">
                  <a:moveTo>
                    <a:pt x="4992" y="0"/>
                  </a:moveTo>
                  <a:cubicBezTo>
                    <a:pt x="4923" y="0"/>
                    <a:pt x="4857" y="49"/>
                    <a:pt x="4840" y="118"/>
                  </a:cubicBezTo>
                  <a:lnTo>
                    <a:pt x="20" y="20088"/>
                  </a:lnTo>
                  <a:cubicBezTo>
                    <a:pt x="0" y="20168"/>
                    <a:pt x="53" y="20254"/>
                    <a:pt x="133" y="20274"/>
                  </a:cubicBezTo>
                  <a:lnTo>
                    <a:pt x="173" y="20274"/>
                  </a:lnTo>
                  <a:cubicBezTo>
                    <a:pt x="239" y="20274"/>
                    <a:pt x="306" y="20227"/>
                    <a:pt x="319" y="20154"/>
                  </a:cubicBezTo>
                  <a:lnTo>
                    <a:pt x="5146" y="191"/>
                  </a:lnTo>
                  <a:cubicBezTo>
                    <a:pt x="5165" y="111"/>
                    <a:pt x="5112" y="25"/>
                    <a:pt x="5026" y="5"/>
                  </a:cubicBezTo>
                  <a:cubicBezTo>
                    <a:pt x="5015" y="2"/>
                    <a:pt x="5003" y="0"/>
                    <a:pt x="4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36;p72">
              <a:extLst>
                <a:ext uri="{FF2B5EF4-FFF2-40B4-BE49-F238E27FC236}">
                  <a16:creationId xmlns:a16="http://schemas.microsoft.com/office/drawing/2014/main" id="{906DD460-B555-45BF-0845-DB6F8234EFE3}"/>
                </a:ext>
              </a:extLst>
            </p:cNvPr>
            <p:cNvSpPr/>
            <p:nvPr/>
          </p:nvSpPr>
          <p:spPr>
            <a:xfrm>
              <a:off x="4634125" y="3322375"/>
              <a:ext cx="76875" cy="31500"/>
            </a:xfrm>
            <a:custGeom>
              <a:avLst/>
              <a:gdLst/>
              <a:ahLst/>
              <a:cxnLst/>
              <a:rect l="l" t="t" r="r" b="b"/>
              <a:pathLst>
                <a:path w="3075" h="1260" extrusionOk="0">
                  <a:moveTo>
                    <a:pt x="174" y="1"/>
                  </a:moveTo>
                  <a:cubicBezTo>
                    <a:pt x="151" y="1"/>
                    <a:pt x="128" y="6"/>
                    <a:pt x="106" y="18"/>
                  </a:cubicBezTo>
                  <a:cubicBezTo>
                    <a:pt x="33" y="58"/>
                    <a:pt x="0" y="144"/>
                    <a:pt x="40" y="224"/>
                  </a:cubicBezTo>
                  <a:cubicBezTo>
                    <a:pt x="286" y="722"/>
                    <a:pt x="777" y="1080"/>
                    <a:pt x="1374" y="1206"/>
                  </a:cubicBezTo>
                  <a:cubicBezTo>
                    <a:pt x="1534" y="1239"/>
                    <a:pt x="1686" y="1259"/>
                    <a:pt x="1839" y="1259"/>
                  </a:cubicBezTo>
                  <a:cubicBezTo>
                    <a:pt x="2271" y="1259"/>
                    <a:pt x="2682" y="1120"/>
                    <a:pt x="3001" y="861"/>
                  </a:cubicBezTo>
                  <a:cubicBezTo>
                    <a:pt x="3067" y="808"/>
                    <a:pt x="3074" y="715"/>
                    <a:pt x="3021" y="649"/>
                  </a:cubicBezTo>
                  <a:cubicBezTo>
                    <a:pt x="2990" y="610"/>
                    <a:pt x="2946" y="589"/>
                    <a:pt x="2901" y="589"/>
                  </a:cubicBezTo>
                  <a:cubicBezTo>
                    <a:pt x="2869" y="589"/>
                    <a:pt x="2836" y="600"/>
                    <a:pt x="2808" y="622"/>
                  </a:cubicBezTo>
                  <a:cubicBezTo>
                    <a:pt x="2541" y="835"/>
                    <a:pt x="2190" y="948"/>
                    <a:pt x="1822" y="948"/>
                  </a:cubicBezTo>
                  <a:cubicBezTo>
                    <a:pt x="1696" y="948"/>
                    <a:pt x="1568" y="935"/>
                    <a:pt x="1441" y="907"/>
                  </a:cubicBezTo>
                  <a:cubicBezTo>
                    <a:pt x="936" y="795"/>
                    <a:pt x="518" y="489"/>
                    <a:pt x="312" y="84"/>
                  </a:cubicBezTo>
                  <a:cubicBezTo>
                    <a:pt x="284" y="33"/>
                    <a:pt x="229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37;p72">
              <a:extLst>
                <a:ext uri="{FF2B5EF4-FFF2-40B4-BE49-F238E27FC236}">
                  <a16:creationId xmlns:a16="http://schemas.microsoft.com/office/drawing/2014/main" id="{741AF5AD-1CE1-34AD-F864-551D51FA6C84}"/>
                </a:ext>
              </a:extLst>
            </p:cNvPr>
            <p:cNvSpPr/>
            <p:nvPr/>
          </p:nvSpPr>
          <p:spPr>
            <a:xfrm>
              <a:off x="4332850" y="3297625"/>
              <a:ext cx="91500" cy="25200"/>
            </a:xfrm>
            <a:custGeom>
              <a:avLst/>
              <a:gdLst/>
              <a:ahLst/>
              <a:cxnLst/>
              <a:rect l="l" t="t" r="r" b="b"/>
              <a:pathLst>
                <a:path w="3660" h="1008" extrusionOk="0">
                  <a:moveTo>
                    <a:pt x="176" y="0"/>
                  </a:moveTo>
                  <a:cubicBezTo>
                    <a:pt x="137" y="0"/>
                    <a:pt x="97" y="15"/>
                    <a:pt x="67" y="45"/>
                  </a:cubicBezTo>
                  <a:cubicBezTo>
                    <a:pt x="8" y="105"/>
                    <a:pt x="1" y="198"/>
                    <a:pt x="61" y="264"/>
                  </a:cubicBezTo>
                  <a:cubicBezTo>
                    <a:pt x="552" y="756"/>
                    <a:pt x="1243" y="1008"/>
                    <a:pt x="1933" y="1008"/>
                  </a:cubicBezTo>
                  <a:cubicBezTo>
                    <a:pt x="2531" y="1008"/>
                    <a:pt x="3128" y="822"/>
                    <a:pt x="3586" y="437"/>
                  </a:cubicBezTo>
                  <a:cubicBezTo>
                    <a:pt x="3653" y="384"/>
                    <a:pt x="3659" y="291"/>
                    <a:pt x="3606" y="224"/>
                  </a:cubicBezTo>
                  <a:cubicBezTo>
                    <a:pt x="3577" y="188"/>
                    <a:pt x="3535" y="169"/>
                    <a:pt x="3492" y="169"/>
                  </a:cubicBezTo>
                  <a:cubicBezTo>
                    <a:pt x="3458" y="169"/>
                    <a:pt x="3423" y="181"/>
                    <a:pt x="3394" y="205"/>
                  </a:cubicBezTo>
                  <a:cubicBezTo>
                    <a:pt x="2985" y="542"/>
                    <a:pt x="2460" y="708"/>
                    <a:pt x="1935" y="708"/>
                  </a:cubicBezTo>
                  <a:cubicBezTo>
                    <a:pt x="1324" y="708"/>
                    <a:pt x="712" y="484"/>
                    <a:pt x="280" y="45"/>
                  </a:cubicBezTo>
                  <a:cubicBezTo>
                    <a:pt x="253" y="15"/>
                    <a:pt x="21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38;p72">
              <a:extLst>
                <a:ext uri="{FF2B5EF4-FFF2-40B4-BE49-F238E27FC236}">
                  <a16:creationId xmlns:a16="http://schemas.microsoft.com/office/drawing/2014/main" id="{90439E1A-4E98-B412-8D95-18E49DADFF20}"/>
                </a:ext>
              </a:extLst>
            </p:cNvPr>
            <p:cNvSpPr/>
            <p:nvPr/>
          </p:nvSpPr>
          <p:spPr>
            <a:xfrm>
              <a:off x="4353625" y="3864225"/>
              <a:ext cx="268575" cy="414250"/>
            </a:xfrm>
            <a:custGeom>
              <a:avLst/>
              <a:gdLst/>
              <a:ahLst/>
              <a:cxnLst/>
              <a:rect l="l" t="t" r="r" b="b"/>
              <a:pathLst>
                <a:path w="10743" h="16570" extrusionOk="0">
                  <a:moveTo>
                    <a:pt x="909" y="1"/>
                  </a:moveTo>
                  <a:cubicBezTo>
                    <a:pt x="657" y="2424"/>
                    <a:pt x="305" y="4715"/>
                    <a:pt x="53" y="7131"/>
                  </a:cubicBezTo>
                  <a:cubicBezTo>
                    <a:pt x="1" y="12446"/>
                    <a:pt x="3209" y="16569"/>
                    <a:pt x="9049" y="16569"/>
                  </a:cubicBezTo>
                  <a:cubicBezTo>
                    <a:pt x="9154" y="16569"/>
                    <a:pt x="9261" y="16568"/>
                    <a:pt x="9368" y="16565"/>
                  </a:cubicBezTo>
                  <a:cubicBezTo>
                    <a:pt x="10065" y="15151"/>
                    <a:pt x="9414" y="13452"/>
                    <a:pt x="9487" y="10716"/>
                  </a:cubicBezTo>
                  <a:cubicBezTo>
                    <a:pt x="9560" y="8074"/>
                    <a:pt x="10370" y="4416"/>
                    <a:pt x="10742" y="2032"/>
                  </a:cubicBezTo>
                  <a:lnTo>
                    <a:pt x="10742" y="2032"/>
                  </a:lnTo>
                  <a:lnTo>
                    <a:pt x="8956" y="4880"/>
                  </a:lnTo>
                  <a:cubicBezTo>
                    <a:pt x="8897" y="2538"/>
                    <a:pt x="7908" y="1355"/>
                    <a:pt x="6641" y="1355"/>
                  </a:cubicBezTo>
                  <a:cubicBezTo>
                    <a:pt x="5632" y="1355"/>
                    <a:pt x="4446" y="2106"/>
                    <a:pt x="3412" y="361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39;p72">
              <a:extLst>
                <a:ext uri="{FF2B5EF4-FFF2-40B4-BE49-F238E27FC236}">
                  <a16:creationId xmlns:a16="http://schemas.microsoft.com/office/drawing/2014/main" id="{B8750A86-F9B8-6EF3-A3BF-37FD309AB669}"/>
                </a:ext>
              </a:extLst>
            </p:cNvPr>
            <p:cNvSpPr/>
            <p:nvPr/>
          </p:nvSpPr>
          <p:spPr>
            <a:xfrm>
              <a:off x="4366900" y="4085025"/>
              <a:ext cx="229075" cy="173275"/>
            </a:xfrm>
            <a:custGeom>
              <a:avLst/>
              <a:gdLst/>
              <a:ahLst/>
              <a:cxnLst/>
              <a:rect l="l" t="t" r="r" b="b"/>
              <a:pathLst>
                <a:path w="9163" h="6931" extrusionOk="0">
                  <a:moveTo>
                    <a:pt x="170" y="1"/>
                  </a:moveTo>
                  <a:cubicBezTo>
                    <a:pt x="158" y="1"/>
                    <a:pt x="145" y="2"/>
                    <a:pt x="133" y="5"/>
                  </a:cubicBezTo>
                  <a:cubicBezTo>
                    <a:pt x="46" y="25"/>
                    <a:pt x="0" y="105"/>
                    <a:pt x="20" y="191"/>
                  </a:cubicBezTo>
                  <a:cubicBezTo>
                    <a:pt x="491" y="2150"/>
                    <a:pt x="1686" y="3969"/>
                    <a:pt x="3300" y="5177"/>
                  </a:cubicBezTo>
                  <a:cubicBezTo>
                    <a:pt x="4800" y="6299"/>
                    <a:pt x="6706" y="6930"/>
                    <a:pt x="8591" y="6930"/>
                  </a:cubicBezTo>
                  <a:cubicBezTo>
                    <a:pt x="8731" y="6930"/>
                    <a:pt x="8870" y="6923"/>
                    <a:pt x="9009" y="6917"/>
                  </a:cubicBezTo>
                  <a:cubicBezTo>
                    <a:pt x="9096" y="6910"/>
                    <a:pt x="9162" y="6837"/>
                    <a:pt x="9155" y="6751"/>
                  </a:cubicBezTo>
                  <a:cubicBezTo>
                    <a:pt x="9149" y="6671"/>
                    <a:pt x="9076" y="6605"/>
                    <a:pt x="8996" y="6605"/>
                  </a:cubicBezTo>
                  <a:cubicBezTo>
                    <a:pt x="8859" y="6612"/>
                    <a:pt x="8721" y="6615"/>
                    <a:pt x="8583" y="6615"/>
                  </a:cubicBezTo>
                  <a:cubicBezTo>
                    <a:pt x="6770" y="6615"/>
                    <a:pt x="4936" y="6011"/>
                    <a:pt x="3486" y="4932"/>
                  </a:cubicBezTo>
                  <a:cubicBezTo>
                    <a:pt x="1925" y="3763"/>
                    <a:pt x="770" y="2010"/>
                    <a:pt x="319" y="118"/>
                  </a:cubicBezTo>
                  <a:cubicBezTo>
                    <a:pt x="302" y="45"/>
                    <a:pt x="23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40;p72">
              <a:extLst>
                <a:ext uri="{FF2B5EF4-FFF2-40B4-BE49-F238E27FC236}">
                  <a16:creationId xmlns:a16="http://schemas.microsoft.com/office/drawing/2014/main" id="{83AF77D2-FCBC-8CA8-7B2C-70796278B74F}"/>
                </a:ext>
              </a:extLst>
            </p:cNvPr>
            <p:cNvSpPr/>
            <p:nvPr/>
          </p:nvSpPr>
          <p:spPr>
            <a:xfrm>
              <a:off x="4386475" y="3944550"/>
              <a:ext cx="57625" cy="196550"/>
            </a:xfrm>
            <a:custGeom>
              <a:avLst/>
              <a:gdLst/>
              <a:ahLst/>
              <a:cxnLst/>
              <a:rect l="l" t="t" r="r" b="b"/>
              <a:pathLst>
                <a:path w="2305" h="7862" extrusionOk="0">
                  <a:moveTo>
                    <a:pt x="2090" y="1"/>
                  </a:moveTo>
                  <a:cubicBezTo>
                    <a:pt x="2086" y="1"/>
                    <a:pt x="2082" y="1"/>
                    <a:pt x="2079" y="1"/>
                  </a:cubicBezTo>
                  <a:cubicBezTo>
                    <a:pt x="1992" y="1"/>
                    <a:pt x="1926" y="74"/>
                    <a:pt x="1926" y="154"/>
                  </a:cubicBezTo>
                  <a:cubicBezTo>
                    <a:pt x="1992" y="2776"/>
                    <a:pt x="1342" y="5359"/>
                    <a:pt x="47" y="7629"/>
                  </a:cubicBezTo>
                  <a:cubicBezTo>
                    <a:pt x="0" y="7702"/>
                    <a:pt x="27" y="7795"/>
                    <a:pt x="100" y="7842"/>
                  </a:cubicBezTo>
                  <a:cubicBezTo>
                    <a:pt x="127" y="7855"/>
                    <a:pt x="153" y="7862"/>
                    <a:pt x="180" y="7862"/>
                  </a:cubicBezTo>
                  <a:cubicBezTo>
                    <a:pt x="233" y="7862"/>
                    <a:pt x="286" y="7835"/>
                    <a:pt x="312" y="7782"/>
                  </a:cubicBezTo>
                  <a:cubicBezTo>
                    <a:pt x="1640" y="5465"/>
                    <a:pt x="2304" y="2823"/>
                    <a:pt x="2238" y="147"/>
                  </a:cubicBezTo>
                  <a:cubicBezTo>
                    <a:pt x="2232" y="65"/>
                    <a:pt x="2165" y="1"/>
                    <a:pt x="2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41;p72">
              <a:extLst>
                <a:ext uri="{FF2B5EF4-FFF2-40B4-BE49-F238E27FC236}">
                  <a16:creationId xmlns:a16="http://schemas.microsoft.com/office/drawing/2014/main" id="{DD4DC4C4-CF85-5B15-1923-3A1C8498C70A}"/>
                </a:ext>
              </a:extLst>
            </p:cNvPr>
            <p:cNvSpPr/>
            <p:nvPr/>
          </p:nvSpPr>
          <p:spPr>
            <a:xfrm>
              <a:off x="4571700" y="3966950"/>
              <a:ext cx="25600" cy="173650"/>
            </a:xfrm>
            <a:custGeom>
              <a:avLst/>
              <a:gdLst/>
              <a:ahLst/>
              <a:cxnLst/>
              <a:rect l="l" t="t" r="r" b="b"/>
              <a:pathLst>
                <a:path w="1024" h="6946" extrusionOk="0">
                  <a:moveTo>
                    <a:pt x="340" y="1"/>
                  </a:moveTo>
                  <a:cubicBezTo>
                    <a:pt x="259" y="1"/>
                    <a:pt x="193" y="59"/>
                    <a:pt x="187" y="141"/>
                  </a:cubicBezTo>
                  <a:cubicBezTo>
                    <a:pt x="1" y="2385"/>
                    <a:pt x="173" y="4635"/>
                    <a:pt x="705" y="6826"/>
                  </a:cubicBezTo>
                  <a:cubicBezTo>
                    <a:pt x="724" y="6899"/>
                    <a:pt x="784" y="6946"/>
                    <a:pt x="857" y="6946"/>
                  </a:cubicBezTo>
                  <a:cubicBezTo>
                    <a:pt x="864" y="6946"/>
                    <a:pt x="877" y="6946"/>
                    <a:pt x="890" y="6939"/>
                  </a:cubicBezTo>
                  <a:cubicBezTo>
                    <a:pt x="970" y="6919"/>
                    <a:pt x="1023" y="6840"/>
                    <a:pt x="1003" y="6753"/>
                  </a:cubicBezTo>
                  <a:cubicBezTo>
                    <a:pt x="479" y="4596"/>
                    <a:pt x="306" y="2378"/>
                    <a:pt x="492" y="167"/>
                  </a:cubicBezTo>
                  <a:cubicBezTo>
                    <a:pt x="499" y="81"/>
                    <a:pt x="439" y="8"/>
                    <a:pt x="353" y="1"/>
                  </a:cubicBezTo>
                  <a:cubicBezTo>
                    <a:pt x="348" y="1"/>
                    <a:pt x="344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2;p72">
              <a:extLst>
                <a:ext uri="{FF2B5EF4-FFF2-40B4-BE49-F238E27FC236}">
                  <a16:creationId xmlns:a16="http://schemas.microsoft.com/office/drawing/2014/main" id="{BFA167E0-F398-8B31-F2FC-1B7B12C3F0D3}"/>
                </a:ext>
              </a:extLst>
            </p:cNvPr>
            <p:cNvSpPr/>
            <p:nvPr/>
          </p:nvSpPr>
          <p:spPr>
            <a:xfrm>
              <a:off x="4469625" y="3994175"/>
              <a:ext cx="81525" cy="18300"/>
            </a:xfrm>
            <a:custGeom>
              <a:avLst/>
              <a:gdLst/>
              <a:ahLst/>
              <a:cxnLst/>
              <a:rect l="l" t="t" r="r" b="b"/>
              <a:pathLst>
                <a:path w="3261" h="732" extrusionOk="0">
                  <a:moveTo>
                    <a:pt x="173" y="1"/>
                  </a:moveTo>
                  <a:cubicBezTo>
                    <a:pt x="92" y="1"/>
                    <a:pt x="20" y="58"/>
                    <a:pt x="7" y="134"/>
                  </a:cubicBezTo>
                  <a:cubicBezTo>
                    <a:pt x="1" y="220"/>
                    <a:pt x="54" y="300"/>
                    <a:pt x="140" y="307"/>
                  </a:cubicBezTo>
                  <a:lnTo>
                    <a:pt x="3075" y="725"/>
                  </a:lnTo>
                  <a:cubicBezTo>
                    <a:pt x="3075" y="731"/>
                    <a:pt x="3088" y="731"/>
                    <a:pt x="3095" y="731"/>
                  </a:cubicBezTo>
                  <a:cubicBezTo>
                    <a:pt x="3168" y="731"/>
                    <a:pt x="3234" y="672"/>
                    <a:pt x="3247" y="599"/>
                  </a:cubicBezTo>
                  <a:cubicBezTo>
                    <a:pt x="3261" y="512"/>
                    <a:pt x="3201" y="433"/>
                    <a:pt x="3114" y="419"/>
                  </a:cubicBezTo>
                  <a:lnTo>
                    <a:pt x="187" y="1"/>
                  </a:lnTo>
                  <a:cubicBezTo>
                    <a:pt x="182" y="1"/>
                    <a:pt x="17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3;p72">
              <a:extLst>
                <a:ext uri="{FF2B5EF4-FFF2-40B4-BE49-F238E27FC236}">
                  <a16:creationId xmlns:a16="http://schemas.microsoft.com/office/drawing/2014/main" id="{D9D606CD-FA8A-2D93-E98C-E5E07BDCC58E}"/>
                </a:ext>
              </a:extLst>
            </p:cNvPr>
            <p:cNvSpPr/>
            <p:nvPr/>
          </p:nvSpPr>
          <p:spPr>
            <a:xfrm>
              <a:off x="4463825" y="4040325"/>
              <a:ext cx="93300" cy="13650"/>
            </a:xfrm>
            <a:custGeom>
              <a:avLst/>
              <a:gdLst/>
              <a:ahLst/>
              <a:cxnLst/>
              <a:rect l="l" t="t" r="r" b="b"/>
              <a:pathLst>
                <a:path w="3732" h="546" extrusionOk="0">
                  <a:moveTo>
                    <a:pt x="161" y="0"/>
                  </a:moveTo>
                  <a:cubicBezTo>
                    <a:pt x="80" y="0"/>
                    <a:pt x="13" y="65"/>
                    <a:pt x="7" y="147"/>
                  </a:cubicBezTo>
                  <a:cubicBezTo>
                    <a:pt x="0" y="227"/>
                    <a:pt x="67" y="306"/>
                    <a:pt x="153" y="306"/>
                  </a:cubicBezTo>
                  <a:lnTo>
                    <a:pt x="3559" y="545"/>
                  </a:lnTo>
                  <a:lnTo>
                    <a:pt x="3572" y="545"/>
                  </a:lnTo>
                  <a:cubicBezTo>
                    <a:pt x="3652" y="545"/>
                    <a:pt x="3718" y="479"/>
                    <a:pt x="3725" y="399"/>
                  </a:cubicBezTo>
                  <a:cubicBezTo>
                    <a:pt x="3732" y="313"/>
                    <a:pt x="3665" y="240"/>
                    <a:pt x="3579" y="233"/>
                  </a:cubicBezTo>
                  <a:lnTo>
                    <a:pt x="173" y="1"/>
                  </a:lnTo>
                  <a:cubicBezTo>
                    <a:pt x="169" y="1"/>
                    <a:pt x="165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4;p72">
              <a:extLst>
                <a:ext uri="{FF2B5EF4-FFF2-40B4-BE49-F238E27FC236}">
                  <a16:creationId xmlns:a16="http://schemas.microsoft.com/office/drawing/2014/main" id="{CB24653B-860C-A5BF-301E-AAE0875AD6EB}"/>
                </a:ext>
              </a:extLst>
            </p:cNvPr>
            <p:cNvSpPr/>
            <p:nvPr/>
          </p:nvSpPr>
          <p:spPr>
            <a:xfrm>
              <a:off x="4463825" y="4084950"/>
              <a:ext cx="94800" cy="15150"/>
            </a:xfrm>
            <a:custGeom>
              <a:avLst/>
              <a:gdLst/>
              <a:ahLst/>
              <a:cxnLst/>
              <a:rect l="l" t="t" r="r" b="b"/>
              <a:pathLst>
                <a:path w="3792" h="606" extrusionOk="0">
                  <a:moveTo>
                    <a:pt x="151" y="0"/>
                  </a:moveTo>
                  <a:cubicBezTo>
                    <a:pt x="75" y="0"/>
                    <a:pt x="13" y="62"/>
                    <a:pt x="7" y="141"/>
                  </a:cubicBezTo>
                  <a:cubicBezTo>
                    <a:pt x="0" y="221"/>
                    <a:pt x="60" y="301"/>
                    <a:pt x="146" y="307"/>
                  </a:cubicBezTo>
                  <a:lnTo>
                    <a:pt x="3619" y="606"/>
                  </a:lnTo>
                  <a:lnTo>
                    <a:pt x="3632" y="606"/>
                  </a:lnTo>
                  <a:cubicBezTo>
                    <a:pt x="3712" y="606"/>
                    <a:pt x="3778" y="546"/>
                    <a:pt x="3785" y="467"/>
                  </a:cubicBezTo>
                  <a:cubicBezTo>
                    <a:pt x="3791" y="380"/>
                    <a:pt x="3732" y="307"/>
                    <a:pt x="3645" y="301"/>
                  </a:cubicBezTo>
                  <a:lnTo>
                    <a:pt x="173" y="2"/>
                  </a:lnTo>
                  <a:cubicBezTo>
                    <a:pt x="165" y="1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5;p72">
              <a:extLst>
                <a:ext uri="{FF2B5EF4-FFF2-40B4-BE49-F238E27FC236}">
                  <a16:creationId xmlns:a16="http://schemas.microsoft.com/office/drawing/2014/main" id="{FD8CD675-D99D-4D54-6C54-264EDD5714D5}"/>
                </a:ext>
              </a:extLst>
            </p:cNvPr>
            <p:cNvSpPr/>
            <p:nvPr/>
          </p:nvSpPr>
          <p:spPr>
            <a:xfrm>
              <a:off x="4089675" y="3839175"/>
              <a:ext cx="286875" cy="440800"/>
            </a:xfrm>
            <a:custGeom>
              <a:avLst/>
              <a:gdLst/>
              <a:ahLst/>
              <a:cxnLst/>
              <a:rect l="l" t="t" r="r" b="b"/>
              <a:pathLst>
                <a:path w="11475" h="17632" extrusionOk="0">
                  <a:moveTo>
                    <a:pt x="984" y="0"/>
                  </a:moveTo>
                  <a:cubicBezTo>
                    <a:pt x="772" y="2536"/>
                    <a:pt x="360" y="5139"/>
                    <a:pt x="148" y="7668"/>
                  </a:cubicBezTo>
                  <a:cubicBezTo>
                    <a:pt x="1" y="13513"/>
                    <a:pt x="2438" y="17631"/>
                    <a:pt x="8165" y="17631"/>
                  </a:cubicBezTo>
                  <a:cubicBezTo>
                    <a:pt x="8651" y="17631"/>
                    <a:pt x="9161" y="17602"/>
                    <a:pt x="9695" y="17541"/>
                  </a:cubicBezTo>
                  <a:cubicBezTo>
                    <a:pt x="11474" y="15762"/>
                    <a:pt x="9768" y="11924"/>
                    <a:pt x="10013" y="9222"/>
                  </a:cubicBezTo>
                  <a:cubicBezTo>
                    <a:pt x="10246" y="6712"/>
                    <a:pt x="10611" y="4150"/>
                    <a:pt x="10843" y="1640"/>
                  </a:cubicBezTo>
                  <a:lnTo>
                    <a:pt x="10843" y="1640"/>
                  </a:lnTo>
                  <a:lnTo>
                    <a:pt x="8779" y="5165"/>
                  </a:lnTo>
                  <a:cubicBezTo>
                    <a:pt x="8395" y="3222"/>
                    <a:pt x="7457" y="2353"/>
                    <a:pt x="6385" y="2353"/>
                  </a:cubicBezTo>
                  <a:cubicBezTo>
                    <a:pt x="5303" y="2353"/>
                    <a:pt x="4085" y="3237"/>
                    <a:pt x="3162" y="4794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6;p72">
              <a:extLst>
                <a:ext uri="{FF2B5EF4-FFF2-40B4-BE49-F238E27FC236}">
                  <a16:creationId xmlns:a16="http://schemas.microsoft.com/office/drawing/2014/main" id="{FD01BA7F-A36F-9623-7291-31F02C1C3642}"/>
                </a:ext>
              </a:extLst>
            </p:cNvPr>
            <p:cNvSpPr/>
            <p:nvPr/>
          </p:nvSpPr>
          <p:spPr>
            <a:xfrm>
              <a:off x="4102325" y="4059425"/>
              <a:ext cx="249650" cy="196700"/>
            </a:xfrm>
            <a:custGeom>
              <a:avLst/>
              <a:gdLst/>
              <a:ahLst/>
              <a:cxnLst/>
              <a:rect l="l" t="t" r="r" b="b"/>
              <a:pathLst>
                <a:path w="9986" h="7868" extrusionOk="0">
                  <a:moveTo>
                    <a:pt x="153" y="0"/>
                  </a:moveTo>
                  <a:cubicBezTo>
                    <a:pt x="67" y="7"/>
                    <a:pt x="0" y="73"/>
                    <a:pt x="0" y="160"/>
                  </a:cubicBezTo>
                  <a:cubicBezTo>
                    <a:pt x="86" y="2530"/>
                    <a:pt x="1262" y="4807"/>
                    <a:pt x="3154" y="6241"/>
                  </a:cubicBezTo>
                  <a:cubicBezTo>
                    <a:pt x="4548" y="7303"/>
                    <a:pt x="6281" y="7868"/>
                    <a:pt x="8020" y="7868"/>
                  </a:cubicBezTo>
                  <a:cubicBezTo>
                    <a:pt x="8631" y="7868"/>
                    <a:pt x="9249" y="7801"/>
                    <a:pt x="9853" y="7655"/>
                  </a:cubicBezTo>
                  <a:cubicBezTo>
                    <a:pt x="9932" y="7635"/>
                    <a:pt x="9985" y="7549"/>
                    <a:pt x="9966" y="7469"/>
                  </a:cubicBezTo>
                  <a:cubicBezTo>
                    <a:pt x="9949" y="7401"/>
                    <a:pt x="9888" y="7352"/>
                    <a:pt x="9816" y="7352"/>
                  </a:cubicBezTo>
                  <a:cubicBezTo>
                    <a:pt x="9804" y="7352"/>
                    <a:pt x="9792" y="7354"/>
                    <a:pt x="9780" y="7357"/>
                  </a:cubicBezTo>
                  <a:cubicBezTo>
                    <a:pt x="9202" y="7495"/>
                    <a:pt x="8612" y="7562"/>
                    <a:pt x="8022" y="7562"/>
                  </a:cubicBezTo>
                  <a:cubicBezTo>
                    <a:pt x="6348" y="7562"/>
                    <a:pt x="4680" y="7017"/>
                    <a:pt x="3340" y="5996"/>
                  </a:cubicBezTo>
                  <a:cubicBezTo>
                    <a:pt x="1521" y="4615"/>
                    <a:pt x="392" y="2430"/>
                    <a:pt x="312" y="153"/>
                  </a:cubicBezTo>
                  <a:cubicBezTo>
                    <a:pt x="306" y="67"/>
                    <a:pt x="233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7;p72">
              <a:extLst>
                <a:ext uri="{FF2B5EF4-FFF2-40B4-BE49-F238E27FC236}">
                  <a16:creationId xmlns:a16="http://schemas.microsoft.com/office/drawing/2014/main" id="{DE77006E-0209-17EE-E9E7-046E611CC277}"/>
                </a:ext>
              </a:extLst>
            </p:cNvPr>
            <p:cNvSpPr/>
            <p:nvPr/>
          </p:nvSpPr>
          <p:spPr>
            <a:xfrm>
              <a:off x="4106800" y="3944550"/>
              <a:ext cx="65575" cy="171175"/>
            </a:xfrm>
            <a:custGeom>
              <a:avLst/>
              <a:gdLst/>
              <a:ahLst/>
              <a:cxnLst/>
              <a:rect l="l" t="t" r="r" b="b"/>
              <a:pathLst>
                <a:path w="2623" h="6847" extrusionOk="0">
                  <a:moveTo>
                    <a:pt x="2458" y="1"/>
                  </a:moveTo>
                  <a:cubicBezTo>
                    <a:pt x="2377" y="1"/>
                    <a:pt x="2311" y="65"/>
                    <a:pt x="2311" y="147"/>
                  </a:cubicBezTo>
                  <a:cubicBezTo>
                    <a:pt x="2218" y="2451"/>
                    <a:pt x="1415" y="4741"/>
                    <a:pt x="47" y="6600"/>
                  </a:cubicBezTo>
                  <a:cubicBezTo>
                    <a:pt x="0" y="6667"/>
                    <a:pt x="14" y="6760"/>
                    <a:pt x="80" y="6813"/>
                  </a:cubicBezTo>
                  <a:cubicBezTo>
                    <a:pt x="107" y="6833"/>
                    <a:pt x="140" y="6846"/>
                    <a:pt x="173" y="6846"/>
                  </a:cubicBezTo>
                  <a:cubicBezTo>
                    <a:pt x="220" y="6846"/>
                    <a:pt x="266" y="6819"/>
                    <a:pt x="293" y="6780"/>
                  </a:cubicBezTo>
                  <a:cubicBezTo>
                    <a:pt x="1700" y="4874"/>
                    <a:pt x="2523" y="2524"/>
                    <a:pt x="2616" y="160"/>
                  </a:cubicBezTo>
                  <a:cubicBezTo>
                    <a:pt x="2623" y="74"/>
                    <a:pt x="2550" y="1"/>
                    <a:pt x="2470" y="1"/>
                  </a:cubicBezTo>
                  <a:cubicBezTo>
                    <a:pt x="2466" y="1"/>
                    <a:pt x="2462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8;p72">
              <a:extLst>
                <a:ext uri="{FF2B5EF4-FFF2-40B4-BE49-F238E27FC236}">
                  <a16:creationId xmlns:a16="http://schemas.microsoft.com/office/drawing/2014/main" id="{C87950B5-70CA-5567-3B8C-E7DE6BBE1FA5}"/>
                </a:ext>
              </a:extLst>
            </p:cNvPr>
            <p:cNvSpPr/>
            <p:nvPr/>
          </p:nvSpPr>
          <p:spPr>
            <a:xfrm>
              <a:off x="4304800" y="3948700"/>
              <a:ext cx="43025" cy="171150"/>
            </a:xfrm>
            <a:custGeom>
              <a:avLst/>
              <a:gdLst/>
              <a:ahLst/>
              <a:cxnLst/>
              <a:rect l="l" t="t" r="r" b="b"/>
              <a:pathLst>
                <a:path w="1721" h="6846" extrusionOk="0">
                  <a:moveTo>
                    <a:pt x="166" y="1"/>
                  </a:moveTo>
                  <a:cubicBezTo>
                    <a:pt x="162" y="1"/>
                    <a:pt x="158" y="1"/>
                    <a:pt x="154" y="1"/>
                  </a:cubicBezTo>
                  <a:cubicBezTo>
                    <a:pt x="67" y="1"/>
                    <a:pt x="1" y="74"/>
                    <a:pt x="8" y="160"/>
                  </a:cubicBezTo>
                  <a:cubicBezTo>
                    <a:pt x="107" y="2318"/>
                    <a:pt x="220" y="4755"/>
                    <a:pt x="1415" y="6773"/>
                  </a:cubicBezTo>
                  <a:cubicBezTo>
                    <a:pt x="1442" y="6819"/>
                    <a:pt x="1495" y="6846"/>
                    <a:pt x="1548" y="6846"/>
                  </a:cubicBezTo>
                  <a:cubicBezTo>
                    <a:pt x="1574" y="6846"/>
                    <a:pt x="1601" y="6839"/>
                    <a:pt x="1628" y="6826"/>
                  </a:cubicBezTo>
                  <a:cubicBezTo>
                    <a:pt x="1701" y="6780"/>
                    <a:pt x="1721" y="6687"/>
                    <a:pt x="1681" y="6614"/>
                  </a:cubicBezTo>
                  <a:cubicBezTo>
                    <a:pt x="525" y="4668"/>
                    <a:pt x="413" y="2265"/>
                    <a:pt x="313" y="147"/>
                  </a:cubicBezTo>
                  <a:cubicBezTo>
                    <a:pt x="313" y="65"/>
                    <a:pt x="247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9;p72">
              <a:extLst>
                <a:ext uri="{FF2B5EF4-FFF2-40B4-BE49-F238E27FC236}">
                  <a16:creationId xmlns:a16="http://schemas.microsoft.com/office/drawing/2014/main" id="{9CD28838-84FD-0CA5-53D7-44E0A0D00420}"/>
                </a:ext>
              </a:extLst>
            </p:cNvPr>
            <p:cNvSpPr/>
            <p:nvPr/>
          </p:nvSpPr>
          <p:spPr>
            <a:xfrm>
              <a:off x="4197750" y="3996675"/>
              <a:ext cx="84175" cy="10975"/>
            </a:xfrm>
            <a:custGeom>
              <a:avLst/>
              <a:gdLst/>
              <a:ahLst/>
              <a:cxnLst/>
              <a:rect l="l" t="t" r="r" b="b"/>
              <a:pathLst>
                <a:path w="3367" h="439" extrusionOk="0">
                  <a:moveTo>
                    <a:pt x="3201" y="1"/>
                  </a:moveTo>
                  <a:lnTo>
                    <a:pt x="153" y="134"/>
                  </a:lnTo>
                  <a:cubicBezTo>
                    <a:pt x="67" y="134"/>
                    <a:pt x="1" y="207"/>
                    <a:pt x="7" y="293"/>
                  </a:cubicBezTo>
                  <a:cubicBezTo>
                    <a:pt x="7" y="373"/>
                    <a:pt x="74" y="439"/>
                    <a:pt x="160" y="439"/>
                  </a:cubicBezTo>
                  <a:lnTo>
                    <a:pt x="167" y="439"/>
                  </a:lnTo>
                  <a:lnTo>
                    <a:pt x="3214" y="313"/>
                  </a:lnTo>
                  <a:cubicBezTo>
                    <a:pt x="3300" y="306"/>
                    <a:pt x="3367" y="233"/>
                    <a:pt x="3360" y="153"/>
                  </a:cubicBezTo>
                  <a:cubicBezTo>
                    <a:pt x="3360" y="67"/>
                    <a:pt x="3287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0;p72">
              <a:extLst>
                <a:ext uri="{FF2B5EF4-FFF2-40B4-BE49-F238E27FC236}">
                  <a16:creationId xmlns:a16="http://schemas.microsoft.com/office/drawing/2014/main" id="{F2C94771-2B33-3229-A2F7-823993C2AF84}"/>
                </a:ext>
              </a:extLst>
            </p:cNvPr>
            <p:cNvSpPr/>
            <p:nvPr/>
          </p:nvSpPr>
          <p:spPr>
            <a:xfrm>
              <a:off x="4193275" y="4041825"/>
              <a:ext cx="94475" cy="10975"/>
            </a:xfrm>
            <a:custGeom>
              <a:avLst/>
              <a:gdLst/>
              <a:ahLst/>
              <a:cxnLst/>
              <a:rect l="l" t="t" r="r" b="b"/>
              <a:pathLst>
                <a:path w="3779" h="439" extrusionOk="0">
                  <a:moveTo>
                    <a:pt x="3619" y="1"/>
                  </a:moveTo>
                  <a:lnTo>
                    <a:pt x="153" y="133"/>
                  </a:lnTo>
                  <a:cubicBezTo>
                    <a:pt x="67" y="133"/>
                    <a:pt x="0" y="206"/>
                    <a:pt x="0" y="293"/>
                  </a:cubicBezTo>
                  <a:cubicBezTo>
                    <a:pt x="7" y="372"/>
                    <a:pt x="73" y="439"/>
                    <a:pt x="153" y="439"/>
                  </a:cubicBezTo>
                  <a:lnTo>
                    <a:pt x="160" y="439"/>
                  </a:lnTo>
                  <a:lnTo>
                    <a:pt x="3632" y="313"/>
                  </a:lnTo>
                  <a:cubicBezTo>
                    <a:pt x="3718" y="306"/>
                    <a:pt x="3778" y="240"/>
                    <a:pt x="3778" y="153"/>
                  </a:cubicBezTo>
                  <a:cubicBezTo>
                    <a:pt x="3778" y="67"/>
                    <a:pt x="3705" y="1"/>
                    <a:pt x="3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1;p72">
              <a:extLst>
                <a:ext uri="{FF2B5EF4-FFF2-40B4-BE49-F238E27FC236}">
                  <a16:creationId xmlns:a16="http://schemas.microsoft.com/office/drawing/2014/main" id="{9376EA2A-1C1A-8B51-A1B2-8C1342C4B78B}"/>
                </a:ext>
              </a:extLst>
            </p:cNvPr>
            <p:cNvSpPr/>
            <p:nvPr/>
          </p:nvSpPr>
          <p:spPr>
            <a:xfrm>
              <a:off x="4193275" y="4084150"/>
              <a:ext cx="100600" cy="12650"/>
            </a:xfrm>
            <a:custGeom>
              <a:avLst/>
              <a:gdLst/>
              <a:ahLst/>
              <a:cxnLst/>
              <a:rect l="l" t="t" r="r" b="b"/>
              <a:pathLst>
                <a:path w="4024" h="506" extrusionOk="0">
                  <a:moveTo>
                    <a:pt x="3870" y="0"/>
                  </a:moveTo>
                  <a:cubicBezTo>
                    <a:pt x="3866" y="0"/>
                    <a:pt x="3862" y="0"/>
                    <a:pt x="3858" y="1"/>
                  </a:cubicBezTo>
                  <a:lnTo>
                    <a:pt x="147" y="200"/>
                  </a:lnTo>
                  <a:cubicBezTo>
                    <a:pt x="67" y="206"/>
                    <a:pt x="0" y="279"/>
                    <a:pt x="7" y="359"/>
                  </a:cubicBezTo>
                  <a:cubicBezTo>
                    <a:pt x="7" y="445"/>
                    <a:pt x="73" y="505"/>
                    <a:pt x="160" y="505"/>
                  </a:cubicBezTo>
                  <a:lnTo>
                    <a:pt x="166" y="505"/>
                  </a:lnTo>
                  <a:lnTo>
                    <a:pt x="3871" y="306"/>
                  </a:lnTo>
                  <a:cubicBezTo>
                    <a:pt x="3957" y="306"/>
                    <a:pt x="4024" y="233"/>
                    <a:pt x="4017" y="147"/>
                  </a:cubicBezTo>
                  <a:cubicBezTo>
                    <a:pt x="4017" y="64"/>
                    <a:pt x="3951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52;p72">
              <a:extLst>
                <a:ext uri="{FF2B5EF4-FFF2-40B4-BE49-F238E27FC236}">
                  <a16:creationId xmlns:a16="http://schemas.microsoft.com/office/drawing/2014/main" id="{29590C4A-217A-E12B-573C-233DEF87F86A}"/>
                </a:ext>
              </a:extLst>
            </p:cNvPr>
            <p:cNvSpPr/>
            <p:nvPr/>
          </p:nvSpPr>
          <p:spPr>
            <a:xfrm>
              <a:off x="4181975" y="2744375"/>
              <a:ext cx="673575" cy="470400"/>
            </a:xfrm>
            <a:custGeom>
              <a:avLst/>
              <a:gdLst/>
              <a:ahLst/>
              <a:cxnLst/>
              <a:rect l="l" t="t" r="r" b="b"/>
              <a:pathLst>
                <a:path w="26943" h="18816" extrusionOk="0">
                  <a:moveTo>
                    <a:pt x="26943" y="0"/>
                  </a:moveTo>
                  <a:lnTo>
                    <a:pt x="2696" y="2457"/>
                  </a:lnTo>
                  <a:cubicBezTo>
                    <a:pt x="1800" y="7642"/>
                    <a:pt x="904" y="12827"/>
                    <a:pt x="1" y="18012"/>
                  </a:cubicBezTo>
                  <a:cubicBezTo>
                    <a:pt x="1640" y="17699"/>
                    <a:pt x="3280" y="17557"/>
                    <a:pt x="4918" y="17557"/>
                  </a:cubicBezTo>
                  <a:cubicBezTo>
                    <a:pt x="7956" y="17557"/>
                    <a:pt x="10985" y="18044"/>
                    <a:pt x="13983" y="18816"/>
                  </a:cubicBezTo>
                  <a:cubicBezTo>
                    <a:pt x="14089" y="18444"/>
                    <a:pt x="14262" y="18225"/>
                    <a:pt x="14368" y="17853"/>
                  </a:cubicBezTo>
                  <a:cubicBezTo>
                    <a:pt x="15590" y="17661"/>
                    <a:pt x="16836" y="17568"/>
                    <a:pt x="18087" y="17568"/>
                  </a:cubicBezTo>
                  <a:cubicBezTo>
                    <a:pt x="20642" y="17568"/>
                    <a:pt x="23217" y="17956"/>
                    <a:pt x="25641" y="18683"/>
                  </a:cubicBezTo>
                  <a:cubicBezTo>
                    <a:pt x="26040" y="12469"/>
                    <a:pt x="26538" y="6215"/>
                    <a:pt x="26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53;p72">
              <a:extLst>
                <a:ext uri="{FF2B5EF4-FFF2-40B4-BE49-F238E27FC236}">
                  <a16:creationId xmlns:a16="http://schemas.microsoft.com/office/drawing/2014/main" id="{3E430DF2-B0AE-0FE6-0980-6C95B325F655}"/>
                </a:ext>
              </a:extLst>
            </p:cNvPr>
            <p:cNvSpPr/>
            <p:nvPr/>
          </p:nvSpPr>
          <p:spPr>
            <a:xfrm>
              <a:off x="4531375" y="2892050"/>
              <a:ext cx="73050" cy="312100"/>
            </a:xfrm>
            <a:custGeom>
              <a:avLst/>
              <a:gdLst/>
              <a:ahLst/>
              <a:cxnLst/>
              <a:rect l="l" t="t" r="r" b="b"/>
              <a:pathLst>
                <a:path w="2922" h="12484" extrusionOk="0">
                  <a:moveTo>
                    <a:pt x="2757" y="0"/>
                  </a:moveTo>
                  <a:cubicBezTo>
                    <a:pt x="2686" y="0"/>
                    <a:pt x="2615" y="50"/>
                    <a:pt x="2603" y="122"/>
                  </a:cubicBezTo>
                  <a:lnTo>
                    <a:pt x="20" y="12298"/>
                  </a:lnTo>
                  <a:cubicBezTo>
                    <a:pt x="0" y="12378"/>
                    <a:pt x="54" y="12464"/>
                    <a:pt x="140" y="12477"/>
                  </a:cubicBezTo>
                  <a:cubicBezTo>
                    <a:pt x="153" y="12484"/>
                    <a:pt x="160" y="12484"/>
                    <a:pt x="173" y="12484"/>
                  </a:cubicBezTo>
                  <a:cubicBezTo>
                    <a:pt x="239" y="12484"/>
                    <a:pt x="306" y="12431"/>
                    <a:pt x="319" y="12358"/>
                  </a:cubicBezTo>
                  <a:lnTo>
                    <a:pt x="2902" y="188"/>
                  </a:lnTo>
                  <a:cubicBezTo>
                    <a:pt x="2922" y="102"/>
                    <a:pt x="2869" y="22"/>
                    <a:pt x="2782" y="2"/>
                  </a:cubicBezTo>
                  <a:cubicBezTo>
                    <a:pt x="2774" y="1"/>
                    <a:pt x="2766" y="0"/>
                    <a:pt x="2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54;p72">
              <a:extLst>
                <a:ext uri="{FF2B5EF4-FFF2-40B4-BE49-F238E27FC236}">
                  <a16:creationId xmlns:a16="http://schemas.microsoft.com/office/drawing/2014/main" id="{C481C228-835A-6792-A5FC-02FAB3900655}"/>
                </a:ext>
              </a:extLst>
            </p:cNvPr>
            <p:cNvSpPr/>
            <p:nvPr/>
          </p:nvSpPr>
          <p:spPr>
            <a:xfrm>
              <a:off x="4181150" y="3122850"/>
              <a:ext cx="370500" cy="31025"/>
            </a:xfrm>
            <a:custGeom>
              <a:avLst/>
              <a:gdLst/>
              <a:ahLst/>
              <a:cxnLst/>
              <a:rect l="l" t="t" r="r" b="b"/>
              <a:pathLst>
                <a:path w="14820" h="1241" extrusionOk="0">
                  <a:moveTo>
                    <a:pt x="6227" y="1"/>
                  </a:moveTo>
                  <a:cubicBezTo>
                    <a:pt x="4183" y="1"/>
                    <a:pt x="2141" y="161"/>
                    <a:pt x="140" y="483"/>
                  </a:cubicBezTo>
                  <a:cubicBezTo>
                    <a:pt x="61" y="497"/>
                    <a:pt x="1" y="576"/>
                    <a:pt x="14" y="663"/>
                  </a:cubicBezTo>
                  <a:cubicBezTo>
                    <a:pt x="26" y="735"/>
                    <a:pt x="93" y="791"/>
                    <a:pt x="169" y="791"/>
                  </a:cubicBezTo>
                  <a:cubicBezTo>
                    <a:pt x="177" y="791"/>
                    <a:pt x="185" y="790"/>
                    <a:pt x="193" y="789"/>
                  </a:cubicBezTo>
                  <a:cubicBezTo>
                    <a:pt x="2177" y="470"/>
                    <a:pt x="4203" y="311"/>
                    <a:pt x="6231" y="311"/>
                  </a:cubicBezTo>
                  <a:cubicBezTo>
                    <a:pt x="9056" y="311"/>
                    <a:pt x="11885" y="619"/>
                    <a:pt x="14614" y="1234"/>
                  </a:cubicBezTo>
                  <a:cubicBezTo>
                    <a:pt x="14627" y="1240"/>
                    <a:pt x="14634" y="1240"/>
                    <a:pt x="14647" y="1240"/>
                  </a:cubicBezTo>
                  <a:cubicBezTo>
                    <a:pt x="14720" y="1240"/>
                    <a:pt x="14780" y="1194"/>
                    <a:pt x="14800" y="1121"/>
                  </a:cubicBezTo>
                  <a:cubicBezTo>
                    <a:pt x="14819" y="1034"/>
                    <a:pt x="14766" y="955"/>
                    <a:pt x="14680" y="935"/>
                  </a:cubicBezTo>
                  <a:cubicBezTo>
                    <a:pt x="11928" y="313"/>
                    <a:pt x="9075" y="1"/>
                    <a:pt x="6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5;p72">
              <a:extLst>
                <a:ext uri="{FF2B5EF4-FFF2-40B4-BE49-F238E27FC236}">
                  <a16:creationId xmlns:a16="http://schemas.microsoft.com/office/drawing/2014/main" id="{614CAEB6-039D-D839-5A2C-B1AB33650E52}"/>
                </a:ext>
              </a:extLst>
            </p:cNvPr>
            <p:cNvSpPr/>
            <p:nvPr/>
          </p:nvSpPr>
          <p:spPr>
            <a:xfrm>
              <a:off x="4545975" y="3120125"/>
              <a:ext cx="292475" cy="33250"/>
            </a:xfrm>
            <a:custGeom>
              <a:avLst/>
              <a:gdLst/>
              <a:ahLst/>
              <a:cxnLst/>
              <a:rect l="l" t="t" r="r" b="b"/>
              <a:pathLst>
                <a:path w="11699" h="1330" extrusionOk="0">
                  <a:moveTo>
                    <a:pt x="4623" y="0"/>
                  </a:moveTo>
                  <a:cubicBezTo>
                    <a:pt x="3121" y="0"/>
                    <a:pt x="1619" y="142"/>
                    <a:pt x="140" y="426"/>
                  </a:cubicBezTo>
                  <a:cubicBezTo>
                    <a:pt x="60" y="446"/>
                    <a:pt x="1" y="526"/>
                    <a:pt x="21" y="606"/>
                  </a:cubicBezTo>
                  <a:cubicBezTo>
                    <a:pt x="33" y="683"/>
                    <a:pt x="98" y="734"/>
                    <a:pt x="174" y="734"/>
                  </a:cubicBezTo>
                  <a:cubicBezTo>
                    <a:pt x="182" y="734"/>
                    <a:pt x="191" y="733"/>
                    <a:pt x="200" y="732"/>
                  </a:cubicBezTo>
                  <a:cubicBezTo>
                    <a:pt x="1663" y="448"/>
                    <a:pt x="3152" y="308"/>
                    <a:pt x="4641" y="308"/>
                  </a:cubicBezTo>
                  <a:cubicBezTo>
                    <a:pt x="6955" y="308"/>
                    <a:pt x="9268" y="648"/>
                    <a:pt x="11486" y="1323"/>
                  </a:cubicBezTo>
                  <a:cubicBezTo>
                    <a:pt x="11500" y="1329"/>
                    <a:pt x="11513" y="1329"/>
                    <a:pt x="11526" y="1329"/>
                  </a:cubicBezTo>
                  <a:cubicBezTo>
                    <a:pt x="11593" y="1329"/>
                    <a:pt x="11659" y="1289"/>
                    <a:pt x="11679" y="1223"/>
                  </a:cubicBezTo>
                  <a:cubicBezTo>
                    <a:pt x="11699" y="1137"/>
                    <a:pt x="11652" y="1050"/>
                    <a:pt x="11573" y="1031"/>
                  </a:cubicBezTo>
                  <a:cubicBezTo>
                    <a:pt x="9321" y="346"/>
                    <a:pt x="6973" y="0"/>
                    <a:pt x="4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56;p72">
              <a:extLst>
                <a:ext uri="{FF2B5EF4-FFF2-40B4-BE49-F238E27FC236}">
                  <a16:creationId xmlns:a16="http://schemas.microsoft.com/office/drawing/2014/main" id="{DA0980A6-EED0-2182-A74A-4FCBAF01A497}"/>
                </a:ext>
              </a:extLst>
            </p:cNvPr>
            <p:cNvSpPr/>
            <p:nvPr/>
          </p:nvSpPr>
          <p:spPr>
            <a:xfrm>
              <a:off x="4233600" y="2804150"/>
              <a:ext cx="152225" cy="77025"/>
            </a:xfrm>
            <a:custGeom>
              <a:avLst/>
              <a:gdLst/>
              <a:ahLst/>
              <a:cxnLst/>
              <a:rect l="l" t="t" r="r" b="b"/>
              <a:pathLst>
                <a:path w="6089" h="3081" extrusionOk="0">
                  <a:moveTo>
                    <a:pt x="5920" y="1"/>
                  </a:moveTo>
                  <a:cubicBezTo>
                    <a:pt x="5877" y="1"/>
                    <a:pt x="5833" y="19"/>
                    <a:pt x="5803" y="53"/>
                  </a:cubicBezTo>
                  <a:cubicBezTo>
                    <a:pt x="4409" y="1693"/>
                    <a:pt x="2298" y="2708"/>
                    <a:pt x="153" y="2768"/>
                  </a:cubicBezTo>
                  <a:cubicBezTo>
                    <a:pt x="67" y="2775"/>
                    <a:pt x="1" y="2841"/>
                    <a:pt x="1" y="2927"/>
                  </a:cubicBezTo>
                  <a:cubicBezTo>
                    <a:pt x="7" y="3014"/>
                    <a:pt x="74" y="3080"/>
                    <a:pt x="153" y="3080"/>
                  </a:cubicBezTo>
                  <a:lnTo>
                    <a:pt x="160" y="3080"/>
                  </a:lnTo>
                  <a:cubicBezTo>
                    <a:pt x="2398" y="3014"/>
                    <a:pt x="4588" y="1958"/>
                    <a:pt x="6036" y="252"/>
                  </a:cubicBezTo>
                  <a:cubicBezTo>
                    <a:pt x="6089" y="185"/>
                    <a:pt x="6082" y="92"/>
                    <a:pt x="6016" y="39"/>
                  </a:cubicBezTo>
                  <a:cubicBezTo>
                    <a:pt x="5989" y="13"/>
                    <a:pt x="595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57;p72">
              <a:extLst>
                <a:ext uri="{FF2B5EF4-FFF2-40B4-BE49-F238E27FC236}">
                  <a16:creationId xmlns:a16="http://schemas.microsoft.com/office/drawing/2014/main" id="{0EF22F68-FA2F-32A0-BCE1-D7DDB85BCC7C}"/>
                </a:ext>
              </a:extLst>
            </p:cNvPr>
            <p:cNvSpPr/>
            <p:nvPr/>
          </p:nvSpPr>
          <p:spPr>
            <a:xfrm>
              <a:off x="4789625" y="2808275"/>
              <a:ext cx="59625" cy="128500"/>
            </a:xfrm>
            <a:custGeom>
              <a:avLst/>
              <a:gdLst/>
              <a:ahLst/>
              <a:cxnLst/>
              <a:rect l="l" t="t" r="r" b="b"/>
              <a:pathLst>
                <a:path w="2385" h="5140" extrusionOk="0">
                  <a:moveTo>
                    <a:pt x="241" y="0"/>
                  </a:moveTo>
                  <a:cubicBezTo>
                    <a:pt x="160" y="0"/>
                    <a:pt x="94" y="64"/>
                    <a:pt x="87" y="147"/>
                  </a:cubicBezTo>
                  <a:cubicBezTo>
                    <a:pt x="1" y="1986"/>
                    <a:pt x="758" y="3838"/>
                    <a:pt x="2106" y="5093"/>
                  </a:cubicBezTo>
                  <a:cubicBezTo>
                    <a:pt x="2139" y="5126"/>
                    <a:pt x="2172" y="5139"/>
                    <a:pt x="2212" y="5139"/>
                  </a:cubicBezTo>
                  <a:cubicBezTo>
                    <a:pt x="2252" y="5139"/>
                    <a:pt x="2292" y="5119"/>
                    <a:pt x="2325" y="5086"/>
                  </a:cubicBezTo>
                  <a:cubicBezTo>
                    <a:pt x="2384" y="5026"/>
                    <a:pt x="2378" y="4927"/>
                    <a:pt x="2318" y="4867"/>
                  </a:cubicBezTo>
                  <a:cubicBezTo>
                    <a:pt x="1030" y="3672"/>
                    <a:pt x="313" y="1913"/>
                    <a:pt x="399" y="160"/>
                  </a:cubicBezTo>
                  <a:cubicBezTo>
                    <a:pt x="399" y="74"/>
                    <a:pt x="333" y="7"/>
                    <a:pt x="253" y="0"/>
                  </a:cubicBezTo>
                  <a:cubicBezTo>
                    <a:pt x="249" y="0"/>
                    <a:pt x="24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58;p72">
              <a:extLst>
                <a:ext uri="{FF2B5EF4-FFF2-40B4-BE49-F238E27FC236}">
                  <a16:creationId xmlns:a16="http://schemas.microsoft.com/office/drawing/2014/main" id="{00217737-C1E2-190C-7C6A-07761913A010}"/>
                </a:ext>
              </a:extLst>
            </p:cNvPr>
            <p:cNvSpPr/>
            <p:nvPr/>
          </p:nvSpPr>
          <p:spPr>
            <a:xfrm>
              <a:off x="4234925" y="2864825"/>
              <a:ext cx="47500" cy="266475"/>
            </a:xfrm>
            <a:custGeom>
              <a:avLst/>
              <a:gdLst/>
              <a:ahLst/>
              <a:cxnLst/>
              <a:rect l="l" t="t" r="r" b="b"/>
              <a:pathLst>
                <a:path w="1900" h="10659" extrusionOk="0">
                  <a:moveTo>
                    <a:pt x="1731" y="1"/>
                  </a:moveTo>
                  <a:cubicBezTo>
                    <a:pt x="1660" y="1"/>
                    <a:pt x="1593" y="56"/>
                    <a:pt x="1581" y="129"/>
                  </a:cubicBezTo>
                  <a:lnTo>
                    <a:pt x="14" y="10486"/>
                  </a:lnTo>
                  <a:cubicBezTo>
                    <a:pt x="1" y="10572"/>
                    <a:pt x="61" y="10645"/>
                    <a:pt x="147" y="10658"/>
                  </a:cubicBezTo>
                  <a:lnTo>
                    <a:pt x="167" y="10658"/>
                  </a:lnTo>
                  <a:cubicBezTo>
                    <a:pt x="247" y="10658"/>
                    <a:pt x="313" y="10605"/>
                    <a:pt x="320" y="10532"/>
                  </a:cubicBezTo>
                  <a:lnTo>
                    <a:pt x="1886" y="175"/>
                  </a:lnTo>
                  <a:cubicBezTo>
                    <a:pt x="1900" y="95"/>
                    <a:pt x="1840" y="16"/>
                    <a:pt x="1754" y="2"/>
                  </a:cubicBezTo>
                  <a:cubicBezTo>
                    <a:pt x="1746" y="1"/>
                    <a:pt x="1739" y="1"/>
                    <a:pt x="1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59;p72">
              <a:extLst>
                <a:ext uri="{FF2B5EF4-FFF2-40B4-BE49-F238E27FC236}">
                  <a16:creationId xmlns:a16="http://schemas.microsoft.com/office/drawing/2014/main" id="{3F618D02-324B-7BE7-AC17-CA4F0BCF8810}"/>
                </a:ext>
              </a:extLst>
            </p:cNvPr>
            <p:cNvSpPr/>
            <p:nvPr/>
          </p:nvSpPr>
          <p:spPr>
            <a:xfrm>
              <a:off x="3909625" y="2199300"/>
              <a:ext cx="370325" cy="300550"/>
            </a:xfrm>
            <a:custGeom>
              <a:avLst/>
              <a:gdLst/>
              <a:ahLst/>
              <a:cxnLst/>
              <a:rect l="l" t="t" r="r" b="b"/>
              <a:pathLst>
                <a:path w="14813" h="12022" extrusionOk="0">
                  <a:moveTo>
                    <a:pt x="12130" y="0"/>
                  </a:moveTo>
                  <a:cubicBezTo>
                    <a:pt x="8558" y="644"/>
                    <a:pt x="5185" y="2324"/>
                    <a:pt x="2523" y="4774"/>
                  </a:cubicBezTo>
                  <a:cubicBezTo>
                    <a:pt x="1746" y="5484"/>
                    <a:pt x="1023" y="6274"/>
                    <a:pt x="578" y="7224"/>
                  </a:cubicBezTo>
                  <a:cubicBezTo>
                    <a:pt x="133" y="8180"/>
                    <a:pt x="0" y="9315"/>
                    <a:pt x="412" y="10278"/>
                  </a:cubicBezTo>
                  <a:cubicBezTo>
                    <a:pt x="801" y="11173"/>
                    <a:pt x="1780" y="11999"/>
                    <a:pt x="2753" y="11999"/>
                  </a:cubicBezTo>
                  <a:cubicBezTo>
                    <a:pt x="2827" y="11999"/>
                    <a:pt x="2901" y="11994"/>
                    <a:pt x="2974" y="11984"/>
                  </a:cubicBezTo>
                  <a:cubicBezTo>
                    <a:pt x="3340" y="12009"/>
                    <a:pt x="3707" y="12021"/>
                    <a:pt x="4073" y="12021"/>
                  </a:cubicBezTo>
                  <a:cubicBezTo>
                    <a:pt x="7943" y="12021"/>
                    <a:pt x="11810" y="10657"/>
                    <a:pt x="14812" y="8206"/>
                  </a:cubicBezTo>
                  <a:lnTo>
                    <a:pt x="12130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60;p72">
              <a:extLst>
                <a:ext uri="{FF2B5EF4-FFF2-40B4-BE49-F238E27FC236}">
                  <a16:creationId xmlns:a16="http://schemas.microsoft.com/office/drawing/2014/main" id="{DA217D67-DFB1-F65B-CF09-417AB1DD23B2}"/>
                </a:ext>
              </a:extLst>
            </p:cNvPr>
            <p:cNvSpPr/>
            <p:nvPr/>
          </p:nvSpPr>
          <p:spPr>
            <a:xfrm>
              <a:off x="4136175" y="2078850"/>
              <a:ext cx="836400" cy="748875"/>
            </a:xfrm>
            <a:custGeom>
              <a:avLst/>
              <a:gdLst/>
              <a:ahLst/>
              <a:cxnLst/>
              <a:rect l="l" t="t" r="r" b="b"/>
              <a:pathLst>
                <a:path w="33456" h="29955" extrusionOk="0">
                  <a:moveTo>
                    <a:pt x="18632" y="1"/>
                  </a:moveTo>
                  <a:cubicBezTo>
                    <a:pt x="15409" y="1"/>
                    <a:pt x="12186" y="308"/>
                    <a:pt x="9023" y="921"/>
                  </a:cubicBezTo>
                  <a:cubicBezTo>
                    <a:pt x="5816" y="1539"/>
                    <a:pt x="2716" y="3033"/>
                    <a:pt x="1" y="4845"/>
                  </a:cubicBezTo>
                  <a:cubicBezTo>
                    <a:pt x="1235" y="8357"/>
                    <a:pt x="2371" y="11803"/>
                    <a:pt x="3606" y="15308"/>
                  </a:cubicBezTo>
                  <a:cubicBezTo>
                    <a:pt x="4183" y="15182"/>
                    <a:pt x="4748" y="15056"/>
                    <a:pt x="5325" y="14923"/>
                  </a:cubicBezTo>
                  <a:lnTo>
                    <a:pt x="5325" y="14923"/>
                  </a:lnTo>
                  <a:cubicBezTo>
                    <a:pt x="4914" y="19869"/>
                    <a:pt x="4502" y="24889"/>
                    <a:pt x="4090" y="29835"/>
                  </a:cubicBezTo>
                  <a:cubicBezTo>
                    <a:pt x="8534" y="29647"/>
                    <a:pt x="12945" y="29495"/>
                    <a:pt x="17355" y="29495"/>
                  </a:cubicBezTo>
                  <a:cubicBezTo>
                    <a:pt x="21351" y="29495"/>
                    <a:pt x="25347" y="29620"/>
                    <a:pt x="29366" y="29954"/>
                  </a:cubicBezTo>
                  <a:cubicBezTo>
                    <a:pt x="29605" y="24490"/>
                    <a:pt x="29611" y="19033"/>
                    <a:pt x="29850" y="13569"/>
                  </a:cubicBezTo>
                  <a:cubicBezTo>
                    <a:pt x="29850" y="13569"/>
                    <a:pt x="31171" y="14691"/>
                    <a:pt x="32951" y="15474"/>
                  </a:cubicBezTo>
                  <a:cubicBezTo>
                    <a:pt x="33455" y="11783"/>
                    <a:pt x="32698" y="5642"/>
                    <a:pt x="33196" y="1957"/>
                  </a:cubicBezTo>
                  <a:cubicBezTo>
                    <a:pt x="31371" y="1506"/>
                    <a:pt x="29399" y="1127"/>
                    <a:pt x="27547" y="795"/>
                  </a:cubicBezTo>
                  <a:cubicBezTo>
                    <a:pt x="24608" y="265"/>
                    <a:pt x="21620" y="1"/>
                    <a:pt x="18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1;p72">
              <a:extLst>
                <a:ext uri="{FF2B5EF4-FFF2-40B4-BE49-F238E27FC236}">
                  <a16:creationId xmlns:a16="http://schemas.microsoft.com/office/drawing/2014/main" id="{83E0EFA4-53C9-C85F-E67F-AEB92FD8C9AF}"/>
                </a:ext>
              </a:extLst>
            </p:cNvPr>
            <p:cNvSpPr/>
            <p:nvPr/>
          </p:nvSpPr>
          <p:spPr>
            <a:xfrm>
              <a:off x="4364900" y="2088075"/>
              <a:ext cx="349750" cy="141125"/>
            </a:xfrm>
            <a:custGeom>
              <a:avLst/>
              <a:gdLst/>
              <a:ahLst/>
              <a:cxnLst/>
              <a:rect l="l" t="t" r="r" b="b"/>
              <a:pathLst>
                <a:path w="13990" h="5645" extrusionOk="0">
                  <a:moveTo>
                    <a:pt x="13817" y="0"/>
                  </a:moveTo>
                  <a:cubicBezTo>
                    <a:pt x="13753" y="0"/>
                    <a:pt x="13692" y="44"/>
                    <a:pt x="13670" y="114"/>
                  </a:cubicBezTo>
                  <a:cubicBezTo>
                    <a:pt x="13086" y="2013"/>
                    <a:pt x="11758" y="3626"/>
                    <a:pt x="10026" y="4529"/>
                  </a:cubicBezTo>
                  <a:cubicBezTo>
                    <a:pt x="9005" y="5065"/>
                    <a:pt x="7855" y="5337"/>
                    <a:pt x="6712" y="5337"/>
                  </a:cubicBezTo>
                  <a:cubicBezTo>
                    <a:pt x="5900" y="5337"/>
                    <a:pt x="5092" y="5199"/>
                    <a:pt x="4336" y="4921"/>
                  </a:cubicBezTo>
                  <a:cubicBezTo>
                    <a:pt x="2477" y="4244"/>
                    <a:pt x="976" y="2743"/>
                    <a:pt x="319" y="904"/>
                  </a:cubicBezTo>
                  <a:cubicBezTo>
                    <a:pt x="298" y="841"/>
                    <a:pt x="235" y="803"/>
                    <a:pt x="171" y="803"/>
                  </a:cubicBezTo>
                  <a:cubicBezTo>
                    <a:pt x="154" y="803"/>
                    <a:pt x="136" y="806"/>
                    <a:pt x="120" y="811"/>
                  </a:cubicBezTo>
                  <a:cubicBezTo>
                    <a:pt x="40" y="838"/>
                    <a:pt x="0" y="931"/>
                    <a:pt x="27" y="1010"/>
                  </a:cubicBezTo>
                  <a:cubicBezTo>
                    <a:pt x="711" y="2929"/>
                    <a:pt x="2284" y="4503"/>
                    <a:pt x="4230" y="5213"/>
                  </a:cubicBezTo>
                  <a:cubicBezTo>
                    <a:pt x="5013" y="5505"/>
                    <a:pt x="5856" y="5645"/>
                    <a:pt x="6706" y="5645"/>
                  </a:cubicBezTo>
                  <a:cubicBezTo>
                    <a:pt x="7901" y="5645"/>
                    <a:pt x="9103" y="5359"/>
                    <a:pt x="10165" y="4801"/>
                  </a:cubicBezTo>
                  <a:cubicBezTo>
                    <a:pt x="11971" y="3859"/>
                    <a:pt x="13358" y="2186"/>
                    <a:pt x="13963" y="200"/>
                  </a:cubicBezTo>
                  <a:cubicBezTo>
                    <a:pt x="13989" y="121"/>
                    <a:pt x="13943" y="34"/>
                    <a:pt x="13863" y="8"/>
                  </a:cubicBezTo>
                  <a:cubicBezTo>
                    <a:pt x="13848" y="3"/>
                    <a:pt x="13832" y="0"/>
                    <a:pt x="13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62;p72">
              <a:extLst>
                <a:ext uri="{FF2B5EF4-FFF2-40B4-BE49-F238E27FC236}">
                  <a16:creationId xmlns:a16="http://schemas.microsoft.com/office/drawing/2014/main" id="{F3E2F3FD-30ED-409D-24CE-AC496DA3A3E9}"/>
                </a:ext>
              </a:extLst>
            </p:cNvPr>
            <p:cNvSpPr/>
            <p:nvPr/>
          </p:nvSpPr>
          <p:spPr>
            <a:xfrm>
              <a:off x="4247725" y="2403075"/>
              <a:ext cx="33375" cy="61650"/>
            </a:xfrm>
            <a:custGeom>
              <a:avLst/>
              <a:gdLst/>
              <a:ahLst/>
              <a:cxnLst/>
              <a:rect l="l" t="t" r="r" b="b"/>
              <a:pathLst>
                <a:path w="1335" h="2466" extrusionOk="0">
                  <a:moveTo>
                    <a:pt x="1169" y="0"/>
                  </a:moveTo>
                  <a:cubicBezTo>
                    <a:pt x="1093" y="0"/>
                    <a:pt x="1028" y="51"/>
                    <a:pt x="1016" y="128"/>
                  </a:cubicBezTo>
                  <a:lnTo>
                    <a:pt x="691" y="1815"/>
                  </a:lnTo>
                  <a:cubicBezTo>
                    <a:pt x="657" y="1762"/>
                    <a:pt x="624" y="1709"/>
                    <a:pt x="591" y="1662"/>
                  </a:cubicBezTo>
                  <a:cubicBezTo>
                    <a:pt x="478" y="1483"/>
                    <a:pt x="372" y="1310"/>
                    <a:pt x="319" y="1131"/>
                  </a:cubicBezTo>
                  <a:cubicBezTo>
                    <a:pt x="297" y="1059"/>
                    <a:pt x="238" y="1020"/>
                    <a:pt x="169" y="1020"/>
                  </a:cubicBezTo>
                  <a:cubicBezTo>
                    <a:pt x="155" y="1020"/>
                    <a:pt x="141" y="1021"/>
                    <a:pt x="126" y="1025"/>
                  </a:cubicBezTo>
                  <a:cubicBezTo>
                    <a:pt x="47" y="1051"/>
                    <a:pt x="0" y="1138"/>
                    <a:pt x="27" y="1217"/>
                  </a:cubicBezTo>
                  <a:cubicBezTo>
                    <a:pt x="86" y="1436"/>
                    <a:pt x="213" y="1636"/>
                    <a:pt x="332" y="1821"/>
                  </a:cubicBezTo>
                  <a:cubicBezTo>
                    <a:pt x="445" y="2001"/>
                    <a:pt x="551" y="2173"/>
                    <a:pt x="604" y="2353"/>
                  </a:cubicBezTo>
                  <a:cubicBezTo>
                    <a:pt x="624" y="2419"/>
                    <a:pt x="684" y="2465"/>
                    <a:pt x="750" y="2465"/>
                  </a:cubicBezTo>
                  <a:cubicBezTo>
                    <a:pt x="750" y="2465"/>
                    <a:pt x="757" y="2465"/>
                    <a:pt x="757" y="2459"/>
                  </a:cubicBezTo>
                  <a:cubicBezTo>
                    <a:pt x="830" y="2459"/>
                    <a:pt x="890" y="2406"/>
                    <a:pt x="903" y="2339"/>
                  </a:cubicBezTo>
                  <a:lnTo>
                    <a:pt x="1315" y="182"/>
                  </a:lnTo>
                  <a:cubicBezTo>
                    <a:pt x="1335" y="102"/>
                    <a:pt x="1281" y="22"/>
                    <a:pt x="1195" y="2"/>
                  </a:cubicBezTo>
                  <a:cubicBezTo>
                    <a:pt x="1186" y="1"/>
                    <a:pt x="1178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3;p72">
              <a:extLst>
                <a:ext uri="{FF2B5EF4-FFF2-40B4-BE49-F238E27FC236}">
                  <a16:creationId xmlns:a16="http://schemas.microsoft.com/office/drawing/2014/main" id="{B2A8889C-1932-33DC-7D38-A6B9B0F45485}"/>
                </a:ext>
              </a:extLst>
            </p:cNvPr>
            <p:cNvSpPr/>
            <p:nvPr/>
          </p:nvSpPr>
          <p:spPr>
            <a:xfrm>
              <a:off x="4856700" y="2371625"/>
              <a:ext cx="32050" cy="52425"/>
            </a:xfrm>
            <a:custGeom>
              <a:avLst/>
              <a:gdLst/>
              <a:ahLst/>
              <a:cxnLst/>
              <a:rect l="l" t="t" r="r" b="b"/>
              <a:pathLst>
                <a:path w="1282" h="2097" extrusionOk="0">
                  <a:moveTo>
                    <a:pt x="166" y="1"/>
                  </a:moveTo>
                  <a:cubicBezTo>
                    <a:pt x="153" y="1"/>
                    <a:pt x="140" y="2"/>
                    <a:pt x="126" y="6"/>
                  </a:cubicBezTo>
                  <a:cubicBezTo>
                    <a:pt x="47" y="32"/>
                    <a:pt x="0" y="112"/>
                    <a:pt x="20" y="198"/>
                  </a:cubicBezTo>
                  <a:cubicBezTo>
                    <a:pt x="206" y="875"/>
                    <a:pt x="551" y="1513"/>
                    <a:pt x="1003" y="2044"/>
                  </a:cubicBezTo>
                  <a:cubicBezTo>
                    <a:pt x="1036" y="2077"/>
                    <a:pt x="1076" y="2097"/>
                    <a:pt x="1122" y="2097"/>
                  </a:cubicBezTo>
                  <a:cubicBezTo>
                    <a:pt x="1142" y="2097"/>
                    <a:pt x="1162" y="2097"/>
                    <a:pt x="1182" y="2090"/>
                  </a:cubicBezTo>
                  <a:cubicBezTo>
                    <a:pt x="1242" y="2064"/>
                    <a:pt x="1282" y="2004"/>
                    <a:pt x="1275" y="1938"/>
                  </a:cubicBezTo>
                  <a:cubicBezTo>
                    <a:pt x="1268" y="1738"/>
                    <a:pt x="1255" y="1539"/>
                    <a:pt x="1248" y="1340"/>
                  </a:cubicBezTo>
                  <a:cubicBezTo>
                    <a:pt x="1235" y="1141"/>
                    <a:pt x="1228" y="942"/>
                    <a:pt x="1215" y="742"/>
                  </a:cubicBezTo>
                  <a:cubicBezTo>
                    <a:pt x="1215" y="663"/>
                    <a:pt x="1142" y="596"/>
                    <a:pt x="1056" y="596"/>
                  </a:cubicBezTo>
                  <a:cubicBezTo>
                    <a:pt x="970" y="603"/>
                    <a:pt x="903" y="676"/>
                    <a:pt x="910" y="762"/>
                  </a:cubicBezTo>
                  <a:cubicBezTo>
                    <a:pt x="916" y="962"/>
                    <a:pt x="930" y="1161"/>
                    <a:pt x="936" y="1353"/>
                  </a:cubicBezTo>
                  <a:lnTo>
                    <a:pt x="943" y="1460"/>
                  </a:lnTo>
                  <a:cubicBezTo>
                    <a:pt x="664" y="1048"/>
                    <a:pt x="452" y="590"/>
                    <a:pt x="319" y="112"/>
                  </a:cubicBezTo>
                  <a:cubicBezTo>
                    <a:pt x="296" y="45"/>
                    <a:pt x="236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4;p72">
              <a:extLst>
                <a:ext uri="{FF2B5EF4-FFF2-40B4-BE49-F238E27FC236}">
                  <a16:creationId xmlns:a16="http://schemas.microsoft.com/office/drawing/2014/main" id="{A3823C94-F3DE-1D98-73CF-8FF9E8894324}"/>
                </a:ext>
              </a:extLst>
            </p:cNvPr>
            <p:cNvSpPr/>
            <p:nvPr/>
          </p:nvSpPr>
          <p:spPr>
            <a:xfrm>
              <a:off x="4242400" y="2763950"/>
              <a:ext cx="627925" cy="28075"/>
            </a:xfrm>
            <a:custGeom>
              <a:avLst/>
              <a:gdLst/>
              <a:ahLst/>
              <a:cxnLst/>
              <a:rect l="l" t="t" r="r" b="b"/>
              <a:pathLst>
                <a:path w="25117" h="1123" extrusionOk="0">
                  <a:moveTo>
                    <a:pt x="10448" y="0"/>
                  </a:moveTo>
                  <a:cubicBezTo>
                    <a:pt x="7010" y="0"/>
                    <a:pt x="3572" y="137"/>
                    <a:pt x="153" y="412"/>
                  </a:cubicBezTo>
                  <a:cubicBezTo>
                    <a:pt x="67" y="419"/>
                    <a:pt x="1" y="492"/>
                    <a:pt x="7" y="578"/>
                  </a:cubicBezTo>
                  <a:cubicBezTo>
                    <a:pt x="14" y="660"/>
                    <a:pt x="86" y="718"/>
                    <a:pt x="161" y="718"/>
                  </a:cubicBezTo>
                  <a:cubicBezTo>
                    <a:pt x="165" y="718"/>
                    <a:pt x="169" y="718"/>
                    <a:pt x="173" y="718"/>
                  </a:cubicBezTo>
                  <a:cubicBezTo>
                    <a:pt x="3592" y="445"/>
                    <a:pt x="7026" y="308"/>
                    <a:pt x="10462" y="308"/>
                  </a:cubicBezTo>
                  <a:cubicBezTo>
                    <a:pt x="15299" y="308"/>
                    <a:pt x="20139" y="579"/>
                    <a:pt x="24937" y="1123"/>
                  </a:cubicBezTo>
                  <a:lnTo>
                    <a:pt x="24951" y="1123"/>
                  </a:lnTo>
                  <a:cubicBezTo>
                    <a:pt x="25030" y="1123"/>
                    <a:pt x="25097" y="1063"/>
                    <a:pt x="25103" y="983"/>
                  </a:cubicBezTo>
                  <a:cubicBezTo>
                    <a:pt x="25117" y="897"/>
                    <a:pt x="25050" y="824"/>
                    <a:pt x="24971" y="817"/>
                  </a:cubicBezTo>
                  <a:cubicBezTo>
                    <a:pt x="20159" y="273"/>
                    <a:pt x="15303" y="0"/>
                    <a:pt x="10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5;p72">
              <a:extLst>
                <a:ext uri="{FF2B5EF4-FFF2-40B4-BE49-F238E27FC236}">
                  <a16:creationId xmlns:a16="http://schemas.microsoft.com/office/drawing/2014/main" id="{DDD617E6-92F3-6132-BC22-72881DDA1D51}"/>
                </a:ext>
              </a:extLst>
            </p:cNvPr>
            <p:cNvSpPr/>
            <p:nvPr/>
          </p:nvSpPr>
          <p:spPr>
            <a:xfrm>
              <a:off x="3865125" y="1950675"/>
              <a:ext cx="463450" cy="548750"/>
            </a:xfrm>
            <a:custGeom>
              <a:avLst/>
              <a:gdLst/>
              <a:ahLst/>
              <a:cxnLst/>
              <a:rect l="l" t="t" r="r" b="b"/>
              <a:pathLst>
                <a:path w="18538" h="21950" extrusionOk="0">
                  <a:moveTo>
                    <a:pt x="12755" y="0"/>
                  </a:moveTo>
                  <a:cubicBezTo>
                    <a:pt x="11739" y="1421"/>
                    <a:pt x="10849" y="2954"/>
                    <a:pt x="10205" y="4574"/>
                  </a:cubicBezTo>
                  <a:cubicBezTo>
                    <a:pt x="8360" y="5896"/>
                    <a:pt x="6647" y="7303"/>
                    <a:pt x="4967" y="8837"/>
                  </a:cubicBezTo>
                  <a:cubicBezTo>
                    <a:pt x="3599" y="10085"/>
                    <a:pt x="2265" y="11426"/>
                    <a:pt x="1362" y="13053"/>
                  </a:cubicBezTo>
                  <a:cubicBezTo>
                    <a:pt x="452" y="14673"/>
                    <a:pt x="1" y="16624"/>
                    <a:pt x="485" y="18424"/>
                  </a:cubicBezTo>
                  <a:cubicBezTo>
                    <a:pt x="970" y="20216"/>
                    <a:pt x="2517" y="21776"/>
                    <a:pt x="4369" y="21936"/>
                  </a:cubicBezTo>
                  <a:cubicBezTo>
                    <a:pt x="4480" y="21945"/>
                    <a:pt x="4590" y="21950"/>
                    <a:pt x="4700" y="21950"/>
                  </a:cubicBezTo>
                  <a:cubicBezTo>
                    <a:pt x="6552" y="21950"/>
                    <a:pt x="8211" y="20661"/>
                    <a:pt x="9521" y="19313"/>
                  </a:cubicBezTo>
                  <a:cubicBezTo>
                    <a:pt x="12821" y="15921"/>
                    <a:pt x="15238" y="11685"/>
                    <a:pt x="16466" y="7117"/>
                  </a:cubicBezTo>
                  <a:lnTo>
                    <a:pt x="16466" y="7117"/>
                  </a:lnTo>
                  <a:cubicBezTo>
                    <a:pt x="16463" y="7127"/>
                    <a:pt x="16462" y="7131"/>
                    <a:pt x="16460" y="7131"/>
                  </a:cubicBezTo>
                  <a:cubicBezTo>
                    <a:pt x="16454" y="7131"/>
                    <a:pt x="16463" y="7033"/>
                    <a:pt x="16463" y="7006"/>
                  </a:cubicBezTo>
                  <a:lnTo>
                    <a:pt x="16463" y="7006"/>
                  </a:lnTo>
                  <a:cubicBezTo>
                    <a:pt x="17113" y="6191"/>
                    <a:pt x="17881" y="5296"/>
                    <a:pt x="18537" y="4475"/>
                  </a:cubicBezTo>
                  <a:cubicBezTo>
                    <a:pt x="16619" y="2968"/>
                    <a:pt x="14673" y="1514"/>
                    <a:pt x="12755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6;p72">
              <a:extLst>
                <a:ext uri="{FF2B5EF4-FFF2-40B4-BE49-F238E27FC236}">
                  <a16:creationId xmlns:a16="http://schemas.microsoft.com/office/drawing/2014/main" id="{A032CCBC-301E-0B5C-FF6C-1ED7D7386A0A}"/>
                </a:ext>
              </a:extLst>
            </p:cNvPr>
            <p:cNvSpPr/>
            <p:nvPr/>
          </p:nvSpPr>
          <p:spPr>
            <a:xfrm>
              <a:off x="4078575" y="2329850"/>
              <a:ext cx="108575" cy="126075"/>
            </a:xfrm>
            <a:custGeom>
              <a:avLst/>
              <a:gdLst/>
              <a:ahLst/>
              <a:cxnLst/>
              <a:rect l="l" t="t" r="r" b="b"/>
              <a:pathLst>
                <a:path w="4343" h="5043" extrusionOk="0">
                  <a:moveTo>
                    <a:pt x="4171" y="0"/>
                  </a:moveTo>
                  <a:cubicBezTo>
                    <a:pt x="4119" y="0"/>
                    <a:pt x="4068" y="28"/>
                    <a:pt x="4037" y="77"/>
                  </a:cubicBezTo>
                  <a:cubicBezTo>
                    <a:pt x="2982" y="1856"/>
                    <a:pt x="1647" y="3429"/>
                    <a:pt x="74" y="4770"/>
                  </a:cubicBezTo>
                  <a:cubicBezTo>
                    <a:pt x="7" y="4824"/>
                    <a:pt x="1" y="4923"/>
                    <a:pt x="54" y="4989"/>
                  </a:cubicBezTo>
                  <a:cubicBezTo>
                    <a:pt x="87" y="5023"/>
                    <a:pt x="127" y="5043"/>
                    <a:pt x="173" y="5043"/>
                  </a:cubicBezTo>
                  <a:cubicBezTo>
                    <a:pt x="207" y="5043"/>
                    <a:pt x="240" y="5029"/>
                    <a:pt x="273" y="5003"/>
                  </a:cubicBezTo>
                  <a:cubicBezTo>
                    <a:pt x="1873" y="3642"/>
                    <a:pt x="3227" y="2042"/>
                    <a:pt x="4303" y="229"/>
                  </a:cubicBezTo>
                  <a:cubicBezTo>
                    <a:pt x="4343" y="156"/>
                    <a:pt x="4323" y="63"/>
                    <a:pt x="4250" y="23"/>
                  </a:cubicBezTo>
                  <a:cubicBezTo>
                    <a:pt x="4225" y="8"/>
                    <a:pt x="4198" y="0"/>
                    <a:pt x="4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7;p72">
              <a:extLst>
                <a:ext uri="{FF2B5EF4-FFF2-40B4-BE49-F238E27FC236}">
                  <a16:creationId xmlns:a16="http://schemas.microsoft.com/office/drawing/2014/main" id="{5C6D3C00-208F-11D9-9CEE-BB9B3395EA68}"/>
                </a:ext>
              </a:extLst>
            </p:cNvPr>
            <p:cNvSpPr/>
            <p:nvPr/>
          </p:nvSpPr>
          <p:spPr>
            <a:xfrm>
              <a:off x="4815850" y="1953975"/>
              <a:ext cx="342275" cy="536300"/>
            </a:xfrm>
            <a:custGeom>
              <a:avLst/>
              <a:gdLst/>
              <a:ahLst/>
              <a:cxnLst/>
              <a:rect l="l" t="t" r="r" b="b"/>
              <a:pathLst>
                <a:path w="13691" h="21452" extrusionOk="0">
                  <a:moveTo>
                    <a:pt x="5697" y="1"/>
                  </a:moveTo>
                  <a:cubicBezTo>
                    <a:pt x="4210" y="266"/>
                    <a:pt x="2557" y="1090"/>
                    <a:pt x="1541" y="2205"/>
                  </a:cubicBezTo>
                  <a:cubicBezTo>
                    <a:pt x="525" y="3320"/>
                    <a:pt x="127" y="4940"/>
                    <a:pt x="1" y="6441"/>
                  </a:cubicBezTo>
                  <a:cubicBezTo>
                    <a:pt x="658" y="6819"/>
                    <a:pt x="984" y="7118"/>
                    <a:pt x="1641" y="7496"/>
                  </a:cubicBezTo>
                  <a:cubicBezTo>
                    <a:pt x="2152" y="10378"/>
                    <a:pt x="2696" y="13233"/>
                    <a:pt x="3427" y="16068"/>
                  </a:cubicBezTo>
                  <a:cubicBezTo>
                    <a:pt x="3759" y="17362"/>
                    <a:pt x="4131" y="18690"/>
                    <a:pt x="4980" y="19719"/>
                  </a:cubicBezTo>
                  <a:cubicBezTo>
                    <a:pt x="5887" y="20834"/>
                    <a:pt x="7328" y="21451"/>
                    <a:pt x="8758" y="21451"/>
                  </a:cubicBezTo>
                  <a:cubicBezTo>
                    <a:pt x="9432" y="21451"/>
                    <a:pt x="10104" y="21314"/>
                    <a:pt x="10717" y="21027"/>
                  </a:cubicBezTo>
                  <a:cubicBezTo>
                    <a:pt x="12635" y="20137"/>
                    <a:pt x="13691" y="17860"/>
                    <a:pt x="13040" y="15855"/>
                  </a:cubicBezTo>
                  <a:cubicBezTo>
                    <a:pt x="11772" y="11951"/>
                    <a:pt x="9156" y="7755"/>
                    <a:pt x="7643" y="5093"/>
                  </a:cubicBezTo>
                  <a:cubicBezTo>
                    <a:pt x="7311" y="3300"/>
                    <a:pt x="6647" y="1561"/>
                    <a:pt x="569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8;p72">
              <a:extLst>
                <a:ext uri="{FF2B5EF4-FFF2-40B4-BE49-F238E27FC236}">
                  <a16:creationId xmlns:a16="http://schemas.microsoft.com/office/drawing/2014/main" id="{11F5096A-476C-3BAE-7EB3-4B47174B0EBD}"/>
                </a:ext>
              </a:extLst>
            </p:cNvPr>
            <p:cNvSpPr/>
            <p:nvPr/>
          </p:nvSpPr>
          <p:spPr>
            <a:xfrm>
              <a:off x="4363225" y="1760450"/>
              <a:ext cx="39875" cy="53975"/>
            </a:xfrm>
            <a:custGeom>
              <a:avLst/>
              <a:gdLst/>
              <a:ahLst/>
              <a:cxnLst/>
              <a:rect l="l" t="t" r="r" b="b"/>
              <a:pathLst>
                <a:path w="1595" h="2159" extrusionOk="0">
                  <a:moveTo>
                    <a:pt x="1051" y="0"/>
                  </a:moveTo>
                  <a:cubicBezTo>
                    <a:pt x="970" y="0"/>
                    <a:pt x="904" y="64"/>
                    <a:pt x="897" y="147"/>
                  </a:cubicBezTo>
                  <a:cubicBezTo>
                    <a:pt x="857" y="638"/>
                    <a:pt x="924" y="1129"/>
                    <a:pt x="1083" y="1594"/>
                  </a:cubicBezTo>
                  <a:cubicBezTo>
                    <a:pt x="811" y="1441"/>
                    <a:pt x="512" y="1328"/>
                    <a:pt x="207" y="1249"/>
                  </a:cubicBezTo>
                  <a:cubicBezTo>
                    <a:pt x="195" y="1246"/>
                    <a:pt x="184" y="1245"/>
                    <a:pt x="172" y="1245"/>
                  </a:cubicBezTo>
                  <a:cubicBezTo>
                    <a:pt x="104" y="1245"/>
                    <a:pt x="38" y="1293"/>
                    <a:pt x="21" y="1362"/>
                  </a:cubicBezTo>
                  <a:cubicBezTo>
                    <a:pt x="1" y="1448"/>
                    <a:pt x="54" y="1528"/>
                    <a:pt x="134" y="1554"/>
                  </a:cubicBezTo>
                  <a:cubicBezTo>
                    <a:pt x="565" y="1660"/>
                    <a:pt x="977" y="1853"/>
                    <a:pt x="1329" y="2125"/>
                  </a:cubicBezTo>
                  <a:cubicBezTo>
                    <a:pt x="1362" y="2145"/>
                    <a:pt x="1395" y="2158"/>
                    <a:pt x="1428" y="2158"/>
                  </a:cubicBezTo>
                  <a:cubicBezTo>
                    <a:pt x="1462" y="2158"/>
                    <a:pt x="1495" y="2145"/>
                    <a:pt x="1521" y="2118"/>
                  </a:cubicBezTo>
                  <a:cubicBezTo>
                    <a:pt x="1581" y="2072"/>
                    <a:pt x="1594" y="1992"/>
                    <a:pt x="1561" y="1933"/>
                  </a:cubicBezTo>
                  <a:cubicBezTo>
                    <a:pt x="1289" y="1395"/>
                    <a:pt x="1156" y="771"/>
                    <a:pt x="1203" y="167"/>
                  </a:cubicBezTo>
                  <a:cubicBezTo>
                    <a:pt x="1209" y="87"/>
                    <a:pt x="1150" y="7"/>
                    <a:pt x="1063" y="1"/>
                  </a:cubicBezTo>
                  <a:cubicBezTo>
                    <a:pt x="1059" y="0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69;p72">
              <a:extLst>
                <a:ext uri="{FF2B5EF4-FFF2-40B4-BE49-F238E27FC236}">
                  <a16:creationId xmlns:a16="http://schemas.microsoft.com/office/drawing/2014/main" id="{0B1D6CC9-FCBE-B283-D113-CE685B97C722}"/>
                </a:ext>
              </a:extLst>
            </p:cNvPr>
            <p:cNvSpPr/>
            <p:nvPr/>
          </p:nvSpPr>
          <p:spPr>
            <a:xfrm>
              <a:off x="4656700" y="1832675"/>
              <a:ext cx="78200" cy="71050"/>
            </a:xfrm>
            <a:custGeom>
              <a:avLst/>
              <a:gdLst/>
              <a:ahLst/>
              <a:cxnLst/>
              <a:rect l="l" t="t" r="r" b="b"/>
              <a:pathLst>
                <a:path w="3128" h="2842" extrusionOk="0">
                  <a:moveTo>
                    <a:pt x="2951" y="0"/>
                  </a:moveTo>
                  <a:cubicBezTo>
                    <a:pt x="2890" y="0"/>
                    <a:pt x="2833" y="34"/>
                    <a:pt x="2808" y="93"/>
                  </a:cubicBezTo>
                  <a:cubicBezTo>
                    <a:pt x="2310" y="1228"/>
                    <a:pt x="1308" y="2151"/>
                    <a:pt x="126" y="2542"/>
                  </a:cubicBezTo>
                  <a:cubicBezTo>
                    <a:pt x="46" y="2569"/>
                    <a:pt x="0" y="2662"/>
                    <a:pt x="27" y="2742"/>
                  </a:cubicBezTo>
                  <a:cubicBezTo>
                    <a:pt x="53" y="2801"/>
                    <a:pt x="113" y="2841"/>
                    <a:pt x="173" y="2841"/>
                  </a:cubicBezTo>
                  <a:cubicBezTo>
                    <a:pt x="193" y="2841"/>
                    <a:pt x="212" y="2841"/>
                    <a:pt x="226" y="2835"/>
                  </a:cubicBezTo>
                  <a:cubicBezTo>
                    <a:pt x="1487" y="2410"/>
                    <a:pt x="2556" y="1434"/>
                    <a:pt x="3094" y="212"/>
                  </a:cubicBezTo>
                  <a:cubicBezTo>
                    <a:pt x="3127" y="139"/>
                    <a:pt x="3094" y="46"/>
                    <a:pt x="3014" y="13"/>
                  </a:cubicBezTo>
                  <a:cubicBezTo>
                    <a:pt x="2993" y="4"/>
                    <a:pt x="2972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0;p72">
              <a:extLst>
                <a:ext uri="{FF2B5EF4-FFF2-40B4-BE49-F238E27FC236}">
                  <a16:creationId xmlns:a16="http://schemas.microsoft.com/office/drawing/2014/main" id="{B77E6750-97C0-278F-57DC-EFEFB037896A}"/>
                </a:ext>
              </a:extLst>
            </p:cNvPr>
            <p:cNvSpPr/>
            <p:nvPr/>
          </p:nvSpPr>
          <p:spPr>
            <a:xfrm>
              <a:off x="4314275" y="1712675"/>
              <a:ext cx="402025" cy="291125"/>
            </a:xfrm>
            <a:custGeom>
              <a:avLst/>
              <a:gdLst/>
              <a:ahLst/>
              <a:cxnLst/>
              <a:rect l="l" t="t" r="r" b="b"/>
              <a:pathLst>
                <a:path w="16081" h="11645" extrusionOk="0">
                  <a:moveTo>
                    <a:pt x="9719" y="1"/>
                  </a:moveTo>
                  <a:cubicBezTo>
                    <a:pt x="9147" y="1"/>
                    <a:pt x="8540" y="246"/>
                    <a:pt x="8167" y="644"/>
                  </a:cubicBezTo>
                  <a:cubicBezTo>
                    <a:pt x="7861" y="278"/>
                    <a:pt x="7396" y="73"/>
                    <a:pt x="6918" y="33"/>
                  </a:cubicBezTo>
                  <a:cubicBezTo>
                    <a:pt x="6844" y="25"/>
                    <a:pt x="6769" y="22"/>
                    <a:pt x="6695" y="22"/>
                  </a:cubicBezTo>
                  <a:cubicBezTo>
                    <a:pt x="6299" y="22"/>
                    <a:pt x="5906" y="122"/>
                    <a:pt x="5537" y="278"/>
                  </a:cubicBezTo>
                  <a:cubicBezTo>
                    <a:pt x="4176" y="856"/>
                    <a:pt x="3333" y="2171"/>
                    <a:pt x="3227" y="3651"/>
                  </a:cubicBezTo>
                  <a:cubicBezTo>
                    <a:pt x="3189" y="3649"/>
                    <a:pt x="3151" y="3648"/>
                    <a:pt x="3114" y="3648"/>
                  </a:cubicBezTo>
                  <a:cubicBezTo>
                    <a:pt x="2242" y="3648"/>
                    <a:pt x="1383" y="4156"/>
                    <a:pt x="970" y="4926"/>
                  </a:cubicBezTo>
                  <a:cubicBezTo>
                    <a:pt x="538" y="5729"/>
                    <a:pt x="724" y="6864"/>
                    <a:pt x="1268" y="7595"/>
                  </a:cubicBezTo>
                  <a:cubicBezTo>
                    <a:pt x="445" y="8000"/>
                    <a:pt x="0" y="9055"/>
                    <a:pt x="286" y="9925"/>
                  </a:cubicBezTo>
                  <a:cubicBezTo>
                    <a:pt x="532" y="10662"/>
                    <a:pt x="1209" y="11200"/>
                    <a:pt x="1946" y="11439"/>
                  </a:cubicBezTo>
                  <a:cubicBezTo>
                    <a:pt x="2419" y="11592"/>
                    <a:pt x="2915" y="11645"/>
                    <a:pt x="3413" y="11645"/>
                  </a:cubicBezTo>
                  <a:cubicBezTo>
                    <a:pt x="3690" y="11645"/>
                    <a:pt x="3968" y="11628"/>
                    <a:pt x="4243" y="11605"/>
                  </a:cubicBezTo>
                  <a:lnTo>
                    <a:pt x="12907" y="7940"/>
                  </a:lnTo>
                  <a:cubicBezTo>
                    <a:pt x="14295" y="7588"/>
                    <a:pt x="15463" y="6479"/>
                    <a:pt x="15895" y="5118"/>
                  </a:cubicBezTo>
                  <a:cubicBezTo>
                    <a:pt x="16021" y="4700"/>
                    <a:pt x="16080" y="4222"/>
                    <a:pt x="15881" y="3837"/>
                  </a:cubicBezTo>
                  <a:cubicBezTo>
                    <a:pt x="15738" y="3564"/>
                    <a:pt x="15427" y="3375"/>
                    <a:pt x="15135" y="3375"/>
                  </a:cubicBezTo>
                  <a:cubicBezTo>
                    <a:pt x="15042" y="3375"/>
                    <a:pt x="14951" y="3394"/>
                    <a:pt x="14867" y="3436"/>
                  </a:cubicBezTo>
                  <a:lnTo>
                    <a:pt x="14867" y="3436"/>
                  </a:lnTo>
                  <a:cubicBezTo>
                    <a:pt x="15249" y="3169"/>
                    <a:pt x="15448" y="2655"/>
                    <a:pt x="15330" y="2204"/>
                  </a:cubicBezTo>
                  <a:cubicBezTo>
                    <a:pt x="15163" y="1555"/>
                    <a:pt x="14450" y="1180"/>
                    <a:pt x="13779" y="1180"/>
                  </a:cubicBezTo>
                  <a:cubicBezTo>
                    <a:pt x="13756" y="1180"/>
                    <a:pt x="13733" y="1180"/>
                    <a:pt x="13710" y="1181"/>
                  </a:cubicBezTo>
                  <a:cubicBezTo>
                    <a:pt x="13020" y="1214"/>
                    <a:pt x="12157" y="1487"/>
                    <a:pt x="11546" y="1812"/>
                  </a:cubicBezTo>
                  <a:cubicBezTo>
                    <a:pt x="11519" y="1068"/>
                    <a:pt x="11015" y="365"/>
                    <a:pt x="10324" y="106"/>
                  </a:cubicBezTo>
                  <a:cubicBezTo>
                    <a:pt x="10136" y="34"/>
                    <a:pt x="9930" y="1"/>
                    <a:pt x="9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1;p72">
              <a:extLst>
                <a:ext uri="{FF2B5EF4-FFF2-40B4-BE49-F238E27FC236}">
                  <a16:creationId xmlns:a16="http://schemas.microsoft.com/office/drawing/2014/main" id="{3EBC1C1E-90A3-31D2-3F4F-A04976044310}"/>
                </a:ext>
              </a:extLst>
            </p:cNvPr>
            <p:cNvSpPr/>
            <p:nvPr/>
          </p:nvSpPr>
          <p:spPr>
            <a:xfrm>
              <a:off x="4407050" y="2024850"/>
              <a:ext cx="260450" cy="164275"/>
            </a:xfrm>
            <a:custGeom>
              <a:avLst/>
              <a:gdLst/>
              <a:ahLst/>
              <a:cxnLst/>
              <a:rect l="l" t="t" r="r" b="b"/>
              <a:pathLst>
                <a:path w="10418" h="6571" extrusionOk="0">
                  <a:moveTo>
                    <a:pt x="8552" y="1"/>
                  </a:moveTo>
                  <a:cubicBezTo>
                    <a:pt x="6261" y="41"/>
                    <a:pt x="3878" y="193"/>
                    <a:pt x="1587" y="233"/>
                  </a:cubicBezTo>
                  <a:cubicBezTo>
                    <a:pt x="1521" y="1149"/>
                    <a:pt x="1455" y="2066"/>
                    <a:pt x="1388" y="2982"/>
                  </a:cubicBezTo>
                  <a:cubicBezTo>
                    <a:pt x="937" y="3095"/>
                    <a:pt x="459" y="3188"/>
                    <a:pt x="1" y="3300"/>
                  </a:cubicBezTo>
                  <a:cubicBezTo>
                    <a:pt x="785" y="5306"/>
                    <a:pt x="3088" y="6571"/>
                    <a:pt x="5252" y="6571"/>
                  </a:cubicBezTo>
                  <a:cubicBezTo>
                    <a:pt x="5323" y="6571"/>
                    <a:pt x="5394" y="6570"/>
                    <a:pt x="5465" y="6567"/>
                  </a:cubicBezTo>
                  <a:cubicBezTo>
                    <a:pt x="7689" y="6481"/>
                    <a:pt x="9767" y="4874"/>
                    <a:pt x="10418" y="2749"/>
                  </a:cubicBezTo>
                  <a:cubicBezTo>
                    <a:pt x="9979" y="2690"/>
                    <a:pt x="9415" y="2563"/>
                    <a:pt x="8977" y="2504"/>
                  </a:cubicBezTo>
                  <a:cubicBezTo>
                    <a:pt x="8904" y="1627"/>
                    <a:pt x="8632" y="877"/>
                    <a:pt x="8552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2;p72">
              <a:extLst>
                <a:ext uri="{FF2B5EF4-FFF2-40B4-BE49-F238E27FC236}">
                  <a16:creationId xmlns:a16="http://schemas.microsoft.com/office/drawing/2014/main" id="{3287C0BF-66EB-314F-76F4-C19540365A2E}"/>
                </a:ext>
              </a:extLst>
            </p:cNvPr>
            <p:cNvSpPr/>
            <p:nvPr/>
          </p:nvSpPr>
          <p:spPr>
            <a:xfrm>
              <a:off x="4347800" y="1827850"/>
              <a:ext cx="340125" cy="266675"/>
            </a:xfrm>
            <a:custGeom>
              <a:avLst/>
              <a:gdLst/>
              <a:ahLst/>
              <a:cxnLst/>
              <a:rect l="l" t="t" r="r" b="b"/>
              <a:pathLst>
                <a:path w="13605" h="10667" extrusionOk="0">
                  <a:moveTo>
                    <a:pt x="9601" y="0"/>
                  </a:moveTo>
                  <a:lnTo>
                    <a:pt x="9601" y="0"/>
                  </a:lnTo>
                  <a:cubicBezTo>
                    <a:pt x="9707" y="286"/>
                    <a:pt x="9634" y="598"/>
                    <a:pt x="9342" y="691"/>
                  </a:cubicBezTo>
                  <a:cubicBezTo>
                    <a:pt x="9247" y="721"/>
                    <a:pt x="9151" y="735"/>
                    <a:pt x="9055" y="735"/>
                  </a:cubicBezTo>
                  <a:cubicBezTo>
                    <a:pt x="8855" y="735"/>
                    <a:pt x="8658" y="674"/>
                    <a:pt x="8479" y="571"/>
                  </a:cubicBezTo>
                  <a:cubicBezTo>
                    <a:pt x="8479" y="843"/>
                    <a:pt x="8299" y="1096"/>
                    <a:pt x="8067" y="1235"/>
                  </a:cubicBezTo>
                  <a:cubicBezTo>
                    <a:pt x="7845" y="1365"/>
                    <a:pt x="7587" y="1408"/>
                    <a:pt x="7333" y="1408"/>
                  </a:cubicBezTo>
                  <a:cubicBezTo>
                    <a:pt x="7314" y="1408"/>
                    <a:pt x="7296" y="1408"/>
                    <a:pt x="7277" y="1408"/>
                  </a:cubicBezTo>
                  <a:cubicBezTo>
                    <a:pt x="6567" y="1388"/>
                    <a:pt x="5843" y="1009"/>
                    <a:pt x="5392" y="452"/>
                  </a:cubicBezTo>
                  <a:cubicBezTo>
                    <a:pt x="4761" y="1175"/>
                    <a:pt x="3884" y="2111"/>
                    <a:pt x="3247" y="2828"/>
                  </a:cubicBezTo>
                  <a:cubicBezTo>
                    <a:pt x="3665" y="3120"/>
                    <a:pt x="3865" y="3698"/>
                    <a:pt x="3705" y="4176"/>
                  </a:cubicBezTo>
                  <a:cubicBezTo>
                    <a:pt x="3574" y="4592"/>
                    <a:pt x="3003" y="5096"/>
                    <a:pt x="2554" y="5096"/>
                  </a:cubicBezTo>
                  <a:cubicBezTo>
                    <a:pt x="2480" y="5096"/>
                    <a:pt x="2409" y="5083"/>
                    <a:pt x="2344" y="5052"/>
                  </a:cubicBezTo>
                  <a:cubicBezTo>
                    <a:pt x="2168" y="4970"/>
                    <a:pt x="1978" y="4932"/>
                    <a:pt x="1788" y="4932"/>
                  </a:cubicBezTo>
                  <a:cubicBezTo>
                    <a:pt x="1183" y="4932"/>
                    <a:pt x="567" y="5317"/>
                    <a:pt x="319" y="5882"/>
                  </a:cubicBezTo>
                  <a:cubicBezTo>
                    <a:pt x="1" y="6626"/>
                    <a:pt x="286" y="7555"/>
                    <a:pt x="917" y="8067"/>
                  </a:cubicBezTo>
                  <a:cubicBezTo>
                    <a:pt x="1333" y="8404"/>
                    <a:pt x="1868" y="8568"/>
                    <a:pt x="2404" y="8568"/>
                  </a:cubicBezTo>
                  <a:cubicBezTo>
                    <a:pt x="2681" y="8568"/>
                    <a:pt x="2959" y="8524"/>
                    <a:pt x="3221" y="8438"/>
                  </a:cubicBezTo>
                  <a:cubicBezTo>
                    <a:pt x="4355" y="9854"/>
                    <a:pt x="6170" y="10666"/>
                    <a:pt x="7981" y="10666"/>
                  </a:cubicBezTo>
                  <a:cubicBezTo>
                    <a:pt x="8098" y="10666"/>
                    <a:pt x="8216" y="10663"/>
                    <a:pt x="8333" y="10656"/>
                  </a:cubicBezTo>
                  <a:cubicBezTo>
                    <a:pt x="10258" y="10543"/>
                    <a:pt x="12436" y="9375"/>
                    <a:pt x="13086" y="7555"/>
                  </a:cubicBezTo>
                  <a:cubicBezTo>
                    <a:pt x="13604" y="6095"/>
                    <a:pt x="13538" y="4435"/>
                    <a:pt x="12900" y="3021"/>
                  </a:cubicBezTo>
                  <a:cubicBezTo>
                    <a:pt x="12263" y="1607"/>
                    <a:pt x="11327" y="671"/>
                    <a:pt x="960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3;p72">
              <a:extLst>
                <a:ext uri="{FF2B5EF4-FFF2-40B4-BE49-F238E27FC236}">
                  <a16:creationId xmlns:a16="http://schemas.microsoft.com/office/drawing/2014/main" id="{4E2F0D04-A22F-2EB8-F1DD-0BBD0330E948}"/>
                </a:ext>
              </a:extLst>
            </p:cNvPr>
            <p:cNvSpPr/>
            <p:nvPr/>
          </p:nvSpPr>
          <p:spPr>
            <a:xfrm>
              <a:off x="4509625" y="1921275"/>
              <a:ext cx="16950" cy="16975"/>
            </a:xfrm>
            <a:custGeom>
              <a:avLst/>
              <a:gdLst/>
              <a:ahLst/>
              <a:cxnLst/>
              <a:rect l="l" t="t" r="r" b="b"/>
              <a:pathLst>
                <a:path w="678" h="679" extrusionOk="0">
                  <a:moveTo>
                    <a:pt x="339" y="1"/>
                  </a:moveTo>
                  <a:cubicBezTo>
                    <a:pt x="147" y="1"/>
                    <a:pt x="1" y="154"/>
                    <a:pt x="1" y="340"/>
                  </a:cubicBezTo>
                  <a:cubicBezTo>
                    <a:pt x="1" y="525"/>
                    <a:pt x="147" y="678"/>
                    <a:pt x="339" y="678"/>
                  </a:cubicBezTo>
                  <a:cubicBezTo>
                    <a:pt x="525" y="678"/>
                    <a:pt x="678" y="525"/>
                    <a:pt x="678" y="340"/>
                  </a:cubicBezTo>
                  <a:cubicBezTo>
                    <a:pt x="678" y="154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4;p72">
              <a:extLst>
                <a:ext uri="{FF2B5EF4-FFF2-40B4-BE49-F238E27FC236}">
                  <a16:creationId xmlns:a16="http://schemas.microsoft.com/office/drawing/2014/main" id="{C2C7A43D-81B3-9091-D9CD-BEDF864613D5}"/>
                </a:ext>
              </a:extLst>
            </p:cNvPr>
            <p:cNvSpPr/>
            <p:nvPr/>
          </p:nvSpPr>
          <p:spPr>
            <a:xfrm>
              <a:off x="4620500" y="19043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1"/>
                  </a:moveTo>
                  <a:cubicBezTo>
                    <a:pt x="153" y="1"/>
                    <a:pt x="1" y="153"/>
                    <a:pt x="1" y="339"/>
                  </a:cubicBezTo>
                  <a:cubicBezTo>
                    <a:pt x="1" y="525"/>
                    <a:pt x="153" y="678"/>
                    <a:pt x="339" y="678"/>
                  </a:cubicBezTo>
                  <a:cubicBezTo>
                    <a:pt x="525" y="678"/>
                    <a:pt x="678" y="525"/>
                    <a:pt x="678" y="339"/>
                  </a:cubicBezTo>
                  <a:cubicBezTo>
                    <a:pt x="678" y="153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5;p72">
              <a:extLst>
                <a:ext uri="{FF2B5EF4-FFF2-40B4-BE49-F238E27FC236}">
                  <a16:creationId xmlns:a16="http://schemas.microsoft.com/office/drawing/2014/main" id="{4BDF8303-ED4F-A7FE-2745-C7BFB51CB486}"/>
                </a:ext>
              </a:extLst>
            </p:cNvPr>
            <p:cNvSpPr/>
            <p:nvPr/>
          </p:nvSpPr>
          <p:spPr>
            <a:xfrm>
              <a:off x="4477925" y="1878350"/>
              <a:ext cx="57950" cy="25200"/>
            </a:xfrm>
            <a:custGeom>
              <a:avLst/>
              <a:gdLst/>
              <a:ahLst/>
              <a:cxnLst/>
              <a:rect l="l" t="t" r="r" b="b"/>
              <a:pathLst>
                <a:path w="2318" h="1008" extrusionOk="0">
                  <a:moveTo>
                    <a:pt x="1667" y="1"/>
                  </a:moveTo>
                  <a:cubicBezTo>
                    <a:pt x="1055" y="1"/>
                    <a:pt x="442" y="276"/>
                    <a:pt x="60" y="755"/>
                  </a:cubicBezTo>
                  <a:cubicBezTo>
                    <a:pt x="1" y="828"/>
                    <a:pt x="14" y="921"/>
                    <a:pt x="80" y="974"/>
                  </a:cubicBezTo>
                  <a:cubicBezTo>
                    <a:pt x="107" y="1001"/>
                    <a:pt x="147" y="1008"/>
                    <a:pt x="180" y="1008"/>
                  </a:cubicBezTo>
                  <a:cubicBezTo>
                    <a:pt x="220" y="1008"/>
                    <a:pt x="266" y="988"/>
                    <a:pt x="299" y="948"/>
                  </a:cubicBezTo>
                  <a:cubicBezTo>
                    <a:pt x="625" y="540"/>
                    <a:pt x="1147" y="305"/>
                    <a:pt x="1666" y="305"/>
                  </a:cubicBezTo>
                  <a:cubicBezTo>
                    <a:pt x="1814" y="305"/>
                    <a:pt x="1962" y="324"/>
                    <a:pt x="2105" y="364"/>
                  </a:cubicBezTo>
                  <a:cubicBezTo>
                    <a:pt x="2121" y="368"/>
                    <a:pt x="2136" y="370"/>
                    <a:pt x="2150" y="370"/>
                  </a:cubicBezTo>
                  <a:cubicBezTo>
                    <a:pt x="2218" y="370"/>
                    <a:pt x="2276" y="323"/>
                    <a:pt x="2298" y="257"/>
                  </a:cubicBezTo>
                  <a:cubicBezTo>
                    <a:pt x="2318" y="178"/>
                    <a:pt x="2271" y="91"/>
                    <a:pt x="2192" y="71"/>
                  </a:cubicBezTo>
                  <a:cubicBezTo>
                    <a:pt x="2021" y="2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6;p72">
              <a:extLst>
                <a:ext uri="{FF2B5EF4-FFF2-40B4-BE49-F238E27FC236}">
                  <a16:creationId xmlns:a16="http://schemas.microsoft.com/office/drawing/2014/main" id="{E3E74C26-C20B-D3A6-4162-C0856F4254C5}"/>
                </a:ext>
              </a:extLst>
            </p:cNvPr>
            <p:cNvSpPr/>
            <p:nvPr/>
          </p:nvSpPr>
          <p:spPr>
            <a:xfrm>
              <a:off x="4589125" y="1857075"/>
              <a:ext cx="58625" cy="22900"/>
            </a:xfrm>
            <a:custGeom>
              <a:avLst/>
              <a:gdLst/>
              <a:ahLst/>
              <a:cxnLst/>
              <a:rect l="l" t="t" r="r" b="b"/>
              <a:pathLst>
                <a:path w="2345" h="916" extrusionOk="0">
                  <a:moveTo>
                    <a:pt x="1484" y="1"/>
                  </a:moveTo>
                  <a:cubicBezTo>
                    <a:pt x="942" y="1"/>
                    <a:pt x="400" y="236"/>
                    <a:pt x="54" y="663"/>
                  </a:cubicBezTo>
                  <a:cubicBezTo>
                    <a:pt x="1" y="730"/>
                    <a:pt x="8" y="829"/>
                    <a:pt x="74" y="883"/>
                  </a:cubicBezTo>
                  <a:cubicBezTo>
                    <a:pt x="107" y="909"/>
                    <a:pt x="140" y="916"/>
                    <a:pt x="173" y="916"/>
                  </a:cubicBezTo>
                  <a:cubicBezTo>
                    <a:pt x="220" y="916"/>
                    <a:pt x="260" y="896"/>
                    <a:pt x="293" y="863"/>
                  </a:cubicBezTo>
                  <a:cubicBezTo>
                    <a:pt x="578" y="509"/>
                    <a:pt x="1040" y="311"/>
                    <a:pt x="1494" y="311"/>
                  </a:cubicBezTo>
                  <a:cubicBezTo>
                    <a:pt x="1706" y="311"/>
                    <a:pt x="1916" y="354"/>
                    <a:pt x="2105" y="444"/>
                  </a:cubicBezTo>
                  <a:cubicBezTo>
                    <a:pt x="2127" y="453"/>
                    <a:pt x="2148" y="457"/>
                    <a:pt x="2169" y="457"/>
                  </a:cubicBezTo>
                  <a:cubicBezTo>
                    <a:pt x="2227" y="457"/>
                    <a:pt x="2282" y="425"/>
                    <a:pt x="2311" y="371"/>
                  </a:cubicBezTo>
                  <a:cubicBezTo>
                    <a:pt x="2345" y="292"/>
                    <a:pt x="2311" y="199"/>
                    <a:pt x="2238" y="166"/>
                  </a:cubicBezTo>
                  <a:cubicBezTo>
                    <a:pt x="2001" y="54"/>
                    <a:pt x="1742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7;p72">
              <a:extLst>
                <a:ext uri="{FF2B5EF4-FFF2-40B4-BE49-F238E27FC236}">
                  <a16:creationId xmlns:a16="http://schemas.microsoft.com/office/drawing/2014/main" id="{7A80AAC7-D352-5CB6-BB6B-EFF1DFE24943}"/>
                </a:ext>
              </a:extLst>
            </p:cNvPr>
            <p:cNvSpPr/>
            <p:nvPr/>
          </p:nvSpPr>
          <p:spPr>
            <a:xfrm>
              <a:off x="4579000" y="1908375"/>
              <a:ext cx="38375" cy="48625"/>
            </a:xfrm>
            <a:custGeom>
              <a:avLst/>
              <a:gdLst/>
              <a:ahLst/>
              <a:cxnLst/>
              <a:rect l="l" t="t" r="r" b="b"/>
              <a:pathLst>
                <a:path w="1535" h="1945" extrusionOk="0">
                  <a:moveTo>
                    <a:pt x="167" y="1"/>
                  </a:moveTo>
                  <a:cubicBezTo>
                    <a:pt x="129" y="1"/>
                    <a:pt x="91" y="16"/>
                    <a:pt x="61" y="46"/>
                  </a:cubicBezTo>
                  <a:cubicBezTo>
                    <a:pt x="1" y="105"/>
                    <a:pt x="1" y="205"/>
                    <a:pt x="61" y="265"/>
                  </a:cubicBezTo>
                  <a:lnTo>
                    <a:pt x="1103" y="1300"/>
                  </a:lnTo>
                  <a:lnTo>
                    <a:pt x="280" y="1652"/>
                  </a:lnTo>
                  <a:cubicBezTo>
                    <a:pt x="200" y="1685"/>
                    <a:pt x="167" y="1772"/>
                    <a:pt x="200" y="1851"/>
                  </a:cubicBezTo>
                  <a:cubicBezTo>
                    <a:pt x="227" y="1911"/>
                    <a:pt x="280" y="1944"/>
                    <a:pt x="339" y="1944"/>
                  </a:cubicBezTo>
                  <a:cubicBezTo>
                    <a:pt x="359" y="1944"/>
                    <a:pt x="379" y="1944"/>
                    <a:pt x="399" y="1938"/>
                  </a:cubicBezTo>
                  <a:lnTo>
                    <a:pt x="1435" y="1493"/>
                  </a:lnTo>
                  <a:cubicBezTo>
                    <a:pt x="1481" y="1473"/>
                    <a:pt x="1515" y="1433"/>
                    <a:pt x="1521" y="1380"/>
                  </a:cubicBezTo>
                  <a:cubicBezTo>
                    <a:pt x="1535" y="1334"/>
                    <a:pt x="1521" y="1280"/>
                    <a:pt x="1481" y="1247"/>
                  </a:cubicBezTo>
                  <a:lnTo>
                    <a:pt x="273" y="46"/>
                  </a:lnTo>
                  <a:cubicBezTo>
                    <a:pt x="243" y="16"/>
                    <a:pt x="205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8;p72">
              <a:extLst>
                <a:ext uri="{FF2B5EF4-FFF2-40B4-BE49-F238E27FC236}">
                  <a16:creationId xmlns:a16="http://schemas.microsoft.com/office/drawing/2014/main" id="{7C90B892-2044-8016-DCFB-C99DFB10F65D}"/>
                </a:ext>
              </a:extLst>
            </p:cNvPr>
            <p:cNvSpPr/>
            <p:nvPr/>
          </p:nvSpPr>
          <p:spPr>
            <a:xfrm>
              <a:off x="4544975" y="1959900"/>
              <a:ext cx="48000" cy="31275"/>
            </a:xfrm>
            <a:custGeom>
              <a:avLst/>
              <a:gdLst/>
              <a:ahLst/>
              <a:cxnLst/>
              <a:rect l="l" t="t" r="r" b="b"/>
              <a:pathLst>
                <a:path w="1920" h="1251" extrusionOk="0">
                  <a:moveTo>
                    <a:pt x="169" y="1"/>
                  </a:moveTo>
                  <a:cubicBezTo>
                    <a:pt x="162" y="1"/>
                    <a:pt x="154" y="2"/>
                    <a:pt x="147" y="3"/>
                  </a:cubicBezTo>
                  <a:cubicBezTo>
                    <a:pt x="61" y="9"/>
                    <a:pt x="1" y="89"/>
                    <a:pt x="14" y="175"/>
                  </a:cubicBezTo>
                  <a:cubicBezTo>
                    <a:pt x="61" y="574"/>
                    <a:pt x="313" y="932"/>
                    <a:pt x="665" y="1118"/>
                  </a:cubicBezTo>
                  <a:cubicBezTo>
                    <a:pt x="844" y="1205"/>
                    <a:pt x="1037" y="1251"/>
                    <a:pt x="1229" y="1251"/>
                  </a:cubicBezTo>
                  <a:cubicBezTo>
                    <a:pt x="1435" y="1251"/>
                    <a:pt x="1634" y="1205"/>
                    <a:pt x="1820" y="1105"/>
                  </a:cubicBezTo>
                  <a:cubicBezTo>
                    <a:pt x="1893" y="1065"/>
                    <a:pt x="1920" y="972"/>
                    <a:pt x="1880" y="892"/>
                  </a:cubicBezTo>
                  <a:cubicBezTo>
                    <a:pt x="1852" y="842"/>
                    <a:pt x="1800" y="814"/>
                    <a:pt x="1744" y="814"/>
                  </a:cubicBezTo>
                  <a:cubicBezTo>
                    <a:pt x="1719" y="814"/>
                    <a:pt x="1692" y="820"/>
                    <a:pt x="1667" y="833"/>
                  </a:cubicBezTo>
                  <a:cubicBezTo>
                    <a:pt x="1533" y="905"/>
                    <a:pt x="1377" y="942"/>
                    <a:pt x="1223" y="942"/>
                  </a:cubicBezTo>
                  <a:cubicBezTo>
                    <a:pt x="1079" y="942"/>
                    <a:pt x="936" y="910"/>
                    <a:pt x="811" y="846"/>
                  </a:cubicBezTo>
                  <a:cubicBezTo>
                    <a:pt x="545" y="707"/>
                    <a:pt x="353" y="428"/>
                    <a:pt x="320" y="136"/>
                  </a:cubicBezTo>
                  <a:cubicBezTo>
                    <a:pt x="308" y="57"/>
                    <a:pt x="24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79;p72">
              <a:extLst>
                <a:ext uri="{FF2B5EF4-FFF2-40B4-BE49-F238E27FC236}">
                  <a16:creationId xmlns:a16="http://schemas.microsoft.com/office/drawing/2014/main" id="{79580351-31FB-FD75-7AC9-5EAAA2979052}"/>
                </a:ext>
              </a:extLst>
            </p:cNvPr>
            <p:cNvSpPr/>
            <p:nvPr/>
          </p:nvSpPr>
          <p:spPr>
            <a:xfrm>
              <a:off x="4379825" y="1977950"/>
              <a:ext cx="53475" cy="17725"/>
            </a:xfrm>
            <a:custGeom>
              <a:avLst/>
              <a:gdLst/>
              <a:ahLst/>
              <a:cxnLst/>
              <a:rect l="l" t="t" r="r" b="b"/>
              <a:pathLst>
                <a:path w="2139" h="709" extrusionOk="0">
                  <a:moveTo>
                    <a:pt x="166" y="0"/>
                  </a:moveTo>
                  <a:cubicBezTo>
                    <a:pt x="97" y="0"/>
                    <a:pt x="31" y="50"/>
                    <a:pt x="14" y="124"/>
                  </a:cubicBezTo>
                  <a:cubicBezTo>
                    <a:pt x="1" y="204"/>
                    <a:pt x="54" y="290"/>
                    <a:pt x="134" y="303"/>
                  </a:cubicBezTo>
                  <a:lnTo>
                    <a:pt x="1940" y="708"/>
                  </a:lnTo>
                  <a:lnTo>
                    <a:pt x="1973" y="708"/>
                  </a:lnTo>
                  <a:cubicBezTo>
                    <a:pt x="2039" y="708"/>
                    <a:pt x="2105" y="662"/>
                    <a:pt x="2119" y="589"/>
                  </a:cubicBezTo>
                  <a:cubicBezTo>
                    <a:pt x="2139" y="509"/>
                    <a:pt x="2086" y="423"/>
                    <a:pt x="2006" y="409"/>
                  </a:cubicBezTo>
                  <a:lnTo>
                    <a:pt x="200" y="5"/>
                  </a:lnTo>
                  <a:cubicBezTo>
                    <a:pt x="189" y="2"/>
                    <a:pt x="177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0;p72">
              <a:extLst>
                <a:ext uri="{FF2B5EF4-FFF2-40B4-BE49-F238E27FC236}">
                  <a16:creationId xmlns:a16="http://schemas.microsoft.com/office/drawing/2014/main" id="{4DA330CF-E2D3-347A-C922-595EA0F28FDF}"/>
                </a:ext>
              </a:extLst>
            </p:cNvPr>
            <p:cNvSpPr/>
            <p:nvPr/>
          </p:nvSpPr>
          <p:spPr>
            <a:xfrm>
              <a:off x="4503650" y="2065325"/>
              <a:ext cx="130650" cy="29600"/>
            </a:xfrm>
            <a:custGeom>
              <a:avLst/>
              <a:gdLst/>
              <a:ahLst/>
              <a:cxnLst/>
              <a:rect l="l" t="t" r="r" b="b"/>
              <a:pathLst>
                <a:path w="5226" h="1184" extrusionOk="0">
                  <a:moveTo>
                    <a:pt x="5053" y="1"/>
                  </a:moveTo>
                  <a:cubicBezTo>
                    <a:pt x="5021" y="1"/>
                    <a:pt x="4989" y="10"/>
                    <a:pt x="4960" y="28"/>
                  </a:cubicBezTo>
                  <a:cubicBezTo>
                    <a:pt x="4213" y="588"/>
                    <a:pt x="3268" y="876"/>
                    <a:pt x="2324" y="876"/>
                  </a:cubicBezTo>
                  <a:cubicBezTo>
                    <a:pt x="1600" y="876"/>
                    <a:pt x="878" y="706"/>
                    <a:pt x="246" y="360"/>
                  </a:cubicBezTo>
                  <a:cubicBezTo>
                    <a:pt x="223" y="348"/>
                    <a:pt x="198" y="342"/>
                    <a:pt x="174" y="342"/>
                  </a:cubicBezTo>
                  <a:cubicBezTo>
                    <a:pt x="120" y="342"/>
                    <a:pt x="68" y="370"/>
                    <a:pt x="41" y="420"/>
                  </a:cubicBezTo>
                  <a:cubicBezTo>
                    <a:pt x="1" y="493"/>
                    <a:pt x="27" y="593"/>
                    <a:pt x="100" y="632"/>
                  </a:cubicBezTo>
                  <a:cubicBezTo>
                    <a:pt x="777" y="998"/>
                    <a:pt x="1548" y="1183"/>
                    <a:pt x="2324" y="1183"/>
                  </a:cubicBezTo>
                  <a:cubicBezTo>
                    <a:pt x="3334" y="1183"/>
                    <a:pt x="4343" y="878"/>
                    <a:pt x="5146" y="274"/>
                  </a:cubicBezTo>
                  <a:cubicBezTo>
                    <a:pt x="5212" y="227"/>
                    <a:pt x="5226" y="128"/>
                    <a:pt x="5179" y="61"/>
                  </a:cubicBezTo>
                  <a:cubicBezTo>
                    <a:pt x="5147" y="21"/>
                    <a:pt x="5101" y="1"/>
                    <a:pt x="5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1;p72">
              <a:extLst>
                <a:ext uri="{FF2B5EF4-FFF2-40B4-BE49-F238E27FC236}">
                  <a16:creationId xmlns:a16="http://schemas.microsoft.com/office/drawing/2014/main" id="{CB5BE94E-776B-7942-A827-778FB88A4D7B}"/>
                </a:ext>
              </a:extLst>
            </p:cNvPr>
            <p:cNvSpPr/>
            <p:nvPr/>
          </p:nvSpPr>
          <p:spPr>
            <a:xfrm>
              <a:off x="3794600" y="2011900"/>
              <a:ext cx="2183150" cy="2500525"/>
            </a:xfrm>
            <a:custGeom>
              <a:avLst/>
              <a:gdLst/>
              <a:ahLst/>
              <a:cxnLst/>
              <a:rect l="l" t="t" r="r" b="b"/>
              <a:pathLst>
                <a:path w="87326" h="100021" extrusionOk="0">
                  <a:moveTo>
                    <a:pt x="82552" y="1694"/>
                  </a:moveTo>
                  <a:cubicBezTo>
                    <a:pt x="84252" y="1694"/>
                    <a:pt x="85633" y="3075"/>
                    <a:pt x="85633" y="4774"/>
                  </a:cubicBezTo>
                  <a:lnTo>
                    <a:pt x="85633" y="12602"/>
                  </a:lnTo>
                  <a:lnTo>
                    <a:pt x="59846" y="12602"/>
                  </a:lnTo>
                  <a:lnTo>
                    <a:pt x="59846" y="1694"/>
                  </a:lnTo>
                  <a:close/>
                  <a:moveTo>
                    <a:pt x="85633" y="14295"/>
                  </a:moveTo>
                  <a:lnTo>
                    <a:pt x="85633" y="25203"/>
                  </a:lnTo>
                  <a:lnTo>
                    <a:pt x="59846" y="25203"/>
                  </a:lnTo>
                  <a:lnTo>
                    <a:pt x="59846" y="14295"/>
                  </a:lnTo>
                  <a:close/>
                  <a:moveTo>
                    <a:pt x="85633" y="26896"/>
                  </a:moveTo>
                  <a:lnTo>
                    <a:pt x="85633" y="37804"/>
                  </a:lnTo>
                  <a:lnTo>
                    <a:pt x="59846" y="37804"/>
                  </a:lnTo>
                  <a:lnTo>
                    <a:pt x="59846" y="26896"/>
                  </a:lnTo>
                  <a:close/>
                  <a:moveTo>
                    <a:pt x="85633" y="39497"/>
                  </a:moveTo>
                  <a:lnTo>
                    <a:pt x="85633" y="50405"/>
                  </a:lnTo>
                  <a:lnTo>
                    <a:pt x="59846" y="50405"/>
                  </a:lnTo>
                  <a:lnTo>
                    <a:pt x="59846" y="39497"/>
                  </a:lnTo>
                  <a:close/>
                  <a:moveTo>
                    <a:pt x="85633" y="52098"/>
                  </a:moveTo>
                  <a:lnTo>
                    <a:pt x="85633" y="63006"/>
                  </a:lnTo>
                  <a:lnTo>
                    <a:pt x="59846" y="63006"/>
                  </a:lnTo>
                  <a:lnTo>
                    <a:pt x="59846" y="52098"/>
                  </a:lnTo>
                  <a:close/>
                  <a:moveTo>
                    <a:pt x="85633" y="64699"/>
                  </a:moveTo>
                  <a:lnTo>
                    <a:pt x="85633" y="75607"/>
                  </a:lnTo>
                  <a:lnTo>
                    <a:pt x="59846" y="75607"/>
                  </a:lnTo>
                  <a:lnTo>
                    <a:pt x="59846" y="64699"/>
                  </a:lnTo>
                  <a:close/>
                  <a:moveTo>
                    <a:pt x="85633" y="77300"/>
                  </a:moveTo>
                  <a:lnTo>
                    <a:pt x="85633" y="88209"/>
                  </a:lnTo>
                  <a:lnTo>
                    <a:pt x="59846" y="88209"/>
                  </a:lnTo>
                  <a:lnTo>
                    <a:pt x="59846" y="77300"/>
                  </a:lnTo>
                  <a:close/>
                  <a:moveTo>
                    <a:pt x="4343" y="1"/>
                  </a:moveTo>
                  <a:cubicBezTo>
                    <a:pt x="1946" y="1"/>
                    <a:pt x="1" y="1940"/>
                    <a:pt x="1" y="4343"/>
                  </a:cubicBezTo>
                  <a:lnTo>
                    <a:pt x="1" y="99176"/>
                  </a:lnTo>
                  <a:cubicBezTo>
                    <a:pt x="1" y="99639"/>
                    <a:pt x="380" y="100021"/>
                    <a:pt x="844" y="100021"/>
                  </a:cubicBezTo>
                  <a:cubicBezTo>
                    <a:pt x="859" y="100021"/>
                    <a:pt x="875" y="100020"/>
                    <a:pt x="890" y="100020"/>
                  </a:cubicBezTo>
                  <a:cubicBezTo>
                    <a:pt x="1349" y="99993"/>
                    <a:pt x="1694" y="99588"/>
                    <a:pt x="1694" y="99123"/>
                  </a:cubicBezTo>
                  <a:lnTo>
                    <a:pt x="1694" y="4774"/>
                  </a:lnTo>
                  <a:cubicBezTo>
                    <a:pt x="1694" y="3075"/>
                    <a:pt x="3075" y="1694"/>
                    <a:pt x="4774" y="1694"/>
                  </a:cubicBezTo>
                  <a:lnTo>
                    <a:pt x="58153" y="1694"/>
                  </a:lnTo>
                  <a:lnTo>
                    <a:pt x="58153" y="99123"/>
                  </a:lnTo>
                  <a:cubicBezTo>
                    <a:pt x="58153" y="99581"/>
                    <a:pt x="58499" y="99993"/>
                    <a:pt x="58957" y="100020"/>
                  </a:cubicBezTo>
                  <a:cubicBezTo>
                    <a:pt x="58972" y="100020"/>
                    <a:pt x="58988" y="100021"/>
                    <a:pt x="59003" y="100021"/>
                  </a:cubicBezTo>
                  <a:cubicBezTo>
                    <a:pt x="59467" y="100021"/>
                    <a:pt x="59846" y="99639"/>
                    <a:pt x="59846" y="99176"/>
                  </a:cubicBezTo>
                  <a:lnTo>
                    <a:pt x="59846" y="89902"/>
                  </a:lnTo>
                  <a:lnTo>
                    <a:pt x="85633" y="89902"/>
                  </a:lnTo>
                  <a:lnTo>
                    <a:pt x="85633" y="99123"/>
                  </a:lnTo>
                  <a:cubicBezTo>
                    <a:pt x="85633" y="99581"/>
                    <a:pt x="85978" y="99993"/>
                    <a:pt x="86436" y="100020"/>
                  </a:cubicBezTo>
                  <a:cubicBezTo>
                    <a:pt x="86452" y="100020"/>
                    <a:pt x="86467" y="100021"/>
                    <a:pt x="86483" y="100021"/>
                  </a:cubicBezTo>
                  <a:cubicBezTo>
                    <a:pt x="86946" y="100021"/>
                    <a:pt x="87326" y="99639"/>
                    <a:pt x="87326" y="99176"/>
                  </a:cubicBezTo>
                  <a:lnTo>
                    <a:pt x="87326" y="4343"/>
                  </a:lnTo>
                  <a:cubicBezTo>
                    <a:pt x="87326" y="1946"/>
                    <a:pt x="85387" y="1"/>
                    <a:pt x="82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2;p72">
              <a:extLst>
                <a:ext uri="{FF2B5EF4-FFF2-40B4-BE49-F238E27FC236}">
                  <a16:creationId xmlns:a16="http://schemas.microsoft.com/office/drawing/2014/main" id="{5AC41E75-40AC-F5CD-9836-F271E5446FE0}"/>
                </a:ext>
              </a:extLst>
            </p:cNvPr>
            <p:cNvSpPr/>
            <p:nvPr/>
          </p:nvSpPr>
          <p:spPr>
            <a:xfrm>
              <a:off x="4183975" y="1921250"/>
              <a:ext cx="190750" cy="152100"/>
            </a:xfrm>
            <a:custGeom>
              <a:avLst/>
              <a:gdLst/>
              <a:ahLst/>
              <a:cxnLst/>
              <a:rect l="l" t="t" r="r" b="b"/>
              <a:pathLst>
                <a:path w="7630" h="6084" extrusionOk="0">
                  <a:moveTo>
                    <a:pt x="6272" y="0"/>
                  </a:moveTo>
                  <a:cubicBezTo>
                    <a:pt x="5878" y="0"/>
                    <a:pt x="5425" y="302"/>
                    <a:pt x="5259" y="653"/>
                  </a:cubicBezTo>
                  <a:cubicBezTo>
                    <a:pt x="5085" y="375"/>
                    <a:pt x="4760" y="203"/>
                    <a:pt x="4438" y="203"/>
                  </a:cubicBezTo>
                  <a:cubicBezTo>
                    <a:pt x="4391" y="203"/>
                    <a:pt x="4343" y="207"/>
                    <a:pt x="4296" y="214"/>
                  </a:cubicBezTo>
                  <a:cubicBezTo>
                    <a:pt x="3924" y="274"/>
                    <a:pt x="3606" y="526"/>
                    <a:pt x="3526" y="892"/>
                  </a:cubicBezTo>
                  <a:cubicBezTo>
                    <a:pt x="3354" y="625"/>
                    <a:pt x="3040" y="459"/>
                    <a:pt x="2725" y="459"/>
                  </a:cubicBezTo>
                  <a:cubicBezTo>
                    <a:pt x="2686" y="459"/>
                    <a:pt x="2648" y="462"/>
                    <a:pt x="2610" y="467"/>
                  </a:cubicBezTo>
                  <a:cubicBezTo>
                    <a:pt x="2258" y="513"/>
                    <a:pt x="1926" y="712"/>
                    <a:pt x="1820" y="1051"/>
                  </a:cubicBezTo>
                  <a:cubicBezTo>
                    <a:pt x="1601" y="795"/>
                    <a:pt x="1272" y="651"/>
                    <a:pt x="941" y="651"/>
                  </a:cubicBezTo>
                  <a:cubicBezTo>
                    <a:pt x="920" y="651"/>
                    <a:pt x="898" y="651"/>
                    <a:pt x="877" y="653"/>
                  </a:cubicBezTo>
                  <a:cubicBezTo>
                    <a:pt x="525" y="679"/>
                    <a:pt x="187" y="878"/>
                    <a:pt x="1" y="1177"/>
                  </a:cubicBezTo>
                  <a:cubicBezTo>
                    <a:pt x="213" y="2432"/>
                    <a:pt x="426" y="3514"/>
                    <a:pt x="638" y="4769"/>
                  </a:cubicBezTo>
                  <a:cubicBezTo>
                    <a:pt x="1488" y="5532"/>
                    <a:pt x="2643" y="6004"/>
                    <a:pt x="3785" y="6077"/>
                  </a:cubicBezTo>
                  <a:cubicBezTo>
                    <a:pt x="3853" y="6081"/>
                    <a:pt x="3921" y="6084"/>
                    <a:pt x="3989" y="6084"/>
                  </a:cubicBezTo>
                  <a:cubicBezTo>
                    <a:pt x="5086" y="6084"/>
                    <a:pt x="6297" y="5501"/>
                    <a:pt x="7191" y="4888"/>
                  </a:cubicBezTo>
                  <a:cubicBezTo>
                    <a:pt x="7217" y="3514"/>
                    <a:pt x="7629" y="2027"/>
                    <a:pt x="7217" y="712"/>
                  </a:cubicBezTo>
                  <a:cubicBezTo>
                    <a:pt x="7098" y="327"/>
                    <a:pt x="6726" y="28"/>
                    <a:pt x="6321" y="2"/>
                  </a:cubicBezTo>
                  <a:cubicBezTo>
                    <a:pt x="6305" y="1"/>
                    <a:pt x="6289" y="0"/>
                    <a:pt x="627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3;p72">
              <a:extLst>
                <a:ext uri="{FF2B5EF4-FFF2-40B4-BE49-F238E27FC236}">
                  <a16:creationId xmlns:a16="http://schemas.microsoft.com/office/drawing/2014/main" id="{31AF0EF9-A5AC-27B9-B7E4-C133A1EBAD8A}"/>
                </a:ext>
              </a:extLst>
            </p:cNvPr>
            <p:cNvSpPr/>
            <p:nvPr/>
          </p:nvSpPr>
          <p:spPr>
            <a:xfrm>
              <a:off x="4225800" y="1940025"/>
              <a:ext cx="14625" cy="106275"/>
            </a:xfrm>
            <a:custGeom>
              <a:avLst/>
              <a:gdLst/>
              <a:ahLst/>
              <a:cxnLst/>
              <a:rect l="l" t="t" r="r" b="b"/>
              <a:pathLst>
                <a:path w="585" h="4251" extrusionOk="0">
                  <a:moveTo>
                    <a:pt x="160" y="1"/>
                  </a:moveTo>
                  <a:cubicBezTo>
                    <a:pt x="156" y="1"/>
                    <a:pt x="151" y="1"/>
                    <a:pt x="147" y="1"/>
                  </a:cubicBezTo>
                  <a:cubicBezTo>
                    <a:pt x="67" y="8"/>
                    <a:pt x="1" y="81"/>
                    <a:pt x="7" y="160"/>
                  </a:cubicBezTo>
                  <a:lnTo>
                    <a:pt x="273" y="4111"/>
                  </a:lnTo>
                  <a:cubicBezTo>
                    <a:pt x="280" y="4190"/>
                    <a:pt x="346" y="4250"/>
                    <a:pt x="426" y="4250"/>
                  </a:cubicBezTo>
                  <a:lnTo>
                    <a:pt x="439" y="4250"/>
                  </a:lnTo>
                  <a:cubicBezTo>
                    <a:pt x="519" y="4244"/>
                    <a:pt x="585" y="4171"/>
                    <a:pt x="578" y="4091"/>
                  </a:cubicBezTo>
                  <a:lnTo>
                    <a:pt x="313" y="141"/>
                  </a:lnTo>
                  <a:cubicBezTo>
                    <a:pt x="306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4;p72">
              <a:extLst>
                <a:ext uri="{FF2B5EF4-FFF2-40B4-BE49-F238E27FC236}">
                  <a16:creationId xmlns:a16="http://schemas.microsoft.com/office/drawing/2014/main" id="{46B77C71-52EF-4E42-2800-FEF0897D754F}"/>
                </a:ext>
              </a:extLst>
            </p:cNvPr>
            <p:cNvSpPr/>
            <p:nvPr/>
          </p:nvSpPr>
          <p:spPr>
            <a:xfrm>
              <a:off x="4267625" y="1936050"/>
              <a:ext cx="12825" cy="110400"/>
            </a:xfrm>
            <a:custGeom>
              <a:avLst/>
              <a:gdLst/>
              <a:ahLst/>
              <a:cxnLst/>
              <a:rect l="l" t="t" r="r" b="b"/>
              <a:pathLst>
                <a:path w="513" h="4416" extrusionOk="0">
                  <a:moveTo>
                    <a:pt x="165" y="0"/>
                  </a:moveTo>
                  <a:cubicBezTo>
                    <a:pt x="161" y="0"/>
                    <a:pt x="157" y="0"/>
                    <a:pt x="153" y="1"/>
                  </a:cubicBezTo>
                  <a:cubicBezTo>
                    <a:pt x="67" y="1"/>
                    <a:pt x="1" y="74"/>
                    <a:pt x="7" y="160"/>
                  </a:cubicBezTo>
                  <a:lnTo>
                    <a:pt x="200" y="4270"/>
                  </a:lnTo>
                  <a:cubicBezTo>
                    <a:pt x="207" y="4349"/>
                    <a:pt x="273" y="4416"/>
                    <a:pt x="353" y="4416"/>
                  </a:cubicBezTo>
                  <a:lnTo>
                    <a:pt x="366" y="4416"/>
                  </a:lnTo>
                  <a:cubicBezTo>
                    <a:pt x="446" y="4409"/>
                    <a:pt x="512" y="4336"/>
                    <a:pt x="512" y="4250"/>
                  </a:cubicBezTo>
                  <a:lnTo>
                    <a:pt x="313" y="147"/>
                  </a:lnTo>
                  <a:cubicBezTo>
                    <a:pt x="313" y="65"/>
                    <a:pt x="24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5;p72">
              <a:extLst>
                <a:ext uri="{FF2B5EF4-FFF2-40B4-BE49-F238E27FC236}">
                  <a16:creationId xmlns:a16="http://schemas.microsoft.com/office/drawing/2014/main" id="{213EE26C-5A9B-A7CB-C2D2-38F78154817B}"/>
                </a:ext>
              </a:extLst>
            </p:cNvPr>
            <p:cNvSpPr/>
            <p:nvPr/>
          </p:nvSpPr>
          <p:spPr>
            <a:xfrm>
              <a:off x="4310950" y="1927075"/>
              <a:ext cx="12650" cy="88350"/>
            </a:xfrm>
            <a:custGeom>
              <a:avLst/>
              <a:gdLst/>
              <a:ahLst/>
              <a:cxnLst/>
              <a:rect l="l" t="t" r="r" b="b"/>
              <a:pathLst>
                <a:path w="506" h="3534" extrusionOk="0">
                  <a:moveTo>
                    <a:pt x="164" y="1"/>
                  </a:moveTo>
                  <a:cubicBezTo>
                    <a:pt x="161" y="1"/>
                    <a:pt x="157" y="1"/>
                    <a:pt x="153" y="1"/>
                  </a:cubicBezTo>
                  <a:cubicBezTo>
                    <a:pt x="67" y="8"/>
                    <a:pt x="1" y="81"/>
                    <a:pt x="7" y="161"/>
                  </a:cubicBezTo>
                  <a:lnTo>
                    <a:pt x="193" y="3394"/>
                  </a:lnTo>
                  <a:cubicBezTo>
                    <a:pt x="200" y="3474"/>
                    <a:pt x="266" y="3533"/>
                    <a:pt x="346" y="3533"/>
                  </a:cubicBezTo>
                  <a:lnTo>
                    <a:pt x="352" y="3533"/>
                  </a:lnTo>
                  <a:cubicBezTo>
                    <a:pt x="439" y="3533"/>
                    <a:pt x="505" y="3460"/>
                    <a:pt x="499" y="3374"/>
                  </a:cubicBezTo>
                  <a:lnTo>
                    <a:pt x="313" y="147"/>
                  </a:lnTo>
                  <a:cubicBezTo>
                    <a:pt x="306" y="65"/>
                    <a:pt x="24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6;p72">
              <a:extLst>
                <a:ext uri="{FF2B5EF4-FFF2-40B4-BE49-F238E27FC236}">
                  <a16:creationId xmlns:a16="http://schemas.microsoft.com/office/drawing/2014/main" id="{47070A5E-825C-F055-A06A-0D87EC73E25A}"/>
                </a:ext>
              </a:extLst>
            </p:cNvPr>
            <p:cNvSpPr/>
            <p:nvPr/>
          </p:nvSpPr>
          <p:spPr>
            <a:xfrm>
              <a:off x="4195100" y="2038700"/>
              <a:ext cx="98125" cy="26850"/>
            </a:xfrm>
            <a:custGeom>
              <a:avLst/>
              <a:gdLst/>
              <a:ahLst/>
              <a:cxnLst/>
              <a:rect l="l" t="t" r="r" b="b"/>
              <a:pathLst>
                <a:path w="3925" h="1074" extrusionOk="0">
                  <a:moveTo>
                    <a:pt x="174" y="1"/>
                  </a:moveTo>
                  <a:cubicBezTo>
                    <a:pt x="151" y="1"/>
                    <a:pt x="128" y="6"/>
                    <a:pt x="107" y="18"/>
                  </a:cubicBezTo>
                  <a:cubicBezTo>
                    <a:pt x="27" y="58"/>
                    <a:pt x="0" y="150"/>
                    <a:pt x="40" y="230"/>
                  </a:cubicBezTo>
                  <a:cubicBezTo>
                    <a:pt x="200" y="542"/>
                    <a:pt x="538" y="768"/>
                    <a:pt x="890" y="794"/>
                  </a:cubicBezTo>
                  <a:cubicBezTo>
                    <a:pt x="915" y="796"/>
                    <a:pt x="940" y="797"/>
                    <a:pt x="966" y="797"/>
                  </a:cubicBezTo>
                  <a:cubicBezTo>
                    <a:pt x="1207" y="797"/>
                    <a:pt x="1448" y="712"/>
                    <a:pt x="1640" y="555"/>
                  </a:cubicBezTo>
                  <a:cubicBezTo>
                    <a:pt x="1800" y="861"/>
                    <a:pt x="2125" y="1067"/>
                    <a:pt x="2477" y="1073"/>
                  </a:cubicBezTo>
                  <a:lnTo>
                    <a:pt x="2484" y="1073"/>
                  </a:lnTo>
                  <a:cubicBezTo>
                    <a:pt x="2802" y="1073"/>
                    <a:pt x="3108" y="894"/>
                    <a:pt x="3287" y="629"/>
                  </a:cubicBezTo>
                  <a:cubicBezTo>
                    <a:pt x="3413" y="781"/>
                    <a:pt x="3586" y="874"/>
                    <a:pt x="3772" y="874"/>
                  </a:cubicBezTo>
                  <a:cubicBezTo>
                    <a:pt x="3858" y="874"/>
                    <a:pt x="3924" y="808"/>
                    <a:pt x="3924" y="721"/>
                  </a:cubicBezTo>
                  <a:cubicBezTo>
                    <a:pt x="3924" y="635"/>
                    <a:pt x="3858" y="569"/>
                    <a:pt x="3772" y="569"/>
                  </a:cubicBezTo>
                  <a:cubicBezTo>
                    <a:pt x="3586" y="569"/>
                    <a:pt x="3473" y="390"/>
                    <a:pt x="3426" y="237"/>
                  </a:cubicBezTo>
                  <a:cubicBezTo>
                    <a:pt x="3406" y="170"/>
                    <a:pt x="3340" y="124"/>
                    <a:pt x="3274" y="124"/>
                  </a:cubicBezTo>
                  <a:cubicBezTo>
                    <a:pt x="3201" y="124"/>
                    <a:pt x="3141" y="177"/>
                    <a:pt x="3128" y="243"/>
                  </a:cubicBezTo>
                  <a:cubicBezTo>
                    <a:pt x="3061" y="529"/>
                    <a:pt x="2776" y="761"/>
                    <a:pt x="2484" y="761"/>
                  </a:cubicBezTo>
                  <a:lnTo>
                    <a:pt x="2477" y="761"/>
                  </a:lnTo>
                  <a:cubicBezTo>
                    <a:pt x="2185" y="761"/>
                    <a:pt x="1906" y="529"/>
                    <a:pt x="1846" y="243"/>
                  </a:cubicBezTo>
                  <a:cubicBezTo>
                    <a:pt x="1833" y="184"/>
                    <a:pt x="1786" y="137"/>
                    <a:pt x="1727" y="124"/>
                  </a:cubicBezTo>
                  <a:cubicBezTo>
                    <a:pt x="1715" y="121"/>
                    <a:pt x="1703" y="120"/>
                    <a:pt x="1691" y="120"/>
                  </a:cubicBezTo>
                  <a:cubicBezTo>
                    <a:pt x="1644" y="120"/>
                    <a:pt x="1601" y="141"/>
                    <a:pt x="1574" y="184"/>
                  </a:cubicBezTo>
                  <a:cubicBezTo>
                    <a:pt x="1432" y="375"/>
                    <a:pt x="1199" y="491"/>
                    <a:pt x="970" y="491"/>
                  </a:cubicBezTo>
                  <a:cubicBezTo>
                    <a:pt x="952" y="491"/>
                    <a:pt x="934" y="491"/>
                    <a:pt x="917" y="489"/>
                  </a:cubicBezTo>
                  <a:cubicBezTo>
                    <a:pt x="664" y="469"/>
                    <a:pt x="425" y="310"/>
                    <a:pt x="313" y="84"/>
                  </a:cubicBezTo>
                  <a:cubicBezTo>
                    <a:pt x="284" y="32"/>
                    <a:pt x="23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7;p72">
              <a:extLst>
                <a:ext uri="{FF2B5EF4-FFF2-40B4-BE49-F238E27FC236}">
                  <a16:creationId xmlns:a16="http://schemas.microsoft.com/office/drawing/2014/main" id="{9B91FBF1-DB83-2442-6782-2912781E4FDA}"/>
                </a:ext>
              </a:extLst>
            </p:cNvPr>
            <p:cNvSpPr/>
            <p:nvPr/>
          </p:nvSpPr>
          <p:spPr>
            <a:xfrm>
              <a:off x="4182975" y="1978025"/>
              <a:ext cx="17300" cy="38725"/>
            </a:xfrm>
            <a:custGeom>
              <a:avLst/>
              <a:gdLst/>
              <a:ahLst/>
              <a:cxnLst/>
              <a:rect l="l" t="t" r="r" b="b"/>
              <a:pathLst>
                <a:path w="692" h="1549" extrusionOk="0">
                  <a:moveTo>
                    <a:pt x="179" y="1"/>
                  </a:moveTo>
                  <a:cubicBezTo>
                    <a:pt x="164" y="1"/>
                    <a:pt x="149" y="3"/>
                    <a:pt x="134" y="8"/>
                  </a:cubicBezTo>
                  <a:cubicBezTo>
                    <a:pt x="47" y="28"/>
                    <a:pt x="1" y="114"/>
                    <a:pt x="27" y="194"/>
                  </a:cubicBezTo>
                  <a:lnTo>
                    <a:pt x="373" y="1436"/>
                  </a:lnTo>
                  <a:cubicBezTo>
                    <a:pt x="393" y="1502"/>
                    <a:pt x="459" y="1548"/>
                    <a:pt x="525" y="1548"/>
                  </a:cubicBezTo>
                  <a:cubicBezTo>
                    <a:pt x="539" y="1548"/>
                    <a:pt x="552" y="1542"/>
                    <a:pt x="565" y="1542"/>
                  </a:cubicBezTo>
                  <a:cubicBezTo>
                    <a:pt x="645" y="1515"/>
                    <a:pt x="691" y="1429"/>
                    <a:pt x="671" y="1349"/>
                  </a:cubicBezTo>
                  <a:lnTo>
                    <a:pt x="319" y="114"/>
                  </a:lnTo>
                  <a:cubicBezTo>
                    <a:pt x="303" y="44"/>
                    <a:pt x="24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8;p72">
              <a:extLst>
                <a:ext uri="{FF2B5EF4-FFF2-40B4-BE49-F238E27FC236}">
                  <a16:creationId xmlns:a16="http://schemas.microsoft.com/office/drawing/2014/main" id="{7043EDE6-FB59-BFC7-D5FD-D6C34355810C}"/>
                </a:ext>
              </a:extLst>
            </p:cNvPr>
            <p:cNvSpPr/>
            <p:nvPr/>
          </p:nvSpPr>
          <p:spPr>
            <a:xfrm>
              <a:off x="4363225" y="1950175"/>
              <a:ext cx="8500" cy="40175"/>
            </a:xfrm>
            <a:custGeom>
              <a:avLst/>
              <a:gdLst/>
              <a:ahLst/>
              <a:cxnLst/>
              <a:rect l="l" t="t" r="r" b="b"/>
              <a:pathLst>
                <a:path w="340" h="1607" extrusionOk="0">
                  <a:moveTo>
                    <a:pt x="187" y="0"/>
                  </a:moveTo>
                  <a:cubicBezTo>
                    <a:pt x="101" y="0"/>
                    <a:pt x="28" y="67"/>
                    <a:pt x="28" y="153"/>
                  </a:cubicBezTo>
                  <a:lnTo>
                    <a:pt x="8" y="1454"/>
                  </a:lnTo>
                  <a:cubicBezTo>
                    <a:pt x="1" y="1534"/>
                    <a:pt x="74" y="1607"/>
                    <a:pt x="154" y="1607"/>
                  </a:cubicBezTo>
                  <a:lnTo>
                    <a:pt x="160" y="1607"/>
                  </a:lnTo>
                  <a:cubicBezTo>
                    <a:pt x="240" y="1607"/>
                    <a:pt x="313" y="1540"/>
                    <a:pt x="313" y="1454"/>
                  </a:cubicBezTo>
                  <a:lnTo>
                    <a:pt x="333" y="159"/>
                  </a:lnTo>
                  <a:cubicBezTo>
                    <a:pt x="340" y="73"/>
                    <a:pt x="267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9;p72">
              <a:extLst>
                <a:ext uri="{FF2B5EF4-FFF2-40B4-BE49-F238E27FC236}">
                  <a16:creationId xmlns:a16="http://schemas.microsoft.com/office/drawing/2014/main" id="{4C302473-8F18-FDF3-7B52-2759252F47E0}"/>
                </a:ext>
              </a:extLst>
            </p:cNvPr>
            <p:cNvSpPr/>
            <p:nvPr/>
          </p:nvSpPr>
          <p:spPr>
            <a:xfrm>
              <a:off x="4248700" y="1988500"/>
              <a:ext cx="164525" cy="152775"/>
            </a:xfrm>
            <a:custGeom>
              <a:avLst/>
              <a:gdLst/>
              <a:ahLst/>
              <a:cxnLst/>
              <a:rect l="l" t="t" r="r" b="b"/>
              <a:pathLst>
                <a:path w="6581" h="6111" extrusionOk="0">
                  <a:moveTo>
                    <a:pt x="4655" y="1"/>
                  </a:moveTo>
                  <a:cubicBezTo>
                    <a:pt x="4137" y="300"/>
                    <a:pt x="3433" y="651"/>
                    <a:pt x="2909" y="950"/>
                  </a:cubicBezTo>
                  <a:cubicBezTo>
                    <a:pt x="1926" y="2656"/>
                    <a:pt x="990" y="4276"/>
                    <a:pt x="1" y="5983"/>
                  </a:cubicBezTo>
                  <a:cubicBezTo>
                    <a:pt x="609" y="6048"/>
                    <a:pt x="1223" y="6110"/>
                    <a:pt x="1835" y="6110"/>
                  </a:cubicBezTo>
                  <a:cubicBezTo>
                    <a:pt x="2158" y="6110"/>
                    <a:pt x="2481" y="6093"/>
                    <a:pt x="2803" y="6049"/>
                  </a:cubicBezTo>
                  <a:cubicBezTo>
                    <a:pt x="3726" y="5923"/>
                    <a:pt x="4648" y="5558"/>
                    <a:pt x="5279" y="4861"/>
                  </a:cubicBezTo>
                  <a:cubicBezTo>
                    <a:pt x="6235" y="3792"/>
                    <a:pt x="6560" y="2251"/>
                    <a:pt x="6580" y="817"/>
                  </a:cubicBezTo>
                  <a:cubicBezTo>
                    <a:pt x="5943" y="545"/>
                    <a:pt x="5299" y="273"/>
                    <a:pt x="465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0;p72">
              <a:extLst>
                <a:ext uri="{FF2B5EF4-FFF2-40B4-BE49-F238E27FC236}">
                  <a16:creationId xmlns:a16="http://schemas.microsoft.com/office/drawing/2014/main" id="{EEA5E6A1-5234-D6C4-0AF0-CF6676C9B337}"/>
                </a:ext>
              </a:extLst>
            </p:cNvPr>
            <p:cNvSpPr/>
            <p:nvPr/>
          </p:nvSpPr>
          <p:spPr>
            <a:xfrm>
              <a:off x="4252025" y="1982675"/>
              <a:ext cx="168325" cy="118050"/>
            </a:xfrm>
            <a:custGeom>
              <a:avLst/>
              <a:gdLst/>
              <a:ahLst/>
              <a:cxnLst/>
              <a:rect l="l" t="t" r="r" b="b"/>
              <a:pathLst>
                <a:path w="6733" h="4722" extrusionOk="0">
                  <a:moveTo>
                    <a:pt x="4610" y="0"/>
                  </a:moveTo>
                  <a:cubicBezTo>
                    <a:pt x="4585" y="0"/>
                    <a:pt x="4560" y="7"/>
                    <a:pt x="4535" y="21"/>
                  </a:cubicBezTo>
                  <a:cubicBezTo>
                    <a:pt x="4223" y="181"/>
                    <a:pt x="3865" y="360"/>
                    <a:pt x="3513" y="526"/>
                  </a:cubicBezTo>
                  <a:cubicBezTo>
                    <a:pt x="3168" y="699"/>
                    <a:pt x="2802" y="878"/>
                    <a:pt x="2490" y="1044"/>
                  </a:cubicBezTo>
                  <a:cubicBezTo>
                    <a:pt x="2464" y="1057"/>
                    <a:pt x="2444" y="1077"/>
                    <a:pt x="2424" y="1097"/>
                  </a:cubicBezTo>
                  <a:cubicBezTo>
                    <a:pt x="2351" y="1223"/>
                    <a:pt x="2331" y="1376"/>
                    <a:pt x="2371" y="1528"/>
                  </a:cubicBezTo>
                  <a:cubicBezTo>
                    <a:pt x="2411" y="1688"/>
                    <a:pt x="2510" y="1821"/>
                    <a:pt x="2650" y="1894"/>
                  </a:cubicBezTo>
                  <a:cubicBezTo>
                    <a:pt x="2829" y="2000"/>
                    <a:pt x="3035" y="2020"/>
                    <a:pt x="3221" y="2033"/>
                  </a:cubicBezTo>
                  <a:cubicBezTo>
                    <a:pt x="1893" y="2345"/>
                    <a:pt x="651" y="3281"/>
                    <a:pt x="41" y="4496"/>
                  </a:cubicBezTo>
                  <a:cubicBezTo>
                    <a:pt x="1" y="4576"/>
                    <a:pt x="34" y="4669"/>
                    <a:pt x="107" y="4709"/>
                  </a:cubicBezTo>
                  <a:cubicBezTo>
                    <a:pt x="133" y="4715"/>
                    <a:pt x="153" y="4722"/>
                    <a:pt x="180" y="4722"/>
                  </a:cubicBezTo>
                  <a:cubicBezTo>
                    <a:pt x="233" y="4722"/>
                    <a:pt x="286" y="4689"/>
                    <a:pt x="313" y="4636"/>
                  </a:cubicBezTo>
                  <a:cubicBezTo>
                    <a:pt x="997" y="3274"/>
                    <a:pt x="2524" y="2285"/>
                    <a:pt x="4031" y="2232"/>
                  </a:cubicBezTo>
                  <a:cubicBezTo>
                    <a:pt x="4090" y="2232"/>
                    <a:pt x="4150" y="2192"/>
                    <a:pt x="4170" y="2133"/>
                  </a:cubicBezTo>
                  <a:cubicBezTo>
                    <a:pt x="4190" y="2073"/>
                    <a:pt x="4177" y="2006"/>
                    <a:pt x="4124" y="1967"/>
                  </a:cubicBezTo>
                  <a:cubicBezTo>
                    <a:pt x="3924" y="1787"/>
                    <a:pt x="3652" y="1747"/>
                    <a:pt x="3393" y="1734"/>
                  </a:cubicBezTo>
                  <a:lnTo>
                    <a:pt x="3340" y="1734"/>
                  </a:lnTo>
                  <a:cubicBezTo>
                    <a:pt x="3141" y="1721"/>
                    <a:pt x="2949" y="1714"/>
                    <a:pt x="2802" y="1628"/>
                  </a:cubicBezTo>
                  <a:cubicBezTo>
                    <a:pt x="2736" y="1595"/>
                    <a:pt x="2690" y="1528"/>
                    <a:pt x="2670" y="1449"/>
                  </a:cubicBezTo>
                  <a:cubicBezTo>
                    <a:pt x="2656" y="1396"/>
                    <a:pt x="2656" y="1336"/>
                    <a:pt x="2676" y="1289"/>
                  </a:cubicBezTo>
                  <a:cubicBezTo>
                    <a:pt x="2975" y="1137"/>
                    <a:pt x="3320" y="964"/>
                    <a:pt x="3652" y="805"/>
                  </a:cubicBezTo>
                  <a:cubicBezTo>
                    <a:pt x="3978" y="645"/>
                    <a:pt x="4310" y="479"/>
                    <a:pt x="4608" y="327"/>
                  </a:cubicBezTo>
                  <a:lnTo>
                    <a:pt x="6494" y="1210"/>
                  </a:lnTo>
                  <a:cubicBezTo>
                    <a:pt x="6517" y="1221"/>
                    <a:pt x="6540" y="1227"/>
                    <a:pt x="6563" y="1227"/>
                  </a:cubicBezTo>
                  <a:cubicBezTo>
                    <a:pt x="6619" y="1227"/>
                    <a:pt x="6671" y="1193"/>
                    <a:pt x="6700" y="1137"/>
                  </a:cubicBezTo>
                  <a:cubicBezTo>
                    <a:pt x="6733" y="1064"/>
                    <a:pt x="6700" y="971"/>
                    <a:pt x="6627" y="931"/>
                  </a:cubicBezTo>
                  <a:lnTo>
                    <a:pt x="4675" y="15"/>
                  </a:lnTo>
                  <a:cubicBezTo>
                    <a:pt x="4653" y="5"/>
                    <a:pt x="4632" y="0"/>
                    <a:pt x="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1;p72">
              <a:extLst>
                <a:ext uri="{FF2B5EF4-FFF2-40B4-BE49-F238E27FC236}">
                  <a16:creationId xmlns:a16="http://schemas.microsoft.com/office/drawing/2014/main" id="{B759E9A6-0CB0-0F2C-A19D-84BEFE3D85C1}"/>
                </a:ext>
              </a:extLst>
            </p:cNvPr>
            <p:cNvSpPr/>
            <p:nvPr/>
          </p:nvSpPr>
          <p:spPr>
            <a:xfrm>
              <a:off x="4772550" y="1933325"/>
              <a:ext cx="187400" cy="128975"/>
            </a:xfrm>
            <a:custGeom>
              <a:avLst/>
              <a:gdLst/>
              <a:ahLst/>
              <a:cxnLst/>
              <a:rect l="l" t="t" r="r" b="b"/>
              <a:pathLst>
                <a:path w="7496" h="5159" extrusionOk="0">
                  <a:moveTo>
                    <a:pt x="1361" y="1"/>
                  </a:moveTo>
                  <a:cubicBezTo>
                    <a:pt x="1337" y="1"/>
                    <a:pt x="1312" y="2"/>
                    <a:pt x="1288" y="4"/>
                  </a:cubicBezTo>
                  <a:cubicBezTo>
                    <a:pt x="943" y="30"/>
                    <a:pt x="452" y="77"/>
                    <a:pt x="418" y="422"/>
                  </a:cubicBezTo>
                  <a:cubicBezTo>
                    <a:pt x="279" y="1796"/>
                    <a:pt x="140" y="3177"/>
                    <a:pt x="0" y="4551"/>
                  </a:cubicBezTo>
                  <a:cubicBezTo>
                    <a:pt x="951" y="4961"/>
                    <a:pt x="2015" y="5158"/>
                    <a:pt x="3086" y="5158"/>
                  </a:cubicBezTo>
                  <a:cubicBezTo>
                    <a:pt x="4428" y="5158"/>
                    <a:pt x="5782" y="4847"/>
                    <a:pt x="6938" y="4253"/>
                  </a:cubicBezTo>
                  <a:cubicBezTo>
                    <a:pt x="7111" y="3077"/>
                    <a:pt x="7323" y="2022"/>
                    <a:pt x="7496" y="847"/>
                  </a:cubicBezTo>
                  <a:cubicBezTo>
                    <a:pt x="7363" y="541"/>
                    <a:pt x="7071" y="309"/>
                    <a:pt x="6746" y="256"/>
                  </a:cubicBezTo>
                  <a:cubicBezTo>
                    <a:pt x="6710" y="249"/>
                    <a:pt x="6673" y="246"/>
                    <a:pt x="6633" y="246"/>
                  </a:cubicBezTo>
                  <a:cubicBezTo>
                    <a:pt x="6302" y="246"/>
                    <a:pt x="5832" y="454"/>
                    <a:pt x="5630" y="667"/>
                  </a:cubicBezTo>
                  <a:cubicBezTo>
                    <a:pt x="5511" y="362"/>
                    <a:pt x="5205" y="130"/>
                    <a:pt x="4873" y="103"/>
                  </a:cubicBezTo>
                  <a:cubicBezTo>
                    <a:pt x="4852" y="101"/>
                    <a:pt x="4830" y="101"/>
                    <a:pt x="4807" y="101"/>
                  </a:cubicBezTo>
                  <a:cubicBezTo>
                    <a:pt x="4489" y="101"/>
                    <a:pt x="4125" y="275"/>
                    <a:pt x="3970" y="548"/>
                  </a:cubicBezTo>
                  <a:cubicBezTo>
                    <a:pt x="3784" y="236"/>
                    <a:pt x="3433" y="23"/>
                    <a:pt x="3067" y="17"/>
                  </a:cubicBezTo>
                  <a:cubicBezTo>
                    <a:pt x="3049" y="16"/>
                    <a:pt x="3030" y="16"/>
                    <a:pt x="3012" y="16"/>
                  </a:cubicBezTo>
                  <a:cubicBezTo>
                    <a:pt x="2676" y="16"/>
                    <a:pt x="2380" y="132"/>
                    <a:pt x="2191" y="415"/>
                  </a:cubicBezTo>
                  <a:cubicBezTo>
                    <a:pt x="2000" y="162"/>
                    <a:pt x="1682" y="1"/>
                    <a:pt x="136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2;p72">
              <a:extLst>
                <a:ext uri="{FF2B5EF4-FFF2-40B4-BE49-F238E27FC236}">
                  <a16:creationId xmlns:a16="http://schemas.microsoft.com/office/drawing/2014/main" id="{E70A36CC-07FE-E3D4-7627-1C1457ADDFB9}"/>
                </a:ext>
              </a:extLst>
            </p:cNvPr>
            <p:cNvSpPr/>
            <p:nvPr/>
          </p:nvSpPr>
          <p:spPr>
            <a:xfrm>
              <a:off x="4735200" y="1975725"/>
              <a:ext cx="147575" cy="148925"/>
            </a:xfrm>
            <a:custGeom>
              <a:avLst/>
              <a:gdLst/>
              <a:ahLst/>
              <a:cxnLst/>
              <a:rect l="l" t="t" r="r" b="b"/>
              <a:pathLst>
                <a:path w="5903" h="5957" extrusionOk="0">
                  <a:moveTo>
                    <a:pt x="2105" y="1"/>
                  </a:moveTo>
                  <a:cubicBezTo>
                    <a:pt x="1434" y="352"/>
                    <a:pt x="764" y="704"/>
                    <a:pt x="87" y="1063"/>
                  </a:cubicBezTo>
                  <a:cubicBezTo>
                    <a:pt x="67" y="2165"/>
                    <a:pt x="0" y="3320"/>
                    <a:pt x="525" y="4289"/>
                  </a:cubicBezTo>
                  <a:cubicBezTo>
                    <a:pt x="1056" y="5272"/>
                    <a:pt x="2138" y="5929"/>
                    <a:pt x="3260" y="5956"/>
                  </a:cubicBezTo>
                  <a:cubicBezTo>
                    <a:pt x="3269" y="5956"/>
                    <a:pt x="3277" y="5956"/>
                    <a:pt x="3286" y="5956"/>
                  </a:cubicBezTo>
                  <a:cubicBezTo>
                    <a:pt x="3982" y="5956"/>
                    <a:pt x="4713" y="5425"/>
                    <a:pt x="5179" y="4907"/>
                  </a:cubicBezTo>
                  <a:cubicBezTo>
                    <a:pt x="5650" y="4382"/>
                    <a:pt x="5903" y="3665"/>
                    <a:pt x="5856" y="2962"/>
                  </a:cubicBezTo>
                  <a:cubicBezTo>
                    <a:pt x="5823" y="2444"/>
                    <a:pt x="5630" y="1926"/>
                    <a:pt x="5265" y="1561"/>
                  </a:cubicBezTo>
                  <a:cubicBezTo>
                    <a:pt x="4941" y="1224"/>
                    <a:pt x="4105" y="844"/>
                    <a:pt x="3570" y="844"/>
                  </a:cubicBezTo>
                  <a:cubicBezTo>
                    <a:pt x="3514" y="844"/>
                    <a:pt x="3461" y="848"/>
                    <a:pt x="3413" y="857"/>
                  </a:cubicBezTo>
                  <a:cubicBezTo>
                    <a:pt x="2975" y="572"/>
                    <a:pt x="2543" y="286"/>
                    <a:pt x="210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3;p72">
              <a:extLst>
                <a:ext uri="{FF2B5EF4-FFF2-40B4-BE49-F238E27FC236}">
                  <a16:creationId xmlns:a16="http://schemas.microsoft.com/office/drawing/2014/main" id="{4AF01BEB-43ED-2540-7E92-60E5343F1DC0}"/>
                </a:ext>
              </a:extLst>
            </p:cNvPr>
            <p:cNvSpPr/>
            <p:nvPr/>
          </p:nvSpPr>
          <p:spPr>
            <a:xfrm>
              <a:off x="4771375" y="1972900"/>
              <a:ext cx="96800" cy="99275"/>
            </a:xfrm>
            <a:custGeom>
              <a:avLst/>
              <a:gdLst/>
              <a:ahLst/>
              <a:cxnLst/>
              <a:rect l="l" t="t" r="r" b="b"/>
              <a:pathLst>
                <a:path w="3872" h="3971" extrusionOk="0">
                  <a:moveTo>
                    <a:pt x="774" y="1"/>
                  </a:moveTo>
                  <a:cubicBezTo>
                    <a:pt x="758" y="1"/>
                    <a:pt x="741" y="3"/>
                    <a:pt x="724" y="7"/>
                  </a:cubicBezTo>
                  <a:lnTo>
                    <a:pt x="127" y="207"/>
                  </a:lnTo>
                  <a:cubicBezTo>
                    <a:pt x="47" y="233"/>
                    <a:pt x="1" y="326"/>
                    <a:pt x="27" y="406"/>
                  </a:cubicBezTo>
                  <a:cubicBezTo>
                    <a:pt x="48" y="469"/>
                    <a:pt x="111" y="507"/>
                    <a:pt x="176" y="507"/>
                  </a:cubicBezTo>
                  <a:cubicBezTo>
                    <a:pt x="193" y="507"/>
                    <a:pt x="210" y="504"/>
                    <a:pt x="226" y="499"/>
                  </a:cubicBezTo>
                  <a:lnTo>
                    <a:pt x="744" y="326"/>
                  </a:lnTo>
                  <a:cubicBezTo>
                    <a:pt x="930" y="472"/>
                    <a:pt x="1103" y="618"/>
                    <a:pt x="1282" y="764"/>
                  </a:cubicBezTo>
                  <a:cubicBezTo>
                    <a:pt x="1448" y="890"/>
                    <a:pt x="1607" y="1023"/>
                    <a:pt x="1773" y="1156"/>
                  </a:cubicBezTo>
                  <a:cubicBezTo>
                    <a:pt x="1643" y="1355"/>
                    <a:pt x="1400" y="1486"/>
                    <a:pt x="1162" y="1486"/>
                  </a:cubicBezTo>
                  <a:cubicBezTo>
                    <a:pt x="1122" y="1486"/>
                    <a:pt x="1082" y="1482"/>
                    <a:pt x="1043" y="1475"/>
                  </a:cubicBezTo>
                  <a:cubicBezTo>
                    <a:pt x="1032" y="1471"/>
                    <a:pt x="1020" y="1470"/>
                    <a:pt x="1009" y="1470"/>
                  </a:cubicBezTo>
                  <a:cubicBezTo>
                    <a:pt x="948" y="1470"/>
                    <a:pt x="893" y="1513"/>
                    <a:pt x="870" y="1574"/>
                  </a:cubicBezTo>
                  <a:cubicBezTo>
                    <a:pt x="831" y="1674"/>
                    <a:pt x="777" y="1767"/>
                    <a:pt x="718" y="1866"/>
                  </a:cubicBezTo>
                  <a:cubicBezTo>
                    <a:pt x="658" y="1979"/>
                    <a:pt x="592" y="2092"/>
                    <a:pt x="552" y="2218"/>
                  </a:cubicBezTo>
                  <a:cubicBezTo>
                    <a:pt x="532" y="2271"/>
                    <a:pt x="545" y="2331"/>
                    <a:pt x="585" y="2371"/>
                  </a:cubicBezTo>
                  <a:cubicBezTo>
                    <a:pt x="615" y="2406"/>
                    <a:pt x="657" y="2422"/>
                    <a:pt x="698" y="2422"/>
                  </a:cubicBezTo>
                  <a:cubicBezTo>
                    <a:pt x="711" y="2422"/>
                    <a:pt x="725" y="2421"/>
                    <a:pt x="738" y="2417"/>
                  </a:cubicBezTo>
                  <a:cubicBezTo>
                    <a:pt x="900" y="2372"/>
                    <a:pt x="1066" y="2349"/>
                    <a:pt x="1237" y="2349"/>
                  </a:cubicBezTo>
                  <a:cubicBezTo>
                    <a:pt x="1590" y="2349"/>
                    <a:pt x="1964" y="2446"/>
                    <a:pt x="2371" y="2643"/>
                  </a:cubicBezTo>
                  <a:cubicBezTo>
                    <a:pt x="2895" y="2889"/>
                    <a:pt x="3327" y="3340"/>
                    <a:pt x="3553" y="3878"/>
                  </a:cubicBezTo>
                  <a:cubicBezTo>
                    <a:pt x="3579" y="3938"/>
                    <a:pt x="3639" y="3971"/>
                    <a:pt x="3699" y="3971"/>
                  </a:cubicBezTo>
                  <a:cubicBezTo>
                    <a:pt x="3719" y="3971"/>
                    <a:pt x="3739" y="3971"/>
                    <a:pt x="3758" y="3958"/>
                  </a:cubicBezTo>
                  <a:cubicBezTo>
                    <a:pt x="3831" y="3924"/>
                    <a:pt x="3871" y="3838"/>
                    <a:pt x="3838" y="3758"/>
                  </a:cubicBezTo>
                  <a:cubicBezTo>
                    <a:pt x="3579" y="3154"/>
                    <a:pt x="3095" y="2643"/>
                    <a:pt x="2504" y="2364"/>
                  </a:cubicBezTo>
                  <a:cubicBezTo>
                    <a:pt x="2056" y="2148"/>
                    <a:pt x="1638" y="2042"/>
                    <a:pt x="1241" y="2042"/>
                  </a:cubicBezTo>
                  <a:cubicBezTo>
                    <a:pt x="1149" y="2042"/>
                    <a:pt x="1059" y="2048"/>
                    <a:pt x="970" y="2059"/>
                  </a:cubicBezTo>
                  <a:lnTo>
                    <a:pt x="990" y="2019"/>
                  </a:lnTo>
                  <a:cubicBezTo>
                    <a:pt x="1030" y="1946"/>
                    <a:pt x="1076" y="1873"/>
                    <a:pt x="1109" y="1793"/>
                  </a:cubicBezTo>
                  <a:cubicBezTo>
                    <a:pt x="1125" y="1794"/>
                    <a:pt x="1141" y="1794"/>
                    <a:pt x="1157" y="1794"/>
                  </a:cubicBezTo>
                  <a:cubicBezTo>
                    <a:pt x="1558" y="1794"/>
                    <a:pt x="1946" y="1553"/>
                    <a:pt x="2112" y="1176"/>
                  </a:cubicBezTo>
                  <a:cubicBezTo>
                    <a:pt x="2139" y="1109"/>
                    <a:pt x="2119" y="1036"/>
                    <a:pt x="2065" y="990"/>
                  </a:cubicBezTo>
                  <a:cubicBezTo>
                    <a:pt x="1866" y="831"/>
                    <a:pt x="1674" y="678"/>
                    <a:pt x="1475" y="519"/>
                  </a:cubicBezTo>
                  <a:cubicBezTo>
                    <a:pt x="1275" y="359"/>
                    <a:pt x="1076" y="200"/>
                    <a:pt x="870" y="34"/>
                  </a:cubicBezTo>
                  <a:cubicBezTo>
                    <a:pt x="843" y="11"/>
                    <a:pt x="81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4;p72">
              <a:extLst>
                <a:ext uri="{FF2B5EF4-FFF2-40B4-BE49-F238E27FC236}">
                  <a16:creationId xmlns:a16="http://schemas.microsoft.com/office/drawing/2014/main" id="{B890FD82-8200-7A8A-3BC9-18D9E811F09B}"/>
                </a:ext>
              </a:extLst>
            </p:cNvPr>
            <p:cNvSpPr/>
            <p:nvPr/>
          </p:nvSpPr>
          <p:spPr>
            <a:xfrm>
              <a:off x="4812550" y="1936000"/>
              <a:ext cx="19100" cy="95525"/>
            </a:xfrm>
            <a:custGeom>
              <a:avLst/>
              <a:gdLst/>
              <a:ahLst/>
              <a:cxnLst/>
              <a:rect l="l" t="t" r="r" b="b"/>
              <a:pathLst>
                <a:path w="764" h="3821" extrusionOk="0">
                  <a:moveTo>
                    <a:pt x="594" y="1"/>
                  </a:moveTo>
                  <a:cubicBezTo>
                    <a:pt x="518" y="1"/>
                    <a:pt x="457" y="57"/>
                    <a:pt x="445" y="136"/>
                  </a:cubicBezTo>
                  <a:lnTo>
                    <a:pt x="13" y="3648"/>
                  </a:lnTo>
                  <a:cubicBezTo>
                    <a:pt x="0" y="3734"/>
                    <a:pt x="60" y="3814"/>
                    <a:pt x="146" y="3820"/>
                  </a:cubicBezTo>
                  <a:lnTo>
                    <a:pt x="166" y="3820"/>
                  </a:lnTo>
                  <a:cubicBezTo>
                    <a:pt x="246" y="3820"/>
                    <a:pt x="312" y="3767"/>
                    <a:pt x="319" y="3688"/>
                  </a:cubicBezTo>
                  <a:lnTo>
                    <a:pt x="750" y="175"/>
                  </a:lnTo>
                  <a:cubicBezTo>
                    <a:pt x="764" y="89"/>
                    <a:pt x="704" y="9"/>
                    <a:pt x="618" y="3"/>
                  </a:cubicBezTo>
                  <a:cubicBezTo>
                    <a:pt x="610" y="2"/>
                    <a:pt x="602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195;p72">
              <a:extLst>
                <a:ext uri="{FF2B5EF4-FFF2-40B4-BE49-F238E27FC236}">
                  <a16:creationId xmlns:a16="http://schemas.microsoft.com/office/drawing/2014/main" id="{B167066E-8724-951F-52AD-707B95AD347E}"/>
                </a:ext>
              </a:extLst>
            </p:cNvPr>
            <p:cNvSpPr/>
            <p:nvPr/>
          </p:nvSpPr>
          <p:spPr>
            <a:xfrm>
              <a:off x="4852050" y="1937875"/>
              <a:ext cx="23750" cy="119375"/>
            </a:xfrm>
            <a:custGeom>
              <a:avLst/>
              <a:gdLst/>
              <a:ahLst/>
              <a:cxnLst/>
              <a:rect l="l" t="t" r="r" b="b"/>
              <a:pathLst>
                <a:path w="950" h="4775" extrusionOk="0">
                  <a:moveTo>
                    <a:pt x="790" y="0"/>
                  </a:moveTo>
                  <a:cubicBezTo>
                    <a:pt x="715" y="0"/>
                    <a:pt x="644" y="52"/>
                    <a:pt x="631" y="134"/>
                  </a:cubicBezTo>
                  <a:lnTo>
                    <a:pt x="14" y="4602"/>
                  </a:lnTo>
                  <a:cubicBezTo>
                    <a:pt x="0" y="4688"/>
                    <a:pt x="60" y="4768"/>
                    <a:pt x="146" y="4774"/>
                  </a:cubicBezTo>
                  <a:lnTo>
                    <a:pt x="166" y="4774"/>
                  </a:lnTo>
                  <a:cubicBezTo>
                    <a:pt x="246" y="4774"/>
                    <a:pt x="312" y="4721"/>
                    <a:pt x="319" y="4642"/>
                  </a:cubicBezTo>
                  <a:lnTo>
                    <a:pt x="936" y="173"/>
                  </a:lnTo>
                  <a:cubicBezTo>
                    <a:pt x="950" y="94"/>
                    <a:pt x="890" y="14"/>
                    <a:pt x="804" y="1"/>
                  </a:cubicBezTo>
                  <a:cubicBezTo>
                    <a:pt x="799" y="0"/>
                    <a:pt x="795" y="0"/>
                    <a:pt x="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196;p72">
              <a:extLst>
                <a:ext uri="{FF2B5EF4-FFF2-40B4-BE49-F238E27FC236}">
                  <a16:creationId xmlns:a16="http://schemas.microsoft.com/office/drawing/2014/main" id="{049645F6-DA1F-764C-C251-C6169E3ECD4D}"/>
                </a:ext>
              </a:extLst>
            </p:cNvPr>
            <p:cNvSpPr/>
            <p:nvPr/>
          </p:nvSpPr>
          <p:spPr>
            <a:xfrm>
              <a:off x="4853200" y="1941975"/>
              <a:ext cx="65250" cy="125400"/>
            </a:xfrm>
            <a:custGeom>
              <a:avLst/>
              <a:gdLst/>
              <a:ahLst/>
              <a:cxnLst/>
              <a:rect l="l" t="t" r="r" b="b"/>
              <a:pathLst>
                <a:path w="2610" h="5016" extrusionOk="0">
                  <a:moveTo>
                    <a:pt x="2447" y="1"/>
                  </a:moveTo>
                  <a:cubicBezTo>
                    <a:pt x="2370" y="1"/>
                    <a:pt x="2303" y="57"/>
                    <a:pt x="2291" y="136"/>
                  </a:cubicBezTo>
                  <a:lnTo>
                    <a:pt x="1654" y="4278"/>
                  </a:lnTo>
                  <a:cubicBezTo>
                    <a:pt x="1607" y="4557"/>
                    <a:pt x="1309" y="4697"/>
                    <a:pt x="1043" y="4703"/>
                  </a:cubicBezTo>
                  <a:cubicBezTo>
                    <a:pt x="1033" y="4704"/>
                    <a:pt x="1022" y="4704"/>
                    <a:pt x="1012" y="4704"/>
                  </a:cubicBezTo>
                  <a:cubicBezTo>
                    <a:pt x="730" y="4704"/>
                    <a:pt x="454" y="4535"/>
                    <a:pt x="313" y="4285"/>
                  </a:cubicBezTo>
                  <a:cubicBezTo>
                    <a:pt x="286" y="4235"/>
                    <a:pt x="233" y="4207"/>
                    <a:pt x="180" y="4207"/>
                  </a:cubicBezTo>
                  <a:cubicBezTo>
                    <a:pt x="155" y="4207"/>
                    <a:pt x="130" y="4213"/>
                    <a:pt x="107" y="4225"/>
                  </a:cubicBezTo>
                  <a:cubicBezTo>
                    <a:pt x="34" y="4265"/>
                    <a:pt x="1" y="4358"/>
                    <a:pt x="47" y="4431"/>
                  </a:cubicBezTo>
                  <a:cubicBezTo>
                    <a:pt x="233" y="4783"/>
                    <a:pt x="625" y="5015"/>
                    <a:pt x="1023" y="5015"/>
                  </a:cubicBezTo>
                  <a:lnTo>
                    <a:pt x="1056" y="5015"/>
                  </a:lnTo>
                  <a:cubicBezTo>
                    <a:pt x="1528" y="4995"/>
                    <a:pt x="1900" y="4717"/>
                    <a:pt x="1959" y="4325"/>
                  </a:cubicBezTo>
                  <a:lnTo>
                    <a:pt x="2597" y="182"/>
                  </a:lnTo>
                  <a:cubicBezTo>
                    <a:pt x="2610" y="96"/>
                    <a:pt x="2550" y="16"/>
                    <a:pt x="2471" y="3"/>
                  </a:cubicBezTo>
                  <a:cubicBezTo>
                    <a:pt x="2462" y="2"/>
                    <a:pt x="2454" y="1"/>
                    <a:pt x="2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197;p72">
              <a:extLst>
                <a:ext uri="{FF2B5EF4-FFF2-40B4-BE49-F238E27FC236}">
                  <a16:creationId xmlns:a16="http://schemas.microsoft.com/office/drawing/2014/main" id="{BE82A134-C19D-C985-BF49-4C84892B7003}"/>
                </a:ext>
              </a:extLst>
            </p:cNvPr>
            <p:cNvSpPr/>
            <p:nvPr/>
          </p:nvSpPr>
          <p:spPr>
            <a:xfrm>
              <a:off x="4895700" y="2030150"/>
              <a:ext cx="51650" cy="30425"/>
            </a:xfrm>
            <a:custGeom>
              <a:avLst/>
              <a:gdLst/>
              <a:ahLst/>
              <a:cxnLst/>
              <a:rect l="l" t="t" r="r" b="b"/>
              <a:pathLst>
                <a:path w="2066" h="1217" extrusionOk="0">
                  <a:moveTo>
                    <a:pt x="1892" y="1"/>
                  </a:moveTo>
                  <a:cubicBezTo>
                    <a:pt x="1838" y="1"/>
                    <a:pt x="1786" y="26"/>
                    <a:pt x="1760" y="74"/>
                  </a:cubicBezTo>
                  <a:cubicBezTo>
                    <a:pt x="1614" y="307"/>
                    <a:pt x="1428" y="512"/>
                    <a:pt x="1209" y="678"/>
                  </a:cubicBezTo>
                  <a:cubicBezTo>
                    <a:pt x="1023" y="818"/>
                    <a:pt x="864" y="891"/>
                    <a:pt x="711" y="904"/>
                  </a:cubicBezTo>
                  <a:cubicBezTo>
                    <a:pt x="693" y="906"/>
                    <a:pt x="675" y="907"/>
                    <a:pt x="658" y="907"/>
                  </a:cubicBezTo>
                  <a:cubicBezTo>
                    <a:pt x="505" y="907"/>
                    <a:pt x="366" y="832"/>
                    <a:pt x="312" y="725"/>
                  </a:cubicBezTo>
                  <a:cubicBezTo>
                    <a:pt x="281" y="675"/>
                    <a:pt x="227" y="647"/>
                    <a:pt x="173" y="647"/>
                  </a:cubicBezTo>
                  <a:cubicBezTo>
                    <a:pt x="148" y="647"/>
                    <a:pt x="123" y="653"/>
                    <a:pt x="100" y="665"/>
                  </a:cubicBezTo>
                  <a:cubicBezTo>
                    <a:pt x="27" y="705"/>
                    <a:pt x="0" y="798"/>
                    <a:pt x="40" y="878"/>
                  </a:cubicBezTo>
                  <a:cubicBezTo>
                    <a:pt x="153" y="1083"/>
                    <a:pt x="399" y="1216"/>
                    <a:pt x="664" y="1216"/>
                  </a:cubicBezTo>
                  <a:cubicBezTo>
                    <a:pt x="691" y="1216"/>
                    <a:pt x="711" y="1216"/>
                    <a:pt x="737" y="1210"/>
                  </a:cubicBezTo>
                  <a:cubicBezTo>
                    <a:pt x="950" y="1196"/>
                    <a:pt x="1162" y="1097"/>
                    <a:pt x="1395" y="924"/>
                  </a:cubicBezTo>
                  <a:cubicBezTo>
                    <a:pt x="1647" y="732"/>
                    <a:pt x="1853" y="499"/>
                    <a:pt x="2019" y="234"/>
                  </a:cubicBezTo>
                  <a:cubicBezTo>
                    <a:pt x="2065" y="161"/>
                    <a:pt x="2039" y="68"/>
                    <a:pt x="1972" y="21"/>
                  </a:cubicBezTo>
                  <a:cubicBezTo>
                    <a:pt x="1947" y="8"/>
                    <a:pt x="1920" y="1"/>
                    <a:pt x="1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198;p72">
              <a:extLst>
                <a:ext uri="{FF2B5EF4-FFF2-40B4-BE49-F238E27FC236}">
                  <a16:creationId xmlns:a16="http://schemas.microsoft.com/office/drawing/2014/main" id="{E4DACA02-6164-6C84-CADF-B690794A48FF}"/>
                </a:ext>
              </a:extLst>
            </p:cNvPr>
            <p:cNvSpPr/>
            <p:nvPr/>
          </p:nvSpPr>
          <p:spPr>
            <a:xfrm>
              <a:off x="4946150" y="1978950"/>
              <a:ext cx="16475" cy="41625"/>
            </a:xfrm>
            <a:custGeom>
              <a:avLst/>
              <a:gdLst/>
              <a:ahLst/>
              <a:cxnLst/>
              <a:rect l="l" t="t" r="r" b="b"/>
              <a:pathLst>
                <a:path w="659" h="1665" extrusionOk="0">
                  <a:moveTo>
                    <a:pt x="484" y="0"/>
                  </a:moveTo>
                  <a:cubicBezTo>
                    <a:pt x="416" y="0"/>
                    <a:pt x="350" y="49"/>
                    <a:pt x="333" y="117"/>
                  </a:cubicBezTo>
                  <a:lnTo>
                    <a:pt x="14" y="1472"/>
                  </a:lnTo>
                  <a:cubicBezTo>
                    <a:pt x="1" y="1558"/>
                    <a:pt x="47" y="1638"/>
                    <a:pt x="134" y="1657"/>
                  </a:cubicBezTo>
                  <a:cubicBezTo>
                    <a:pt x="147" y="1664"/>
                    <a:pt x="153" y="1664"/>
                    <a:pt x="167" y="1664"/>
                  </a:cubicBezTo>
                  <a:cubicBezTo>
                    <a:pt x="240" y="1664"/>
                    <a:pt x="299" y="1618"/>
                    <a:pt x="319" y="1545"/>
                  </a:cubicBezTo>
                  <a:lnTo>
                    <a:pt x="638" y="190"/>
                  </a:lnTo>
                  <a:cubicBezTo>
                    <a:pt x="658" y="104"/>
                    <a:pt x="605" y="24"/>
                    <a:pt x="519" y="4"/>
                  </a:cubicBezTo>
                  <a:cubicBezTo>
                    <a:pt x="507" y="1"/>
                    <a:pt x="49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11268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1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1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260;p72">
            <a:extLst>
              <a:ext uri="{FF2B5EF4-FFF2-40B4-BE49-F238E27FC236}">
                <a16:creationId xmlns:a16="http://schemas.microsoft.com/office/drawing/2014/main" id="{B1D2C369-AF0D-23B6-D95A-ACBE084A7ED4}"/>
              </a:ext>
            </a:extLst>
          </p:cNvPr>
          <p:cNvGrpSpPr/>
          <p:nvPr/>
        </p:nvGrpSpPr>
        <p:grpSpPr>
          <a:xfrm>
            <a:off x="7621063" y="0"/>
            <a:ext cx="1440050" cy="3596925"/>
            <a:chOff x="7074075" y="1001300"/>
            <a:chExt cx="1440050" cy="3596925"/>
          </a:xfrm>
        </p:grpSpPr>
        <p:sp>
          <p:nvSpPr>
            <p:cNvPr id="3" name="Google Shape;3261;p72">
              <a:extLst>
                <a:ext uri="{FF2B5EF4-FFF2-40B4-BE49-F238E27FC236}">
                  <a16:creationId xmlns:a16="http://schemas.microsoft.com/office/drawing/2014/main" id="{9077D1AB-DE33-C032-9BB3-DD464A301BCC}"/>
                </a:ext>
              </a:extLst>
            </p:cNvPr>
            <p:cNvSpPr/>
            <p:nvPr/>
          </p:nvSpPr>
          <p:spPr>
            <a:xfrm>
              <a:off x="7534825" y="3508600"/>
              <a:ext cx="352575" cy="790775"/>
            </a:xfrm>
            <a:custGeom>
              <a:avLst/>
              <a:gdLst/>
              <a:ahLst/>
              <a:cxnLst/>
              <a:rect l="l" t="t" r="r" b="b"/>
              <a:pathLst>
                <a:path w="14103" h="31631" extrusionOk="0">
                  <a:moveTo>
                    <a:pt x="4783" y="1"/>
                  </a:moveTo>
                  <a:cubicBezTo>
                    <a:pt x="3640" y="1"/>
                    <a:pt x="2495" y="145"/>
                    <a:pt x="1382" y="443"/>
                  </a:cubicBezTo>
                  <a:cubicBezTo>
                    <a:pt x="432" y="4108"/>
                    <a:pt x="1" y="7905"/>
                    <a:pt x="107" y="11690"/>
                  </a:cubicBezTo>
                  <a:cubicBezTo>
                    <a:pt x="279" y="17857"/>
                    <a:pt x="3845" y="23374"/>
                    <a:pt x="5657" y="29277"/>
                  </a:cubicBezTo>
                  <a:cubicBezTo>
                    <a:pt x="6089" y="30701"/>
                    <a:pt x="7582" y="31630"/>
                    <a:pt x="9071" y="31630"/>
                  </a:cubicBezTo>
                  <a:cubicBezTo>
                    <a:pt x="9255" y="31630"/>
                    <a:pt x="9439" y="31616"/>
                    <a:pt x="9621" y="31587"/>
                  </a:cubicBezTo>
                  <a:cubicBezTo>
                    <a:pt x="11274" y="31328"/>
                    <a:pt x="13047" y="29542"/>
                    <a:pt x="13159" y="27876"/>
                  </a:cubicBezTo>
                  <a:cubicBezTo>
                    <a:pt x="13545" y="21967"/>
                    <a:pt x="12993" y="16105"/>
                    <a:pt x="11679" y="10335"/>
                  </a:cubicBezTo>
                  <a:cubicBezTo>
                    <a:pt x="12476" y="8045"/>
                    <a:pt x="13305" y="5967"/>
                    <a:pt x="14102" y="3683"/>
                  </a:cubicBezTo>
                  <a:cubicBezTo>
                    <a:pt x="11609" y="1299"/>
                    <a:pt x="8205" y="1"/>
                    <a:pt x="478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62;p72">
              <a:extLst>
                <a:ext uri="{FF2B5EF4-FFF2-40B4-BE49-F238E27FC236}">
                  <a16:creationId xmlns:a16="http://schemas.microsoft.com/office/drawing/2014/main" id="{C6C428B1-1A18-49F8-2E39-1884C811B7DD}"/>
                </a:ext>
              </a:extLst>
            </p:cNvPr>
            <p:cNvSpPr/>
            <p:nvPr/>
          </p:nvSpPr>
          <p:spPr>
            <a:xfrm>
              <a:off x="7624950" y="3773150"/>
              <a:ext cx="106575" cy="34850"/>
            </a:xfrm>
            <a:custGeom>
              <a:avLst/>
              <a:gdLst/>
              <a:ahLst/>
              <a:cxnLst/>
              <a:rect l="l" t="t" r="r" b="b"/>
              <a:pathLst>
                <a:path w="4263" h="1394" extrusionOk="0">
                  <a:moveTo>
                    <a:pt x="180" y="0"/>
                  </a:moveTo>
                  <a:cubicBezTo>
                    <a:pt x="150" y="0"/>
                    <a:pt x="121" y="8"/>
                    <a:pt x="94" y="25"/>
                  </a:cubicBezTo>
                  <a:cubicBezTo>
                    <a:pt x="21" y="72"/>
                    <a:pt x="1" y="165"/>
                    <a:pt x="47" y="238"/>
                  </a:cubicBezTo>
                  <a:cubicBezTo>
                    <a:pt x="492" y="915"/>
                    <a:pt x="1275" y="1353"/>
                    <a:pt x="2085" y="1386"/>
                  </a:cubicBezTo>
                  <a:cubicBezTo>
                    <a:pt x="2119" y="1386"/>
                    <a:pt x="2152" y="1393"/>
                    <a:pt x="2185" y="1393"/>
                  </a:cubicBezTo>
                  <a:cubicBezTo>
                    <a:pt x="2962" y="1393"/>
                    <a:pt x="3732" y="1021"/>
                    <a:pt x="4210" y="404"/>
                  </a:cubicBezTo>
                  <a:cubicBezTo>
                    <a:pt x="4263" y="337"/>
                    <a:pt x="4250" y="238"/>
                    <a:pt x="4183" y="191"/>
                  </a:cubicBezTo>
                  <a:cubicBezTo>
                    <a:pt x="4155" y="168"/>
                    <a:pt x="4119" y="157"/>
                    <a:pt x="4085" y="157"/>
                  </a:cubicBezTo>
                  <a:cubicBezTo>
                    <a:pt x="4041" y="157"/>
                    <a:pt x="3997" y="177"/>
                    <a:pt x="3971" y="218"/>
                  </a:cubicBezTo>
                  <a:cubicBezTo>
                    <a:pt x="3543" y="755"/>
                    <a:pt x="2868" y="1083"/>
                    <a:pt x="2179" y="1083"/>
                  </a:cubicBezTo>
                  <a:cubicBezTo>
                    <a:pt x="2152" y="1083"/>
                    <a:pt x="2125" y="1082"/>
                    <a:pt x="2099" y="1081"/>
                  </a:cubicBezTo>
                  <a:cubicBezTo>
                    <a:pt x="1388" y="1054"/>
                    <a:pt x="698" y="663"/>
                    <a:pt x="306" y="65"/>
                  </a:cubicBezTo>
                  <a:cubicBezTo>
                    <a:pt x="277" y="23"/>
                    <a:pt x="229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63;p72">
              <a:extLst>
                <a:ext uri="{FF2B5EF4-FFF2-40B4-BE49-F238E27FC236}">
                  <a16:creationId xmlns:a16="http://schemas.microsoft.com/office/drawing/2014/main" id="{E8F283F0-D0B2-D98F-4019-70EE63FF0D65}"/>
                </a:ext>
              </a:extLst>
            </p:cNvPr>
            <p:cNvSpPr/>
            <p:nvPr/>
          </p:nvSpPr>
          <p:spPr>
            <a:xfrm>
              <a:off x="7665775" y="4169475"/>
              <a:ext cx="222950" cy="428750"/>
            </a:xfrm>
            <a:custGeom>
              <a:avLst/>
              <a:gdLst/>
              <a:ahLst/>
              <a:cxnLst/>
              <a:rect l="l" t="t" r="r" b="b"/>
              <a:pathLst>
                <a:path w="8918" h="17150" extrusionOk="0">
                  <a:moveTo>
                    <a:pt x="8267" y="0"/>
                  </a:moveTo>
                  <a:cubicBezTo>
                    <a:pt x="7623" y="1115"/>
                    <a:pt x="7098" y="2191"/>
                    <a:pt x="6454" y="3306"/>
                  </a:cubicBezTo>
                  <a:cubicBezTo>
                    <a:pt x="6036" y="2769"/>
                    <a:pt x="5598" y="2224"/>
                    <a:pt x="5027" y="1859"/>
                  </a:cubicBezTo>
                  <a:cubicBezTo>
                    <a:pt x="4655" y="1617"/>
                    <a:pt x="4208" y="1465"/>
                    <a:pt x="3769" y="1465"/>
                  </a:cubicBezTo>
                  <a:cubicBezTo>
                    <a:pt x="3533" y="1465"/>
                    <a:pt x="3300" y="1509"/>
                    <a:pt x="3081" y="1607"/>
                  </a:cubicBezTo>
                  <a:cubicBezTo>
                    <a:pt x="2630" y="1813"/>
                    <a:pt x="2298" y="2238"/>
                    <a:pt x="2106" y="2696"/>
                  </a:cubicBezTo>
                  <a:cubicBezTo>
                    <a:pt x="1920" y="3154"/>
                    <a:pt x="1853" y="3658"/>
                    <a:pt x="1813" y="4150"/>
                  </a:cubicBezTo>
                  <a:cubicBezTo>
                    <a:pt x="1236" y="3506"/>
                    <a:pt x="578" y="2868"/>
                    <a:pt x="1" y="2224"/>
                  </a:cubicBezTo>
                  <a:lnTo>
                    <a:pt x="1" y="2224"/>
                  </a:lnTo>
                  <a:cubicBezTo>
                    <a:pt x="1" y="2225"/>
                    <a:pt x="1023" y="7569"/>
                    <a:pt x="1203" y="10643"/>
                  </a:cubicBezTo>
                  <a:cubicBezTo>
                    <a:pt x="1435" y="14626"/>
                    <a:pt x="346" y="16472"/>
                    <a:pt x="1979" y="17149"/>
                  </a:cubicBezTo>
                  <a:cubicBezTo>
                    <a:pt x="4157" y="16731"/>
                    <a:pt x="6288" y="15244"/>
                    <a:pt x="7423" y="13338"/>
                  </a:cubicBezTo>
                  <a:cubicBezTo>
                    <a:pt x="8765" y="11094"/>
                    <a:pt x="8917" y="8033"/>
                    <a:pt x="8738" y="5424"/>
                  </a:cubicBezTo>
                  <a:cubicBezTo>
                    <a:pt x="8612" y="3645"/>
                    <a:pt x="8393" y="1779"/>
                    <a:pt x="82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64;p72">
              <a:extLst>
                <a:ext uri="{FF2B5EF4-FFF2-40B4-BE49-F238E27FC236}">
                  <a16:creationId xmlns:a16="http://schemas.microsoft.com/office/drawing/2014/main" id="{3B1E0FAE-793A-974F-4EB9-A8F0501BACC7}"/>
                </a:ext>
              </a:extLst>
            </p:cNvPr>
            <p:cNvSpPr/>
            <p:nvPr/>
          </p:nvSpPr>
          <p:spPr>
            <a:xfrm>
              <a:off x="7701625" y="4259250"/>
              <a:ext cx="38550" cy="231075"/>
            </a:xfrm>
            <a:custGeom>
              <a:avLst/>
              <a:gdLst/>
              <a:ahLst/>
              <a:cxnLst/>
              <a:rect l="l" t="t" r="r" b="b"/>
              <a:pathLst>
                <a:path w="1542" h="9243" extrusionOk="0">
                  <a:moveTo>
                    <a:pt x="176" y="0"/>
                  </a:moveTo>
                  <a:cubicBezTo>
                    <a:pt x="160" y="0"/>
                    <a:pt x="144" y="2"/>
                    <a:pt x="127" y="8"/>
                  </a:cubicBezTo>
                  <a:cubicBezTo>
                    <a:pt x="47" y="34"/>
                    <a:pt x="1" y="120"/>
                    <a:pt x="28" y="200"/>
                  </a:cubicBezTo>
                  <a:cubicBezTo>
                    <a:pt x="924" y="3042"/>
                    <a:pt x="1229" y="6109"/>
                    <a:pt x="911" y="9070"/>
                  </a:cubicBezTo>
                  <a:cubicBezTo>
                    <a:pt x="897" y="9156"/>
                    <a:pt x="957" y="9236"/>
                    <a:pt x="1043" y="9243"/>
                  </a:cubicBezTo>
                  <a:lnTo>
                    <a:pt x="1063" y="9243"/>
                  </a:lnTo>
                  <a:cubicBezTo>
                    <a:pt x="1136" y="9243"/>
                    <a:pt x="1203" y="9183"/>
                    <a:pt x="1216" y="9103"/>
                  </a:cubicBezTo>
                  <a:cubicBezTo>
                    <a:pt x="1541" y="6102"/>
                    <a:pt x="1229" y="2989"/>
                    <a:pt x="326" y="107"/>
                  </a:cubicBezTo>
                  <a:cubicBezTo>
                    <a:pt x="305" y="43"/>
                    <a:pt x="244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5;p72">
              <a:extLst>
                <a:ext uri="{FF2B5EF4-FFF2-40B4-BE49-F238E27FC236}">
                  <a16:creationId xmlns:a16="http://schemas.microsoft.com/office/drawing/2014/main" id="{29127C2A-C446-8895-B612-1346DBAF7971}"/>
                </a:ext>
              </a:extLst>
            </p:cNvPr>
            <p:cNvSpPr/>
            <p:nvPr/>
          </p:nvSpPr>
          <p:spPr>
            <a:xfrm>
              <a:off x="7696650" y="4419725"/>
              <a:ext cx="182600" cy="158575"/>
            </a:xfrm>
            <a:custGeom>
              <a:avLst/>
              <a:gdLst/>
              <a:ahLst/>
              <a:cxnLst/>
              <a:rect l="l" t="t" r="r" b="b"/>
              <a:pathLst>
                <a:path w="7304" h="6343" extrusionOk="0">
                  <a:moveTo>
                    <a:pt x="7128" y="0"/>
                  </a:moveTo>
                  <a:cubicBezTo>
                    <a:pt x="7065" y="0"/>
                    <a:pt x="7006" y="38"/>
                    <a:pt x="6985" y="102"/>
                  </a:cubicBezTo>
                  <a:cubicBezTo>
                    <a:pt x="5956" y="3116"/>
                    <a:pt x="3267" y="5446"/>
                    <a:pt x="140" y="6037"/>
                  </a:cubicBezTo>
                  <a:cubicBezTo>
                    <a:pt x="61" y="6057"/>
                    <a:pt x="1" y="6137"/>
                    <a:pt x="21" y="6216"/>
                  </a:cubicBezTo>
                  <a:cubicBezTo>
                    <a:pt x="34" y="6289"/>
                    <a:pt x="100" y="6342"/>
                    <a:pt x="173" y="6342"/>
                  </a:cubicBezTo>
                  <a:lnTo>
                    <a:pt x="200" y="6342"/>
                  </a:lnTo>
                  <a:cubicBezTo>
                    <a:pt x="3433" y="5725"/>
                    <a:pt x="6208" y="3315"/>
                    <a:pt x="7277" y="201"/>
                  </a:cubicBezTo>
                  <a:cubicBezTo>
                    <a:pt x="7304" y="121"/>
                    <a:pt x="7257" y="35"/>
                    <a:pt x="7178" y="9"/>
                  </a:cubicBezTo>
                  <a:cubicBezTo>
                    <a:pt x="7161" y="3"/>
                    <a:pt x="7144" y="0"/>
                    <a:pt x="7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6;p72">
              <a:extLst>
                <a:ext uri="{FF2B5EF4-FFF2-40B4-BE49-F238E27FC236}">
                  <a16:creationId xmlns:a16="http://schemas.microsoft.com/office/drawing/2014/main" id="{FDC1D080-6409-7FA4-8A0A-A0E9A8DF0588}"/>
                </a:ext>
              </a:extLst>
            </p:cNvPr>
            <p:cNvSpPr/>
            <p:nvPr/>
          </p:nvSpPr>
          <p:spPr>
            <a:xfrm>
              <a:off x="7683550" y="4455500"/>
              <a:ext cx="169975" cy="112500"/>
            </a:xfrm>
            <a:custGeom>
              <a:avLst/>
              <a:gdLst/>
              <a:ahLst/>
              <a:cxnLst/>
              <a:rect l="l" t="t" r="r" b="b"/>
              <a:pathLst>
                <a:path w="6799" h="4500" extrusionOk="0">
                  <a:moveTo>
                    <a:pt x="5076" y="0"/>
                  </a:moveTo>
                  <a:cubicBezTo>
                    <a:pt x="4139" y="0"/>
                    <a:pt x="3203" y="254"/>
                    <a:pt x="2404" y="742"/>
                  </a:cubicBezTo>
                  <a:cubicBezTo>
                    <a:pt x="1136" y="1519"/>
                    <a:pt x="246" y="2853"/>
                    <a:pt x="14" y="4320"/>
                  </a:cubicBezTo>
                  <a:cubicBezTo>
                    <a:pt x="0" y="4407"/>
                    <a:pt x="60" y="4480"/>
                    <a:pt x="146" y="4493"/>
                  </a:cubicBezTo>
                  <a:cubicBezTo>
                    <a:pt x="153" y="4500"/>
                    <a:pt x="160" y="4500"/>
                    <a:pt x="166" y="4500"/>
                  </a:cubicBezTo>
                  <a:cubicBezTo>
                    <a:pt x="246" y="4500"/>
                    <a:pt x="312" y="4447"/>
                    <a:pt x="319" y="4367"/>
                  </a:cubicBezTo>
                  <a:cubicBezTo>
                    <a:pt x="531" y="2993"/>
                    <a:pt x="1375" y="1731"/>
                    <a:pt x="2563" y="1008"/>
                  </a:cubicBezTo>
                  <a:cubicBezTo>
                    <a:pt x="3315" y="545"/>
                    <a:pt x="4192" y="309"/>
                    <a:pt x="5070" y="309"/>
                  </a:cubicBezTo>
                  <a:cubicBezTo>
                    <a:pt x="5579" y="309"/>
                    <a:pt x="6088" y="389"/>
                    <a:pt x="6573" y="549"/>
                  </a:cubicBezTo>
                  <a:cubicBezTo>
                    <a:pt x="6588" y="554"/>
                    <a:pt x="6604" y="557"/>
                    <a:pt x="6619" y="557"/>
                  </a:cubicBezTo>
                  <a:cubicBezTo>
                    <a:pt x="6684" y="557"/>
                    <a:pt x="6745" y="514"/>
                    <a:pt x="6772" y="450"/>
                  </a:cubicBezTo>
                  <a:cubicBezTo>
                    <a:pt x="6799" y="370"/>
                    <a:pt x="6752" y="284"/>
                    <a:pt x="6673" y="257"/>
                  </a:cubicBezTo>
                  <a:cubicBezTo>
                    <a:pt x="6157" y="85"/>
                    <a:pt x="5616" y="0"/>
                    <a:pt x="5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7;p72">
              <a:extLst>
                <a:ext uri="{FF2B5EF4-FFF2-40B4-BE49-F238E27FC236}">
                  <a16:creationId xmlns:a16="http://schemas.microsoft.com/office/drawing/2014/main" id="{1552E919-D62C-92F9-8EC0-27134F6DA56B}"/>
                </a:ext>
              </a:extLst>
            </p:cNvPr>
            <p:cNvSpPr/>
            <p:nvPr/>
          </p:nvSpPr>
          <p:spPr>
            <a:xfrm>
              <a:off x="7818475" y="4231525"/>
              <a:ext cx="18450" cy="230925"/>
            </a:xfrm>
            <a:custGeom>
              <a:avLst/>
              <a:gdLst/>
              <a:ahLst/>
              <a:cxnLst/>
              <a:rect l="l" t="t" r="r" b="b"/>
              <a:pathLst>
                <a:path w="738" h="9237" extrusionOk="0">
                  <a:moveTo>
                    <a:pt x="312" y="1"/>
                  </a:moveTo>
                  <a:cubicBezTo>
                    <a:pt x="308" y="1"/>
                    <a:pt x="304" y="1"/>
                    <a:pt x="300" y="1"/>
                  </a:cubicBezTo>
                  <a:cubicBezTo>
                    <a:pt x="220" y="14"/>
                    <a:pt x="154" y="87"/>
                    <a:pt x="167" y="174"/>
                  </a:cubicBezTo>
                  <a:cubicBezTo>
                    <a:pt x="432" y="3128"/>
                    <a:pt x="379" y="6122"/>
                    <a:pt x="14" y="9064"/>
                  </a:cubicBezTo>
                  <a:cubicBezTo>
                    <a:pt x="1" y="9150"/>
                    <a:pt x="61" y="9230"/>
                    <a:pt x="147" y="9236"/>
                  </a:cubicBezTo>
                  <a:lnTo>
                    <a:pt x="167" y="9236"/>
                  </a:lnTo>
                  <a:cubicBezTo>
                    <a:pt x="240" y="9236"/>
                    <a:pt x="306" y="9183"/>
                    <a:pt x="320" y="9103"/>
                  </a:cubicBezTo>
                  <a:cubicBezTo>
                    <a:pt x="685" y="6136"/>
                    <a:pt x="738" y="3122"/>
                    <a:pt x="472" y="141"/>
                  </a:cubicBezTo>
                  <a:cubicBezTo>
                    <a:pt x="460" y="65"/>
                    <a:pt x="39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8;p72">
              <a:extLst>
                <a:ext uri="{FF2B5EF4-FFF2-40B4-BE49-F238E27FC236}">
                  <a16:creationId xmlns:a16="http://schemas.microsoft.com/office/drawing/2014/main" id="{1438E1E4-6142-9189-87D5-5AF4DF91FA05}"/>
                </a:ext>
              </a:extLst>
            </p:cNvPr>
            <p:cNvSpPr/>
            <p:nvPr/>
          </p:nvSpPr>
          <p:spPr>
            <a:xfrm>
              <a:off x="7744800" y="4381075"/>
              <a:ext cx="60425" cy="21625"/>
            </a:xfrm>
            <a:custGeom>
              <a:avLst/>
              <a:gdLst/>
              <a:ahLst/>
              <a:cxnLst/>
              <a:rect l="l" t="t" r="r" b="b"/>
              <a:pathLst>
                <a:path w="2417" h="865" extrusionOk="0">
                  <a:moveTo>
                    <a:pt x="2247" y="1"/>
                  </a:moveTo>
                  <a:cubicBezTo>
                    <a:pt x="2233" y="1"/>
                    <a:pt x="2218" y="3"/>
                    <a:pt x="2204" y="8"/>
                  </a:cubicBezTo>
                  <a:lnTo>
                    <a:pt x="133" y="565"/>
                  </a:lnTo>
                  <a:cubicBezTo>
                    <a:pt x="47" y="585"/>
                    <a:pt x="0" y="672"/>
                    <a:pt x="20" y="751"/>
                  </a:cubicBezTo>
                  <a:cubicBezTo>
                    <a:pt x="40" y="818"/>
                    <a:pt x="106" y="864"/>
                    <a:pt x="173" y="864"/>
                  </a:cubicBezTo>
                  <a:lnTo>
                    <a:pt x="213" y="864"/>
                  </a:lnTo>
                  <a:lnTo>
                    <a:pt x="2284" y="300"/>
                  </a:lnTo>
                  <a:cubicBezTo>
                    <a:pt x="2364" y="280"/>
                    <a:pt x="2417" y="194"/>
                    <a:pt x="2390" y="114"/>
                  </a:cubicBezTo>
                  <a:cubicBezTo>
                    <a:pt x="2374" y="48"/>
                    <a:pt x="2313" y="1"/>
                    <a:pt x="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9;p72">
              <a:extLst>
                <a:ext uri="{FF2B5EF4-FFF2-40B4-BE49-F238E27FC236}">
                  <a16:creationId xmlns:a16="http://schemas.microsoft.com/office/drawing/2014/main" id="{69B7D54D-305A-A4D4-D811-2A9CE7DDFA47}"/>
                </a:ext>
              </a:extLst>
            </p:cNvPr>
            <p:cNvSpPr/>
            <p:nvPr/>
          </p:nvSpPr>
          <p:spPr>
            <a:xfrm>
              <a:off x="7740800" y="4345950"/>
              <a:ext cx="66600" cy="20900"/>
            </a:xfrm>
            <a:custGeom>
              <a:avLst/>
              <a:gdLst/>
              <a:ahLst/>
              <a:cxnLst/>
              <a:rect l="l" t="t" r="r" b="b"/>
              <a:pathLst>
                <a:path w="2664" h="836" extrusionOk="0">
                  <a:moveTo>
                    <a:pt x="2493" y="1"/>
                  </a:moveTo>
                  <a:cubicBezTo>
                    <a:pt x="2482" y="1"/>
                    <a:pt x="2470" y="2"/>
                    <a:pt x="2457" y="5"/>
                  </a:cubicBezTo>
                  <a:lnTo>
                    <a:pt x="140" y="530"/>
                  </a:lnTo>
                  <a:cubicBezTo>
                    <a:pt x="54" y="550"/>
                    <a:pt x="1" y="636"/>
                    <a:pt x="21" y="716"/>
                  </a:cubicBezTo>
                  <a:cubicBezTo>
                    <a:pt x="41" y="789"/>
                    <a:pt x="100" y="835"/>
                    <a:pt x="173" y="835"/>
                  </a:cubicBezTo>
                  <a:lnTo>
                    <a:pt x="207" y="835"/>
                  </a:lnTo>
                  <a:lnTo>
                    <a:pt x="2524" y="311"/>
                  </a:lnTo>
                  <a:cubicBezTo>
                    <a:pt x="2610" y="291"/>
                    <a:pt x="2663" y="204"/>
                    <a:pt x="2643" y="125"/>
                  </a:cubicBezTo>
                  <a:cubicBezTo>
                    <a:pt x="2626" y="51"/>
                    <a:pt x="256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70;p72">
              <a:extLst>
                <a:ext uri="{FF2B5EF4-FFF2-40B4-BE49-F238E27FC236}">
                  <a16:creationId xmlns:a16="http://schemas.microsoft.com/office/drawing/2014/main" id="{0AA3C888-8269-9C19-830A-2D4BA2CC6412}"/>
                </a:ext>
              </a:extLst>
            </p:cNvPr>
            <p:cNvSpPr/>
            <p:nvPr/>
          </p:nvSpPr>
          <p:spPr>
            <a:xfrm>
              <a:off x="7735325" y="4308550"/>
              <a:ext cx="69575" cy="11475"/>
            </a:xfrm>
            <a:custGeom>
              <a:avLst/>
              <a:gdLst/>
              <a:ahLst/>
              <a:cxnLst/>
              <a:rect l="l" t="t" r="r" b="b"/>
              <a:pathLst>
                <a:path w="2783" h="459" extrusionOk="0">
                  <a:moveTo>
                    <a:pt x="2617" y="1"/>
                  </a:moveTo>
                  <a:lnTo>
                    <a:pt x="153" y="153"/>
                  </a:lnTo>
                  <a:cubicBezTo>
                    <a:pt x="67" y="160"/>
                    <a:pt x="1" y="233"/>
                    <a:pt x="7" y="319"/>
                  </a:cubicBezTo>
                  <a:cubicBezTo>
                    <a:pt x="14" y="399"/>
                    <a:pt x="80" y="459"/>
                    <a:pt x="160" y="459"/>
                  </a:cubicBezTo>
                  <a:lnTo>
                    <a:pt x="167" y="459"/>
                  </a:lnTo>
                  <a:lnTo>
                    <a:pt x="2636" y="313"/>
                  </a:lnTo>
                  <a:cubicBezTo>
                    <a:pt x="2723" y="306"/>
                    <a:pt x="2783" y="233"/>
                    <a:pt x="2783" y="147"/>
                  </a:cubicBezTo>
                  <a:cubicBezTo>
                    <a:pt x="2776" y="60"/>
                    <a:pt x="2703" y="1"/>
                    <a:pt x="2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71;p72">
              <a:extLst>
                <a:ext uri="{FF2B5EF4-FFF2-40B4-BE49-F238E27FC236}">
                  <a16:creationId xmlns:a16="http://schemas.microsoft.com/office/drawing/2014/main" id="{B2EFF62E-F626-FADF-B579-60FC84379C35}"/>
                </a:ext>
              </a:extLst>
            </p:cNvPr>
            <p:cNvSpPr/>
            <p:nvPr/>
          </p:nvSpPr>
          <p:spPr>
            <a:xfrm>
              <a:off x="7074075" y="3276675"/>
              <a:ext cx="469575" cy="800700"/>
            </a:xfrm>
            <a:custGeom>
              <a:avLst/>
              <a:gdLst/>
              <a:ahLst/>
              <a:cxnLst/>
              <a:rect l="l" t="t" r="r" b="b"/>
              <a:pathLst>
                <a:path w="18783" h="32028" extrusionOk="0">
                  <a:moveTo>
                    <a:pt x="7894" y="0"/>
                  </a:moveTo>
                  <a:cubicBezTo>
                    <a:pt x="5086" y="2749"/>
                    <a:pt x="2198" y="5630"/>
                    <a:pt x="843" y="9315"/>
                  </a:cubicBezTo>
                  <a:cubicBezTo>
                    <a:pt x="0" y="11605"/>
                    <a:pt x="299" y="14142"/>
                    <a:pt x="1560" y="16233"/>
                  </a:cubicBezTo>
                  <a:cubicBezTo>
                    <a:pt x="5092" y="22075"/>
                    <a:pt x="8558" y="26451"/>
                    <a:pt x="12130" y="31543"/>
                  </a:cubicBezTo>
                  <a:cubicBezTo>
                    <a:pt x="12848" y="31853"/>
                    <a:pt x="13617" y="32028"/>
                    <a:pt x="14368" y="32028"/>
                  </a:cubicBezTo>
                  <a:cubicBezTo>
                    <a:pt x="15305" y="32028"/>
                    <a:pt x="16215" y="31757"/>
                    <a:pt x="16970" y="31138"/>
                  </a:cubicBezTo>
                  <a:cubicBezTo>
                    <a:pt x="18331" y="30029"/>
                    <a:pt x="18782" y="28236"/>
                    <a:pt x="18510" y="26504"/>
                  </a:cubicBezTo>
                  <a:cubicBezTo>
                    <a:pt x="17767" y="21704"/>
                    <a:pt x="15616" y="17103"/>
                    <a:pt x="12635" y="13265"/>
                  </a:cubicBezTo>
                  <a:cubicBezTo>
                    <a:pt x="12635" y="13265"/>
                    <a:pt x="15503" y="10762"/>
                    <a:pt x="16784" y="9262"/>
                  </a:cubicBezTo>
                  <a:cubicBezTo>
                    <a:pt x="14899" y="5345"/>
                    <a:pt x="11771" y="1945"/>
                    <a:pt x="7894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72;p72">
              <a:extLst>
                <a:ext uri="{FF2B5EF4-FFF2-40B4-BE49-F238E27FC236}">
                  <a16:creationId xmlns:a16="http://schemas.microsoft.com/office/drawing/2014/main" id="{5A00E92B-A195-DFFC-24F5-FB1D496B64EB}"/>
                </a:ext>
              </a:extLst>
            </p:cNvPr>
            <p:cNvSpPr/>
            <p:nvPr/>
          </p:nvSpPr>
          <p:spPr>
            <a:xfrm>
              <a:off x="7103125" y="3631275"/>
              <a:ext cx="59925" cy="37125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2224" y="0"/>
                  </a:moveTo>
                  <a:cubicBezTo>
                    <a:pt x="2168" y="0"/>
                    <a:pt x="2113" y="34"/>
                    <a:pt x="2085" y="90"/>
                  </a:cubicBezTo>
                  <a:cubicBezTo>
                    <a:pt x="1768" y="736"/>
                    <a:pt x="1046" y="1172"/>
                    <a:pt x="324" y="1172"/>
                  </a:cubicBezTo>
                  <a:cubicBezTo>
                    <a:pt x="273" y="1172"/>
                    <a:pt x="223" y="1170"/>
                    <a:pt x="173" y="1166"/>
                  </a:cubicBezTo>
                  <a:cubicBezTo>
                    <a:pt x="168" y="1166"/>
                    <a:pt x="164" y="1165"/>
                    <a:pt x="160" y="1165"/>
                  </a:cubicBezTo>
                  <a:cubicBezTo>
                    <a:pt x="79" y="1165"/>
                    <a:pt x="13" y="1223"/>
                    <a:pt x="7" y="1305"/>
                  </a:cubicBezTo>
                  <a:cubicBezTo>
                    <a:pt x="0" y="1392"/>
                    <a:pt x="60" y="1465"/>
                    <a:pt x="146" y="1471"/>
                  </a:cubicBezTo>
                  <a:cubicBezTo>
                    <a:pt x="206" y="1478"/>
                    <a:pt x="266" y="1485"/>
                    <a:pt x="332" y="1485"/>
                  </a:cubicBezTo>
                  <a:cubicBezTo>
                    <a:pt x="1169" y="1485"/>
                    <a:pt x="1985" y="987"/>
                    <a:pt x="2364" y="223"/>
                  </a:cubicBezTo>
                  <a:cubicBezTo>
                    <a:pt x="2397" y="150"/>
                    <a:pt x="2370" y="57"/>
                    <a:pt x="2291" y="17"/>
                  </a:cubicBezTo>
                  <a:cubicBezTo>
                    <a:pt x="2270" y="6"/>
                    <a:pt x="2247" y="0"/>
                    <a:pt x="2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73;p72">
              <a:extLst>
                <a:ext uri="{FF2B5EF4-FFF2-40B4-BE49-F238E27FC236}">
                  <a16:creationId xmlns:a16="http://schemas.microsoft.com/office/drawing/2014/main" id="{0B136295-175F-91FB-C12C-DD968A779F22}"/>
                </a:ext>
              </a:extLst>
            </p:cNvPr>
            <p:cNvSpPr/>
            <p:nvPr/>
          </p:nvSpPr>
          <p:spPr>
            <a:xfrm>
              <a:off x="7351925" y="3579625"/>
              <a:ext cx="43175" cy="29025"/>
            </a:xfrm>
            <a:custGeom>
              <a:avLst/>
              <a:gdLst/>
              <a:ahLst/>
              <a:cxnLst/>
              <a:rect l="l" t="t" r="r" b="b"/>
              <a:pathLst>
                <a:path w="1727" h="1161" extrusionOk="0">
                  <a:moveTo>
                    <a:pt x="175" y="0"/>
                  </a:moveTo>
                  <a:cubicBezTo>
                    <a:pt x="125" y="0"/>
                    <a:pt x="76" y="25"/>
                    <a:pt x="47" y="72"/>
                  </a:cubicBezTo>
                  <a:cubicBezTo>
                    <a:pt x="0" y="145"/>
                    <a:pt x="27" y="244"/>
                    <a:pt x="100" y="284"/>
                  </a:cubicBezTo>
                  <a:lnTo>
                    <a:pt x="1467" y="1141"/>
                  </a:lnTo>
                  <a:cubicBezTo>
                    <a:pt x="1494" y="1154"/>
                    <a:pt x="1521" y="1160"/>
                    <a:pt x="1547" y="1160"/>
                  </a:cubicBezTo>
                  <a:cubicBezTo>
                    <a:pt x="1600" y="1160"/>
                    <a:pt x="1653" y="1134"/>
                    <a:pt x="1680" y="1087"/>
                  </a:cubicBezTo>
                  <a:cubicBezTo>
                    <a:pt x="1726" y="1014"/>
                    <a:pt x="1706" y="921"/>
                    <a:pt x="1633" y="875"/>
                  </a:cubicBezTo>
                  <a:lnTo>
                    <a:pt x="259" y="25"/>
                  </a:lnTo>
                  <a:cubicBezTo>
                    <a:pt x="233" y="8"/>
                    <a:pt x="203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4;p72">
              <a:extLst>
                <a:ext uri="{FF2B5EF4-FFF2-40B4-BE49-F238E27FC236}">
                  <a16:creationId xmlns:a16="http://schemas.microsoft.com/office/drawing/2014/main" id="{96A04A34-4922-464D-3879-73A79DC90EF2}"/>
                </a:ext>
              </a:extLst>
            </p:cNvPr>
            <p:cNvSpPr/>
            <p:nvPr/>
          </p:nvSpPr>
          <p:spPr>
            <a:xfrm>
              <a:off x="7345775" y="3944725"/>
              <a:ext cx="250975" cy="466600"/>
            </a:xfrm>
            <a:custGeom>
              <a:avLst/>
              <a:gdLst/>
              <a:ahLst/>
              <a:cxnLst/>
              <a:rect l="l" t="t" r="r" b="b"/>
              <a:pathLst>
                <a:path w="10039" h="18664" extrusionOk="0">
                  <a:moveTo>
                    <a:pt x="7994" y="1"/>
                  </a:moveTo>
                  <a:cubicBezTo>
                    <a:pt x="6673" y="1707"/>
                    <a:pt x="5385" y="3300"/>
                    <a:pt x="4057" y="5007"/>
                  </a:cubicBezTo>
                  <a:cubicBezTo>
                    <a:pt x="3380" y="4675"/>
                    <a:pt x="2703" y="4336"/>
                    <a:pt x="2026" y="4004"/>
                  </a:cubicBezTo>
                  <a:cubicBezTo>
                    <a:pt x="1744" y="3865"/>
                    <a:pt x="1414" y="3730"/>
                    <a:pt x="1110" y="3730"/>
                  </a:cubicBezTo>
                  <a:cubicBezTo>
                    <a:pt x="948" y="3730"/>
                    <a:pt x="794" y="3768"/>
                    <a:pt x="658" y="3865"/>
                  </a:cubicBezTo>
                  <a:cubicBezTo>
                    <a:pt x="286" y="4137"/>
                    <a:pt x="293" y="4688"/>
                    <a:pt x="339" y="5146"/>
                  </a:cubicBezTo>
                  <a:cubicBezTo>
                    <a:pt x="392" y="5744"/>
                    <a:pt x="452" y="6341"/>
                    <a:pt x="512" y="6945"/>
                  </a:cubicBezTo>
                  <a:cubicBezTo>
                    <a:pt x="791" y="9920"/>
                    <a:pt x="970" y="12994"/>
                    <a:pt x="386" y="15928"/>
                  </a:cubicBezTo>
                  <a:cubicBezTo>
                    <a:pt x="200" y="16864"/>
                    <a:pt x="1" y="17966"/>
                    <a:pt x="651" y="18663"/>
                  </a:cubicBezTo>
                  <a:cubicBezTo>
                    <a:pt x="3851" y="17309"/>
                    <a:pt x="6115" y="14926"/>
                    <a:pt x="7582" y="11779"/>
                  </a:cubicBezTo>
                  <a:cubicBezTo>
                    <a:pt x="8426" y="9979"/>
                    <a:pt x="9202" y="8326"/>
                    <a:pt x="10039" y="6527"/>
                  </a:cubicBezTo>
                  <a:cubicBezTo>
                    <a:pt x="9329" y="4343"/>
                    <a:pt x="8705" y="2185"/>
                    <a:pt x="7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5;p72">
              <a:extLst>
                <a:ext uri="{FF2B5EF4-FFF2-40B4-BE49-F238E27FC236}">
                  <a16:creationId xmlns:a16="http://schemas.microsoft.com/office/drawing/2014/main" id="{553FB203-BA98-F337-E2AE-CD5800679853}"/>
                </a:ext>
              </a:extLst>
            </p:cNvPr>
            <p:cNvSpPr/>
            <p:nvPr/>
          </p:nvSpPr>
          <p:spPr>
            <a:xfrm>
              <a:off x="7346775" y="4059900"/>
              <a:ext cx="230225" cy="340300"/>
            </a:xfrm>
            <a:custGeom>
              <a:avLst/>
              <a:gdLst/>
              <a:ahLst/>
              <a:cxnLst/>
              <a:rect l="l" t="t" r="r" b="b"/>
              <a:pathLst>
                <a:path w="9209" h="13612" extrusionOk="0">
                  <a:moveTo>
                    <a:pt x="9044" y="1"/>
                  </a:moveTo>
                  <a:cubicBezTo>
                    <a:pt x="8969" y="1"/>
                    <a:pt x="8897" y="59"/>
                    <a:pt x="8890" y="141"/>
                  </a:cubicBezTo>
                  <a:cubicBezTo>
                    <a:pt x="8651" y="2830"/>
                    <a:pt x="7702" y="5492"/>
                    <a:pt x="6142" y="7829"/>
                  </a:cubicBezTo>
                  <a:cubicBezTo>
                    <a:pt x="4588" y="10166"/>
                    <a:pt x="2497" y="12065"/>
                    <a:pt x="107" y="13319"/>
                  </a:cubicBezTo>
                  <a:cubicBezTo>
                    <a:pt x="27" y="13359"/>
                    <a:pt x="0" y="13452"/>
                    <a:pt x="40" y="13532"/>
                  </a:cubicBezTo>
                  <a:cubicBezTo>
                    <a:pt x="67" y="13585"/>
                    <a:pt x="120" y="13612"/>
                    <a:pt x="173" y="13612"/>
                  </a:cubicBezTo>
                  <a:cubicBezTo>
                    <a:pt x="200" y="13612"/>
                    <a:pt x="226" y="13605"/>
                    <a:pt x="246" y="13592"/>
                  </a:cubicBezTo>
                  <a:cubicBezTo>
                    <a:pt x="2683" y="12317"/>
                    <a:pt x="4814" y="10378"/>
                    <a:pt x="6401" y="8001"/>
                  </a:cubicBezTo>
                  <a:cubicBezTo>
                    <a:pt x="7987" y="5618"/>
                    <a:pt x="8957" y="2909"/>
                    <a:pt x="9196" y="167"/>
                  </a:cubicBezTo>
                  <a:cubicBezTo>
                    <a:pt x="9209" y="81"/>
                    <a:pt x="9143" y="8"/>
                    <a:pt x="9056" y="1"/>
                  </a:cubicBezTo>
                  <a:cubicBezTo>
                    <a:pt x="9052" y="1"/>
                    <a:pt x="9048" y="1"/>
                    <a:pt x="9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6;p72">
              <a:extLst>
                <a:ext uri="{FF2B5EF4-FFF2-40B4-BE49-F238E27FC236}">
                  <a16:creationId xmlns:a16="http://schemas.microsoft.com/office/drawing/2014/main" id="{A7F8FE5D-4471-4D4A-4E9C-74D2BBDDD8F2}"/>
                </a:ext>
              </a:extLst>
            </p:cNvPr>
            <p:cNvSpPr/>
            <p:nvPr/>
          </p:nvSpPr>
          <p:spPr>
            <a:xfrm>
              <a:off x="7365200" y="4062025"/>
              <a:ext cx="110575" cy="243900"/>
            </a:xfrm>
            <a:custGeom>
              <a:avLst/>
              <a:gdLst/>
              <a:ahLst/>
              <a:cxnLst/>
              <a:rect l="l" t="t" r="r" b="b"/>
              <a:pathLst>
                <a:path w="4423" h="9756" extrusionOk="0">
                  <a:moveTo>
                    <a:pt x="3228" y="0"/>
                  </a:moveTo>
                  <a:cubicBezTo>
                    <a:pt x="3219" y="0"/>
                    <a:pt x="3209" y="1"/>
                    <a:pt x="3200" y="3"/>
                  </a:cubicBezTo>
                  <a:cubicBezTo>
                    <a:pt x="3114" y="23"/>
                    <a:pt x="3068" y="109"/>
                    <a:pt x="3081" y="188"/>
                  </a:cubicBezTo>
                  <a:cubicBezTo>
                    <a:pt x="3732" y="3090"/>
                    <a:pt x="4077" y="6071"/>
                    <a:pt x="4110" y="9045"/>
                  </a:cubicBezTo>
                  <a:cubicBezTo>
                    <a:pt x="3605" y="8615"/>
                    <a:pt x="2954" y="8378"/>
                    <a:pt x="2300" y="8378"/>
                  </a:cubicBezTo>
                  <a:cubicBezTo>
                    <a:pt x="2257" y="8378"/>
                    <a:pt x="2214" y="8379"/>
                    <a:pt x="2171" y="8381"/>
                  </a:cubicBezTo>
                  <a:cubicBezTo>
                    <a:pt x="1341" y="8421"/>
                    <a:pt x="545" y="8846"/>
                    <a:pt x="53" y="9510"/>
                  </a:cubicBezTo>
                  <a:cubicBezTo>
                    <a:pt x="0" y="9576"/>
                    <a:pt x="14" y="9676"/>
                    <a:pt x="80" y="9729"/>
                  </a:cubicBezTo>
                  <a:cubicBezTo>
                    <a:pt x="113" y="9749"/>
                    <a:pt x="140" y="9755"/>
                    <a:pt x="173" y="9755"/>
                  </a:cubicBezTo>
                  <a:cubicBezTo>
                    <a:pt x="219" y="9755"/>
                    <a:pt x="266" y="9736"/>
                    <a:pt x="299" y="9696"/>
                  </a:cubicBezTo>
                  <a:cubicBezTo>
                    <a:pt x="744" y="9098"/>
                    <a:pt x="1448" y="8720"/>
                    <a:pt x="2185" y="8687"/>
                  </a:cubicBezTo>
                  <a:cubicBezTo>
                    <a:pt x="2226" y="8684"/>
                    <a:pt x="2268" y="8683"/>
                    <a:pt x="2310" y="8683"/>
                  </a:cubicBezTo>
                  <a:cubicBezTo>
                    <a:pt x="2998" y="8683"/>
                    <a:pt x="3681" y="8990"/>
                    <a:pt x="4156" y="9510"/>
                  </a:cubicBezTo>
                  <a:cubicBezTo>
                    <a:pt x="4184" y="9542"/>
                    <a:pt x="4225" y="9559"/>
                    <a:pt x="4268" y="9559"/>
                  </a:cubicBezTo>
                  <a:cubicBezTo>
                    <a:pt x="4286" y="9559"/>
                    <a:pt x="4305" y="9556"/>
                    <a:pt x="4322" y="9550"/>
                  </a:cubicBezTo>
                  <a:cubicBezTo>
                    <a:pt x="4382" y="9523"/>
                    <a:pt x="4422" y="9470"/>
                    <a:pt x="4422" y="9404"/>
                  </a:cubicBezTo>
                  <a:cubicBezTo>
                    <a:pt x="4415" y="6290"/>
                    <a:pt x="4064" y="3163"/>
                    <a:pt x="3386" y="122"/>
                  </a:cubicBezTo>
                  <a:cubicBezTo>
                    <a:pt x="3369" y="46"/>
                    <a:pt x="3299" y="0"/>
                    <a:pt x="3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7;p72">
              <a:extLst>
                <a:ext uri="{FF2B5EF4-FFF2-40B4-BE49-F238E27FC236}">
                  <a16:creationId xmlns:a16="http://schemas.microsoft.com/office/drawing/2014/main" id="{33587268-95A5-9666-652D-1254CF6A4A6F}"/>
                </a:ext>
              </a:extLst>
            </p:cNvPr>
            <p:cNvSpPr/>
            <p:nvPr/>
          </p:nvSpPr>
          <p:spPr>
            <a:xfrm>
              <a:off x="7370175" y="4201625"/>
              <a:ext cx="62275" cy="26300"/>
            </a:xfrm>
            <a:custGeom>
              <a:avLst/>
              <a:gdLst/>
              <a:ahLst/>
              <a:cxnLst/>
              <a:rect l="l" t="t" r="r" b="b"/>
              <a:pathLst>
                <a:path w="2491" h="1052" extrusionOk="0">
                  <a:moveTo>
                    <a:pt x="2321" y="1"/>
                  </a:moveTo>
                  <a:cubicBezTo>
                    <a:pt x="2305" y="1"/>
                    <a:pt x="2288" y="3"/>
                    <a:pt x="2271" y="9"/>
                  </a:cubicBezTo>
                  <a:lnTo>
                    <a:pt x="127" y="752"/>
                  </a:lnTo>
                  <a:cubicBezTo>
                    <a:pt x="40" y="779"/>
                    <a:pt x="1" y="865"/>
                    <a:pt x="27" y="945"/>
                  </a:cubicBezTo>
                  <a:cubicBezTo>
                    <a:pt x="47" y="1011"/>
                    <a:pt x="107" y="1051"/>
                    <a:pt x="173" y="1051"/>
                  </a:cubicBezTo>
                  <a:cubicBezTo>
                    <a:pt x="193" y="1051"/>
                    <a:pt x="206" y="1044"/>
                    <a:pt x="226" y="1038"/>
                  </a:cubicBezTo>
                  <a:lnTo>
                    <a:pt x="2371" y="301"/>
                  </a:lnTo>
                  <a:cubicBezTo>
                    <a:pt x="2450" y="274"/>
                    <a:pt x="2490" y="181"/>
                    <a:pt x="2464" y="102"/>
                  </a:cubicBezTo>
                  <a:cubicBezTo>
                    <a:pt x="2443" y="39"/>
                    <a:pt x="238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8;p72">
              <a:extLst>
                <a:ext uri="{FF2B5EF4-FFF2-40B4-BE49-F238E27FC236}">
                  <a16:creationId xmlns:a16="http://schemas.microsoft.com/office/drawing/2014/main" id="{4D198869-4E9C-362F-91E6-C127E3116F1C}"/>
                </a:ext>
              </a:extLst>
            </p:cNvPr>
            <p:cNvSpPr/>
            <p:nvPr/>
          </p:nvSpPr>
          <p:spPr>
            <a:xfrm>
              <a:off x="7357900" y="4169500"/>
              <a:ext cx="62600" cy="29700"/>
            </a:xfrm>
            <a:custGeom>
              <a:avLst/>
              <a:gdLst/>
              <a:ahLst/>
              <a:cxnLst/>
              <a:rect l="l" t="t" r="r" b="b"/>
              <a:pathLst>
                <a:path w="2504" h="1188" extrusionOk="0">
                  <a:moveTo>
                    <a:pt x="2329" y="1"/>
                  </a:moveTo>
                  <a:cubicBezTo>
                    <a:pt x="2310" y="1"/>
                    <a:pt x="2290" y="4"/>
                    <a:pt x="2271" y="12"/>
                  </a:cubicBezTo>
                  <a:lnTo>
                    <a:pt x="120" y="889"/>
                  </a:lnTo>
                  <a:cubicBezTo>
                    <a:pt x="40" y="922"/>
                    <a:pt x="0" y="1015"/>
                    <a:pt x="33" y="1095"/>
                  </a:cubicBezTo>
                  <a:cubicBezTo>
                    <a:pt x="60" y="1154"/>
                    <a:pt x="113" y="1188"/>
                    <a:pt x="173" y="1188"/>
                  </a:cubicBezTo>
                  <a:cubicBezTo>
                    <a:pt x="193" y="1188"/>
                    <a:pt x="213" y="1188"/>
                    <a:pt x="233" y="1181"/>
                  </a:cubicBezTo>
                  <a:lnTo>
                    <a:pt x="2384" y="298"/>
                  </a:lnTo>
                  <a:cubicBezTo>
                    <a:pt x="2463" y="265"/>
                    <a:pt x="2503" y="178"/>
                    <a:pt x="2470" y="99"/>
                  </a:cubicBezTo>
                  <a:cubicBezTo>
                    <a:pt x="2445" y="38"/>
                    <a:pt x="2389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9;p72">
              <a:extLst>
                <a:ext uri="{FF2B5EF4-FFF2-40B4-BE49-F238E27FC236}">
                  <a16:creationId xmlns:a16="http://schemas.microsoft.com/office/drawing/2014/main" id="{18C44C39-79BE-E544-588B-F98FDCEB7179}"/>
                </a:ext>
              </a:extLst>
            </p:cNvPr>
            <p:cNvSpPr/>
            <p:nvPr/>
          </p:nvSpPr>
          <p:spPr>
            <a:xfrm>
              <a:off x="7350750" y="4128275"/>
              <a:ext cx="71900" cy="27450"/>
            </a:xfrm>
            <a:custGeom>
              <a:avLst/>
              <a:gdLst/>
              <a:ahLst/>
              <a:cxnLst/>
              <a:rect l="l" t="t" r="r" b="b"/>
              <a:pathLst>
                <a:path w="2876" h="1098" extrusionOk="0">
                  <a:moveTo>
                    <a:pt x="2703" y="1"/>
                  </a:moveTo>
                  <a:cubicBezTo>
                    <a:pt x="2687" y="1"/>
                    <a:pt x="2672" y="3"/>
                    <a:pt x="2656" y="8"/>
                  </a:cubicBezTo>
                  <a:lnTo>
                    <a:pt x="127" y="798"/>
                  </a:lnTo>
                  <a:cubicBezTo>
                    <a:pt x="47" y="825"/>
                    <a:pt x="1" y="911"/>
                    <a:pt x="27" y="991"/>
                  </a:cubicBezTo>
                  <a:cubicBezTo>
                    <a:pt x="47" y="1057"/>
                    <a:pt x="107" y="1097"/>
                    <a:pt x="173" y="1097"/>
                  </a:cubicBezTo>
                  <a:cubicBezTo>
                    <a:pt x="187" y="1097"/>
                    <a:pt x="200" y="1097"/>
                    <a:pt x="220" y="1090"/>
                  </a:cubicBezTo>
                  <a:lnTo>
                    <a:pt x="2749" y="300"/>
                  </a:lnTo>
                  <a:cubicBezTo>
                    <a:pt x="2829" y="280"/>
                    <a:pt x="2876" y="194"/>
                    <a:pt x="2849" y="108"/>
                  </a:cubicBezTo>
                  <a:cubicBezTo>
                    <a:pt x="2827" y="43"/>
                    <a:pt x="2767" y="1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80;p72">
              <a:extLst>
                <a:ext uri="{FF2B5EF4-FFF2-40B4-BE49-F238E27FC236}">
                  <a16:creationId xmlns:a16="http://schemas.microsoft.com/office/drawing/2014/main" id="{96C448DB-C377-125B-0526-520DC21D930D}"/>
                </a:ext>
              </a:extLst>
            </p:cNvPr>
            <p:cNvSpPr/>
            <p:nvPr/>
          </p:nvSpPr>
          <p:spPr>
            <a:xfrm>
              <a:off x="7447700" y="1810900"/>
              <a:ext cx="205175" cy="823450"/>
            </a:xfrm>
            <a:custGeom>
              <a:avLst/>
              <a:gdLst/>
              <a:ahLst/>
              <a:cxnLst/>
              <a:rect l="l" t="t" r="r" b="b"/>
              <a:pathLst>
                <a:path w="8207" h="32938" extrusionOk="0">
                  <a:moveTo>
                    <a:pt x="4774" y="1"/>
                  </a:moveTo>
                  <a:cubicBezTo>
                    <a:pt x="3001" y="2730"/>
                    <a:pt x="2204" y="6301"/>
                    <a:pt x="2091" y="8273"/>
                  </a:cubicBezTo>
                  <a:cubicBezTo>
                    <a:pt x="1095" y="12655"/>
                    <a:pt x="644" y="14720"/>
                    <a:pt x="412" y="18026"/>
                  </a:cubicBezTo>
                  <a:cubicBezTo>
                    <a:pt x="0" y="23855"/>
                    <a:pt x="106" y="28005"/>
                    <a:pt x="591" y="32938"/>
                  </a:cubicBezTo>
                  <a:cubicBezTo>
                    <a:pt x="2961" y="32692"/>
                    <a:pt x="5610" y="32002"/>
                    <a:pt x="7828" y="31125"/>
                  </a:cubicBezTo>
                  <a:cubicBezTo>
                    <a:pt x="7243" y="26484"/>
                    <a:pt x="7283" y="22932"/>
                    <a:pt x="6473" y="18365"/>
                  </a:cubicBezTo>
                  <a:cubicBezTo>
                    <a:pt x="6473" y="18365"/>
                    <a:pt x="6526" y="11281"/>
                    <a:pt x="7336" y="8479"/>
                  </a:cubicBezTo>
                  <a:cubicBezTo>
                    <a:pt x="8206" y="5478"/>
                    <a:pt x="7104" y="2072"/>
                    <a:pt x="477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1;p72">
              <a:extLst>
                <a:ext uri="{FF2B5EF4-FFF2-40B4-BE49-F238E27FC236}">
                  <a16:creationId xmlns:a16="http://schemas.microsoft.com/office/drawing/2014/main" id="{1821835E-6DB4-425F-FEC5-A6DD2E99CD79}"/>
                </a:ext>
              </a:extLst>
            </p:cNvPr>
            <p:cNvSpPr/>
            <p:nvPr/>
          </p:nvSpPr>
          <p:spPr>
            <a:xfrm>
              <a:off x="7681375" y="1001300"/>
              <a:ext cx="266600" cy="636025"/>
            </a:xfrm>
            <a:custGeom>
              <a:avLst/>
              <a:gdLst/>
              <a:ahLst/>
              <a:cxnLst/>
              <a:rect l="l" t="t" r="r" b="b"/>
              <a:pathLst>
                <a:path w="10664" h="25441" extrusionOk="0">
                  <a:moveTo>
                    <a:pt x="10324" y="1"/>
                  </a:moveTo>
                  <a:cubicBezTo>
                    <a:pt x="10191" y="1"/>
                    <a:pt x="10065" y="93"/>
                    <a:pt x="10026" y="232"/>
                  </a:cubicBezTo>
                  <a:cubicBezTo>
                    <a:pt x="9362" y="2615"/>
                    <a:pt x="7171" y="7694"/>
                    <a:pt x="5053" y="12600"/>
                  </a:cubicBezTo>
                  <a:cubicBezTo>
                    <a:pt x="2922" y="17526"/>
                    <a:pt x="725" y="22619"/>
                    <a:pt x="47" y="25049"/>
                  </a:cubicBezTo>
                  <a:cubicBezTo>
                    <a:pt x="1" y="25208"/>
                    <a:pt x="94" y="25381"/>
                    <a:pt x="260" y="25427"/>
                  </a:cubicBezTo>
                  <a:cubicBezTo>
                    <a:pt x="286" y="25434"/>
                    <a:pt x="313" y="25440"/>
                    <a:pt x="340" y="25440"/>
                  </a:cubicBezTo>
                  <a:cubicBezTo>
                    <a:pt x="479" y="25440"/>
                    <a:pt x="598" y="25347"/>
                    <a:pt x="638" y="25215"/>
                  </a:cubicBezTo>
                  <a:cubicBezTo>
                    <a:pt x="1309" y="22825"/>
                    <a:pt x="3500" y="17752"/>
                    <a:pt x="5618" y="12846"/>
                  </a:cubicBezTo>
                  <a:cubicBezTo>
                    <a:pt x="7742" y="7920"/>
                    <a:pt x="9940" y="2821"/>
                    <a:pt x="10624" y="397"/>
                  </a:cubicBezTo>
                  <a:cubicBezTo>
                    <a:pt x="10663" y="232"/>
                    <a:pt x="10571" y="59"/>
                    <a:pt x="10405" y="12"/>
                  </a:cubicBezTo>
                  <a:cubicBezTo>
                    <a:pt x="10378" y="5"/>
                    <a:pt x="10351" y="1"/>
                    <a:pt x="10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2;p72">
              <a:extLst>
                <a:ext uri="{FF2B5EF4-FFF2-40B4-BE49-F238E27FC236}">
                  <a16:creationId xmlns:a16="http://schemas.microsoft.com/office/drawing/2014/main" id="{AA229EDC-D57E-221B-6DEF-4674F564F746}"/>
                </a:ext>
              </a:extLst>
            </p:cNvPr>
            <p:cNvSpPr/>
            <p:nvPr/>
          </p:nvSpPr>
          <p:spPr>
            <a:xfrm>
              <a:off x="7521725" y="1617575"/>
              <a:ext cx="278700" cy="304575"/>
            </a:xfrm>
            <a:custGeom>
              <a:avLst/>
              <a:gdLst/>
              <a:ahLst/>
              <a:cxnLst/>
              <a:rect l="l" t="t" r="r" b="b"/>
              <a:pathLst>
                <a:path w="11148" h="12183" extrusionOk="0">
                  <a:moveTo>
                    <a:pt x="5610" y="1360"/>
                  </a:moveTo>
                  <a:cubicBezTo>
                    <a:pt x="5710" y="1360"/>
                    <a:pt x="5809" y="1367"/>
                    <a:pt x="5909" y="1374"/>
                  </a:cubicBezTo>
                  <a:cubicBezTo>
                    <a:pt x="8120" y="1566"/>
                    <a:pt x="9726" y="3843"/>
                    <a:pt x="9501" y="6446"/>
                  </a:cubicBezTo>
                  <a:cubicBezTo>
                    <a:pt x="9279" y="8930"/>
                    <a:pt x="7460" y="10828"/>
                    <a:pt x="5378" y="10828"/>
                  </a:cubicBezTo>
                  <a:cubicBezTo>
                    <a:pt x="5279" y="10828"/>
                    <a:pt x="5179" y="10823"/>
                    <a:pt x="5079" y="10814"/>
                  </a:cubicBezTo>
                  <a:cubicBezTo>
                    <a:pt x="4023" y="10722"/>
                    <a:pt x="3074" y="10151"/>
                    <a:pt x="2397" y="9214"/>
                  </a:cubicBezTo>
                  <a:cubicBezTo>
                    <a:pt x="1700" y="8252"/>
                    <a:pt x="1374" y="7017"/>
                    <a:pt x="1487" y="5742"/>
                  </a:cubicBezTo>
                  <a:cubicBezTo>
                    <a:pt x="1706" y="3259"/>
                    <a:pt x="3525" y="1360"/>
                    <a:pt x="5610" y="1360"/>
                  </a:cubicBezTo>
                  <a:close/>
                  <a:moveTo>
                    <a:pt x="5611" y="1"/>
                  </a:moveTo>
                  <a:cubicBezTo>
                    <a:pt x="2840" y="1"/>
                    <a:pt x="418" y="2429"/>
                    <a:pt x="140" y="5616"/>
                  </a:cubicBezTo>
                  <a:cubicBezTo>
                    <a:pt x="0" y="7223"/>
                    <a:pt x="412" y="8783"/>
                    <a:pt x="1301" y="10011"/>
                  </a:cubicBezTo>
                  <a:cubicBezTo>
                    <a:pt x="2211" y="11273"/>
                    <a:pt x="3506" y="12036"/>
                    <a:pt x="4960" y="12162"/>
                  </a:cubicBezTo>
                  <a:cubicBezTo>
                    <a:pt x="5099" y="12175"/>
                    <a:pt x="5238" y="12182"/>
                    <a:pt x="5378" y="12182"/>
                  </a:cubicBezTo>
                  <a:cubicBezTo>
                    <a:pt x="8160" y="12182"/>
                    <a:pt x="10570" y="9752"/>
                    <a:pt x="10848" y="6565"/>
                  </a:cubicBezTo>
                  <a:cubicBezTo>
                    <a:pt x="11147" y="3219"/>
                    <a:pt x="8983" y="285"/>
                    <a:pt x="6028" y="19"/>
                  </a:cubicBezTo>
                  <a:cubicBezTo>
                    <a:pt x="5889" y="7"/>
                    <a:pt x="5749" y="1"/>
                    <a:pt x="5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3;p72">
              <a:extLst>
                <a:ext uri="{FF2B5EF4-FFF2-40B4-BE49-F238E27FC236}">
                  <a16:creationId xmlns:a16="http://schemas.microsoft.com/office/drawing/2014/main" id="{ECC60FFC-880F-05F0-3822-7D6A1388F440}"/>
                </a:ext>
              </a:extLst>
            </p:cNvPr>
            <p:cNvSpPr/>
            <p:nvPr/>
          </p:nvSpPr>
          <p:spPr>
            <a:xfrm>
              <a:off x="7582800" y="1879800"/>
              <a:ext cx="139100" cy="164650"/>
            </a:xfrm>
            <a:custGeom>
              <a:avLst/>
              <a:gdLst/>
              <a:ahLst/>
              <a:cxnLst/>
              <a:rect l="l" t="t" r="r" b="b"/>
              <a:pathLst>
                <a:path w="5564" h="6586" extrusionOk="0">
                  <a:moveTo>
                    <a:pt x="3486" y="0"/>
                  </a:moveTo>
                  <a:cubicBezTo>
                    <a:pt x="3247" y="47"/>
                    <a:pt x="2961" y="219"/>
                    <a:pt x="2961" y="465"/>
                  </a:cubicBezTo>
                  <a:cubicBezTo>
                    <a:pt x="2955" y="704"/>
                    <a:pt x="3054" y="936"/>
                    <a:pt x="3121" y="1169"/>
                  </a:cubicBezTo>
                  <a:cubicBezTo>
                    <a:pt x="3187" y="1401"/>
                    <a:pt x="3227" y="1667"/>
                    <a:pt x="3114" y="1879"/>
                  </a:cubicBezTo>
                  <a:cubicBezTo>
                    <a:pt x="2317" y="1972"/>
                    <a:pt x="1434" y="2291"/>
                    <a:pt x="897" y="2882"/>
                  </a:cubicBezTo>
                  <a:cubicBezTo>
                    <a:pt x="352" y="3472"/>
                    <a:pt x="33" y="4256"/>
                    <a:pt x="14" y="5053"/>
                  </a:cubicBezTo>
                  <a:cubicBezTo>
                    <a:pt x="0" y="5351"/>
                    <a:pt x="33" y="5657"/>
                    <a:pt x="166" y="5929"/>
                  </a:cubicBezTo>
                  <a:cubicBezTo>
                    <a:pt x="299" y="6194"/>
                    <a:pt x="697" y="6506"/>
                    <a:pt x="990" y="6553"/>
                  </a:cubicBezTo>
                  <a:cubicBezTo>
                    <a:pt x="1123" y="6575"/>
                    <a:pt x="1256" y="6586"/>
                    <a:pt x="1388" y="6586"/>
                  </a:cubicBezTo>
                  <a:cubicBezTo>
                    <a:pt x="2451" y="6586"/>
                    <a:pt x="3471" y="5905"/>
                    <a:pt x="4097" y="5019"/>
                  </a:cubicBezTo>
                  <a:cubicBezTo>
                    <a:pt x="4800" y="4030"/>
                    <a:pt x="5265" y="2755"/>
                    <a:pt x="5564" y="1580"/>
                  </a:cubicBezTo>
                  <a:cubicBezTo>
                    <a:pt x="4867" y="1049"/>
                    <a:pt x="4176" y="525"/>
                    <a:pt x="34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4;p72">
              <a:extLst>
                <a:ext uri="{FF2B5EF4-FFF2-40B4-BE49-F238E27FC236}">
                  <a16:creationId xmlns:a16="http://schemas.microsoft.com/office/drawing/2014/main" id="{48448182-0823-3F36-EBB4-997C8463F331}"/>
                </a:ext>
              </a:extLst>
            </p:cNvPr>
            <p:cNvSpPr/>
            <p:nvPr/>
          </p:nvSpPr>
          <p:spPr>
            <a:xfrm>
              <a:off x="7568850" y="1802425"/>
              <a:ext cx="128175" cy="161475"/>
            </a:xfrm>
            <a:custGeom>
              <a:avLst/>
              <a:gdLst/>
              <a:ahLst/>
              <a:cxnLst/>
              <a:rect l="l" t="t" r="r" b="b"/>
              <a:pathLst>
                <a:path w="5127" h="6459" extrusionOk="0">
                  <a:moveTo>
                    <a:pt x="645" y="0"/>
                  </a:moveTo>
                  <a:cubicBezTo>
                    <a:pt x="381" y="0"/>
                    <a:pt x="113" y="158"/>
                    <a:pt x="1" y="400"/>
                  </a:cubicBezTo>
                  <a:cubicBezTo>
                    <a:pt x="140" y="1137"/>
                    <a:pt x="273" y="1854"/>
                    <a:pt x="412" y="2591"/>
                  </a:cubicBezTo>
                  <a:cubicBezTo>
                    <a:pt x="591" y="3513"/>
                    <a:pt x="213" y="4403"/>
                    <a:pt x="173" y="5339"/>
                  </a:cubicBezTo>
                  <a:cubicBezTo>
                    <a:pt x="846" y="6131"/>
                    <a:pt x="1923" y="6459"/>
                    <a:pt x="3016" y="6459"/>
                  </a:cubicBezTo>
                  <a:cubicBezTo>
                    <a:pt x="3626" y="6459"/>
                    <a:pt x="4242" y="6357"/>
                    <a:pt x="4794" y="6176"/>
                  </a:cubicBezTo>
                  <a:cubicBezTo>
                    <a:pt x="4874" y="4722"/>
                    <a:pt x="5126" y="3208"/>
                    <a:pt x="4993" y="1754"/>
                  </a:cubicBezTo>
                  <a:cubicBezTo>
                    <a:pt x="4973" y="1528"/>
                    <a:pt x="4807" y="1329"/>
                    <a:pt x="4595" y="1256"/>
                  </a:cubicBezTo>
                  <a:cubicBezTo>
                    <a:pt x="4547" y="1239"/>
                    <a:pt x="4494" y="1232"/>
                    <a:pt x="4439" y="1232"/>
                  </a:cubicBezTo>
                  <a:cubicBezTo>
                    <a:pt x="4254" y="1232"/>
                    <a:pt x="4050" y="1320"/>
                    <a:pt x="3938" y="1449"/>
                  </a:cubicBezTo>
                  <a:cubicBezTo>
                    <a:pt x="3958" y="1163"/>
                    <a:pt x="3778" y="864"/>
                    <a:pt x="3506" y="765"/>
                  </a:cubicBezTo>
                  <a:cubicBezTo>
                    <a:pt x="3443" y="740"/>
                    <a:pt x="3373" y="729"/>
                    <a:pt x="3301" y="729"/>
                  </a:cubicBezTo>
                  <a:cubicBezTo>
                    <a:pt x="3066" y="729"/>
                    <a:pt x="2809" y="852"/>
                    <a:pt x="2676" y="1030"/>
                  </a:cubicBezTo>
                  <a:cubicBezTo>
                    <a:pt x="2689" y="705"/>
                    <a:pt x="2450" y="386"/>
                    <a:pt x="2138" y="293"/>
                  </a:cubicBezTo>
                  <a:cubicBezTo>
                    <a:pt x="2072" y="274"/>
                    <a:pt x="2004" y="264"/>
                    <a:pt x="1938" y="264"/>
                  </a:cubicBezTo>
                  <a:cubicBezTo>
                    <a:pt x="1694" y="264"/>
                    <a:pt x="1466" y="393"/>
                    <a:pt x="1335" y="612"/>
                  </a:cubicBezTo>
                  <a:cubicBezTo>
                    <a:pt x="1295" y="313"/>
                    <a:pt x="1043" y="54"/>
                    <a:pt x="744" y="8"/>
                  </a:cubicBezTo>
                  <a:cubicBezTo>
                    <a:pt x="711" y="3"/>
                    <a:pt x="678" y="0"/>
                    <a:pt x="64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5;p72">
              <a:extLst>
                <a:ext uri="{FF2B5EF4-FFF2-40B4-BE49-F238E27FC236}">
                  <a16:creationId xmlns:a16="http://schemas.microsoft.com/office/drawing/2014/main" id="{55A764F0-B3EB-4774-C2F5-950A8CD2DA24}"/>
                </a:ext>
              </a:extLst>
            </p:cNvPr>
            <p:cNvSpPr/>
            <p:nvPr/>
          </p:nvSpPr>
          <p:spPr>
            <a:xfrm>
              <a:off x="7587450" y="1886050"/>
              <a:ext cx="109075" cy="65475"/>
            </a:xfrm>
            <a:custGeom>
              <a:avLst/>
              <a:gdLst/>
              <a:ahLst/>
              <a:cxnLst/>
              <a:rect l="l" t="t" r="r" b="b"/>
              <a:pathLst>
                <a:path w="4363" h="2619" extrusionOk="0">
                  <a:moveTo>
                    <a:pt x="2715" y="0"/>
                  </a:moveTo>
                  <a:cubicBezTo>
                    <a:pt x="2646" y="0"/>
                    <a:pt x="2587" y="44"/>
                    <a:pt x="2570" y="109"/>
                  </a:cubicBezTo>
                  <a:cubicBezTo>
                    <a:pt x="2563" y="148"/>
                    <a:pt x="2550" y="182"/>
                    <a:pt x="2536" y="222"/>
                  </a:cubicBezTo>
                  <a:cubicBezTo>
                    <a:pt x="2457" y="467"/>
                    <a:pt x="2370" y="753"/>
                    <a:pt x="2463" y="1025"/>
                  </a:cubicBezTo>
                  <a:cubicBezTo>
                    <a:pt x="2583" y="1377"/>
                    <a:pt x="2908" y="1576"/>
                    <a:pt x="3240" y="1722"/>
                  </a:cubicBezTo>
                  <a:cubicBezTo>
                    <a:pt x="3174" y="1775"/>
                    <a:pt x="3107" y="1828"/>
                    <a:pt x="3041" y="1881"/>
                  </a:cubicBezTo>
                  <a:cubicBezTo>
                    <a:pt x="2941" y="1961"/>
                    <a:pt x="2848" y="2034"/>
                    <a:pt x="2762" y="2114"/>
                  </a:cubicBezTo>
                  <a:cubicBezTo>
                    <a:pt x="2423" y="1713"/>
                    <a:pt x="1982" y="1479"/>
                    <a:pt x="1538" y="1479"/>
                  </a:cubicBezTo>
                  <a:cubicBezTo>
                    <a:pt x="1503" y="1479"/>
                    <a:pt x="1469" y="1480"/>
                    <a:pt x="1434" y="1483"/>
                  </a:cubicBezTo>
                  <a:cubicBezTo>
                    <a:pt x="857" y="1523"/>
                    <a:pt x="312" y="1875"/>
                    <a:pt x="40" y="2393"/>
                  </a:cubicBezTo>
                  <a:cubicBezTo>
                    <a:pt x="0" y="2466"/>
                    <a:pt x="33" y="2558"/>
                    <a:pt x="106" y="2598"/>
                  </a:cubicBezTo>
                  <a:cubicBezTo>
                    <a:pt x="133" y="2612"/>
                    <a:pt x="153" y="2618"/>
                    <a:pt x="179" y="2618"/>
                  </a:cubicBezTo>
                  <a:cubicBezTo>
                    <a:pt x="233" y="2618"/>
                    <a:pt x="292" y="2585"/>
                    <a:pt x="319" y="2532"/>
                  </a:cubicBezTo>
                  <a:cubicBezTo>
                    <a:pt x="538" y="2114"/>
                    <a:pt x="983" y="1822"/>
                    <a:pt x="1454" y="1788"/>
                  </a:cubicBezTo>
                  <a:cubicBezTo>
                    <a:pt x="1475" y="1787"/>
                    <a:pt x="1496" y="1786"/>
                    <a:pt x="1517" y="1786"/>
                  </a:cubicBezTo>
                  <a:cubicBezTo>
                    <a:pt x="1916" y="1786"/>
                    <a:pt x="2326" y="2023"/>
                    <a:pt x="2616" y="2432"/>
                  </a:cubicBezTo>
                  <a:cubicBezTo>
                    <a:pt x="2643" y="2466"/>
                    <a:pt x="2689" y="2492"/>
                    <a:pt x="2729" y="2492"/>
                  </a:cubicBezTo>
                  <a:cubicBezTo>
                    <a:pt x="2735" y="2493"/>
                    <a:pt x="2741" y="2493"/>
                    <a:pt x="2747" y="2493"/>
                  </a:cubicBezTo>
                  <a:cubicBezTo>
                    <a:pt x="2787" y="2493"/>
                    <a:pt x="2826" y="2475"/>
                    <a:pt x="2855" y="2446"/>
                  </a:cubicBezTo>
                  <a:cubicBezTo>
                    <a:pt x="2955" y="2346"/>
                    <a:pt x="3094" y="2233"/>
                    <a:pt x="3233" y="2127"/>
                  </a:cubicBezTo>
                  <a:cubicBezTo>
                    <a:pt x="3380" y="2007"/>
                    <a:pt x="3526" y="1888"/>
                    <a:pt x="3638" y="1775"/>
                  </a:cubicBezTo>
                  <a:cubicBezTo>
                    <a:pt x="3678" y="1742"/>
                    <a:pt x="3692" y="1689"/>
                    <a:pt x="3678" y="1636"/>
                  </a:cubicBezTo>
                  <a:cubicBezTo>
                    <a:pt x="3665" y="1583"/>
                    <a:pt x="3632" y="1543"/>
                    <a:pt x="3579" y="1523"/>
                  </a:cubicBezTo>
                  <a:cubicBezTo>
                    <a:pt x="3240" y="1397"/>
                    <a:pt x="2862" y="1237"/>
                    <a:pt x="2755" y="925"/>
                  </a:cubicBezTo>
                  <a:cubicBezTo>
                    <a:pt x="2696" y="753"/>
                    <a:pt x="2762" y="534"/>
                    <a:pt x="2828" y="328"/>
                  </a:cubicBezTo>
                  <a:lnTo>
                    <a:pt x="4170" y="534"/>
                  </a:lnTo>
                  <a:cubicBezTo>
                    <a:pt x="4178" y="535"/>
                    <a:pt x="4187" y="536"/>
                    <a:pt x="4196" y="536"/>
                  </a:cubicBezTo>
                  <a:cubicBezTo>
                    <a:pt x="4272" y="536"/>
                    <a:pt x="4337" y="485"/>
                    <a:pt x="4349" y="407"/>
                  </a:cubicBezTo>
                  <a:cubicBezTo>
                    <a:pt x="4362" y="321"/>
                    <a:pt x="4302" y="248"/>
                    <a:pt x="4216" y="235"/>
                  </a:cubicBezTo>
                  <a:lnTo>
                    <a:pt x="2742" y="2"/>
                  </a:lnTo>
                  <a:cubicBezTo>
                    <a:pt x="2733" y="1"/>
                    <a:pt x="2724" y="0"/>
                    <a:pt x="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6;p72">
              <a:extLst>
                <a:ext uri="{FF2B5EF4-FFF2-40B4-BE49-F238E27FC236}">
                  <a16:creationId xmlns:a16="http://schemas.microsoft.com/office/drawing/2014/main" id="{27A36096-98E4-CC85-4304-225924AD78F4}"/>
                </a:ext>
              </a:extLst>
            </p:cNvPr>
            <p:cNvSpPr/>
            <p:nvPr/>
          </p:nvSpPr>
          <p:spPr>
            <a:xfrm>
              <a:off x="7595075" y="1809375"/>
              <a:ext cx="21600" cy="127525"/>
            </a:xfrm>
            <a:custGeom>
              <a:avLst/>
              <a:gdLst/>
              <a:ahLst/>
              <a:cxnLst/>
              <a:rect l="l" t="t" r="r" b="b"/>
              <a:pathLst>
                <a:path w="864" h="5101" extrusionOk="0">
                  <a:moveTo>
                    <a:pt x="308" y="0"/>
                  </a:moveTo>
                  <a:cubicBezTo>
                    <a:pt x="301" y="0"/>
                    <a:pt x="294" y="1"/>
                    <a:pt x="286" y="2"/>
                  </a:cubicBezTo>
                  <a:cubicBezTo>
                    <a:pt x="200" y="15"/>
                    <a:pt x="140" y="95"/>
                    <a:pt x="153" y="181"/>
                  </a:cubicBezTo>
                  <a:lnTo>
                    <a:pt x="472" y="2173"/>
                  </a:lnTo>
                  <a:cubicBezTo>
                    <a:pt x="552" y="2671"/>
                    <a:pt x="399" y="3162"/>
                    <a:pt x="240" y="3680"/>
                  </a:cubicBezTo>
                  <a:cubicBezTo>
                    <a:pt x="167" y="3913"/>
                    <a:pt x="94" y="4145"/>
                    <a:pt x="40" y="4384"/>
                  </a:cubicBezTo>
                  <a:cubicBezTo>
                    <a:pt x="1" y="4577"/>
                    <a:pt x="34" y="4776"/>
                    <a:pt x="127" y="4908"/>
                  </a:cubicBezTo>
                  <a:cubicBezTo>
                    <a:pt x="200" y="5015"/>
                    <a:pt x="306" y="5081"/>
                    <a:pt x="432" y="5101"/>
                  </a:cubicBezTo>
                  <a:lnTo>
                    <a:pt x="459" y="5101"/>
                  </a:lnTo>
                  <a:cubicBezTo>
                    <a:pt x="532" y="5101"/>
                    <a:pt x="598" y="5048"/>
                    <a:pt x="611" y="4975"/>
                  </a:cubicBezTo>
                  <a:cubicBezTo>
                    <a:pt x="625" y="4889"/>
                    <a:pt x="565" y="4809"/>
                    <a:pt x="479" y="4796"/>
                  </a:cubicBezTo>
                  <a:cubicBezTo>
                    <a:pt x="439" y="4789"/>
                    <a:pt x="406" y="4769"/>
                    <a:pt x="379" y="4736"/>
                  </a:cubicBezTo>
                  <a:cubicBezTo>
                    <a:pt x="333" y="4669"/>
                    <a:pt x="319" y="4557"/>
                    <a:pt x="346" y="4450"/>
                  </a:cubicBezTo>
                  <a:cubicBezTo>
                    <a:pt x="392" y="4225"/>
                    <a:pt x="465" y="3992"/>
                    <a:pt x="532" y="3773"/>
                  </a:cubicBezTo>
                  <a:cubicBezTo>
                    <a:pt x="698" y="3242"/>
                    <a:pt x="864" y="2691"/>
                    <a:pt x="777" y="2127"/>
                  </a:cubicBezTo>
                  <a:lnTo>
                    <a:pt x="459" y="135"/>
                  </a:lnTo>
                  <a:cubicBezTo>
                    <a:pt x="447" y="57"/>
                    <a:pt x="380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7;p72">
              <a:extLst>
                <a:ext uri="{FF2B5EF4-FFF2-40B4-BE49-F238E27FC236}">
                  <a16:creationId xmlns:a16="http://schemas.microsoft.com/office/drawing/2014/main" id="{C123DDA3-00CD-8EF5-DFCB-3AECED7BC612}"/>
                </a:ext>
              </a:extLst>
            </p:cNvPr>
            <p:cNvSpPr/>
            <p:nvPr/>
          </p:nvSpPr>
          <p:spPr>
            <a:xfrm>
              <a:off x="7617325" y="1819375"/>
              <a:ext cx="23750" cy="107575"/>
            </a:xfrm>
            <a:custGeom>
              <a:avLst/>
              <a:gdLst/>
              <a:ahLst/>
              <a:cxnLst/>
              <a:rect l="l" t="t" r="r" b="b"/>
              <a:pathLst>
                <a:path w="950" h="4303" extrusionOk="0">
                  <a:moveTo>
                    <a:pt x="757" y="0"/>
                  </a:moveTo>
                  <a:cubicBezTo>
                    <a:pt x="671" y="7"/>
                    <a:pt x="604" y="74"/>
                    <a:pt x="604" y="160"/>
                  </a:cubicBezTo>
                  <a:lnTo>
                    <a:pt x="631" y="2112"/>
                  </a:lnTo>
                  <a:cubicBezTo>
                    <a:pt x="638" y="2543"/>
                    <a:pt x="452" y="2988"/>
                    <a:pt x="279" y="3420"/>
                  </a:cubicBezTo>
                  <a:cubicBezTo>
                    <a:pt x="186" y="3645"/>
                    <a:pt x="93" y="3871"/>
                    <a:pt x="27" y="4103"/>
                  </a:cubicBezTo>
                  <a:cubicBezTo>
                    <a:pt x="0" y="4183"/>
                    <a:pt x="47" y="4269"/>
                    <a:pt x="126" y="4296"/>
                  </a:cubicBezTo>
                  <a:cubicBezTo>
                    <a:pt x="146" y="4296"/>
                    <a:pt x="160" y="4303"/>
                    <a:pt x="173" y="4303"/>
                  </a:cubicBezTo>
                  <a:cubicBezTo>
                    <a:pt x="239" y="4303"/>
                    <a:pt x="299" y="4256"/>
                    <a:pt x="319" y="4190"/>
                  </a:cubicBezTo>
                  <a:cubicBezTo>
                    <a:pt x="385" y="3977"/>
                    <a:pt x="472" y="3765"/>
                    <a:pt x="565" y="3539"/>
                  </a:cubicBezTo>
                  <a:cubicBezTo>
                    <a:pt x="750" y="3081"/>
                    <a:pt x="950" y="2603"/>
                    <a:pt x="943" y="2112"/>
                  </a:cubicBezTo>
                  <a:lnTo>
                    <a:pt x="910" y="153"/>
                  </a:lnTo>
                  <a:cubicBezTo>
                    <a:pt x="910" y="74"/>
                    <a:pt x="843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8;p72">
              <a:extLst>
                <a:ext uri="{FF2B5EF4-FFF2-40B4-BE49-F238E27FC236}">
                  <a16:creationId xmlns:a16="http://schemas.microsoft.com/office/drawing/2014/main" id="{4B531F99-808B-F9A6-D271-BBDA204BA747}"/>
                </a:ext>
              </a:extLst>
            </p:cNvPr>
            <p:cNvSpPr/>
            <p:nvPr/>
          </p:nvSpPr>
          <p:spPr>
            <a:xfrm>
              <a:off x="7657325" y="1834425"/>
              <a:ext cx="14300" cy="62650"/>
            </a:xfrm>
            <a:custGeom>
              <a:avLst/>
              <a:gdLst/>
              <a:ahLst/>
              <a:cxnLst/>
              <a:rect l="l" t="t" r="r" b="b"/>
              <a:pathLst>
                <a:path w="572" h="2506" extrusionOk="0">
                  <a:moveTo>
                    <a:pt x="403" y="1"/>
                  </a:moveTo>
                  <a:cubicBezTo>
                    <a:pt x="327" y="1"/>
                    <a:pt x="265" y="63"/>
                    <a:pt x="259" y="135"/>
                  </a:cubicBezTo>
                  <a:lnTo>
                    <a:pt x="7" y="2333"/>
                  </a:lnTo>
                  <a:cubicBezTo>
                    <a:pt x="0" y="2419"/>
                    <a:pt x="60" y="2492"/>
                    <a:pt x="146" y="2506"/>
                  </a:cubicBezTo>
                  <a:lnTo>
                    <a:pt x="160" y="2506"/>
                  </a:lnTo>
                  <a:cubicBezTo>
                    <a:pt x="239" y="2506"/>
                    <a:pt x="306" y="2446"/>
                    <a:pt x="312" y="2366"/>
                  </a:cubicBezTo>
                  <a:lnTo>
                    <a:pt x="565" y="175"/>
                  </a:lnTo>
                  <a:cubicBezTo>
                    <a:pt x="571" y="89"/>
                    <a:pt x="512" y="9"/>
                    <a:pt x="425" y="3"/>
                  </a:cubicBezTo>
                  <a:cubicBezTo>
                    <a:pt x="418" y="1"/>
                    <a:pt x="410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9;p72">
              <a:extLst>
                <a:ext uri="{FF2B5EF4-FFF2-40B4-BE49-F238E27FC236}">
                  <a16:creationId xmlns:a16="http://schemas.microsoft.com/office/drawing/2014/main" id="{D089DFC2-FE7F-EEE8-F944-662822D9F3FA}"/>
                </a:ext>
              </a:extLst>
            </p:cNvPr>
            <p:cNvSpPr/>
            <p:nvPr/>
          </p:nvSpPr>
          <p:spPr>
            <a:xfrm>
              <a:off x="7578325" y="1887250"/>
              <a:ext cx="23075" cy="24275"/>
            </a:xfrm>
            <a:custGeom>
              <a:avLst/>
              <a:gdLst/>
              <a:ahLst/>
              <a:cxnLst/>
              <a:rect l="l" t="t" r="r" b="b"/>
              <a:pathLst>
                <a:path w="923" h="971" extrusionOk="0">
                  <a:moveTo>
                    <a:pt x="174" y="0"/>
                  </a:moveTo>
                  <a:cubicBezTo>
                    <a:pt x="98" y="0"/>
                    <a:pt x="26" y="58"/>
                    <a:pt x="20" y="140"/>
                  </a:cubicBezTo>
                  <a:cubicBezTo>
                    <a:pt x="0" y="339"/>
                    <a:pt x="73" y="545"/>
                    <a:pt x="219" y="711"/>
                  </a:cubicBezTo>
                  <a:cubicBezTo>
                    <a:pt x="365" y="877"/>
                    <a:pt x="564" y="970"/>
                    <a:pt x="770" y="970"/>
                  </a:cubicBezTo>
                  <a:cubicBezTo>
                    <a:pt x="856" y="970"/>
                    <a:pt x="923" y="904"/>
                    <a:pt x="923" y="818"/>
                  </a:cubicBezTo>
                  <a:cubicBezTo>
                    <a:pt x="923" y="731"/>
                    <a:pt x="856" y="665"/>
                    <a:pt x="770" y="665"/>
                  </a:cubicBezTo>
                  <a:cubicBezTo>
                    <a:pt x="657" y="665"/>
                    <a:pt x="538" y="605"/>
                    <a:pt x="445" y="505"/>
                  </a:cubicBezTo>
                  <a:cubicBezTo>
                    <a:pt x="359" y="406"/>
                    <a:pt x="312" y="286"/>
                    <a:pt x="325" y="167"/>
                  </a:cubicBezTo>
                  <a:cubicBezTo>
                    <a:pt x="332" y="81"/>
                    <a:pt x="272" y="8"/>
                    <a:pt x="186" y="1"/>
                  </a:cubicBezTo>
                  <a:cubicBezTo>
                    <a:pt x="182" y="1"/>
                    <a:pt x="17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90;p72">
              <a:extLst>
                <a:ext uri="{FF2B5EF4-FFF2-40B4-BE49-F238E27FC236}">
                  <a16:creationId xmlns:a16="http://schemas.microsoft.com/office/drawing/2014/main" id="{25A99248-2E6E-C4F0-DE81-7A35AB1EBCFD}"/>
                </a:ext>
              </a:extLst>
            </p:cNvPr>
            <p:cNvSpPr/>
            <p:nvPr/>
          </p:nvSpPr>
          <p:spPr>
            <a:xfrm>
              <a:off x="7639050" y="1908100"/>
              <a:ext cx="17800" cy="23675"/>
            </a:xfrm>
            <a:custGeom>
              <a:avLst/>
              <a:gdLst/>
              <a:ahLst/>
              <a:cxnLst/>
              <a:rect l="l" t="t" r="r" b="b"/>
              <a:pathLst>
                <a:path w="712" h="947" extrusionOk="0">
                  <a:moveTo>
                    <a:pt x="530" y="0"/>
                  </a:moveTo>
                  <a:cubicBezTo>
                    <a:pt x="476" y="0"/>
                    <a:pt x="426" y="30"/>
                    <a:pt x="399" y="83"/>
                  </a:cubicBezTo>
                  <a:lnTo>
                    <a:pt x="41" y="720"/>
                  </a:lnTo>
                  <a:cubicBezTo>
                    <a:pt x="1" y="793"/>
                    <a:pt x="28" y="886"/>
                    <a:pt x="101" y="926"/>
                  </a:cubicBezTo>
                  <a:cubicBezTo>
                    <a:pt x="127" y="940"/>
                    <a:pt x="147" y="946"/>
                    <a:pt x="174" y="946"/>
                  </a:cubicBezTo>
                  <a:cubicBezTo>
                    <a:pt x="227" y="946"/>
                    <a:pt x="280" y="920"/>
                    <a:pt x="313" y="867"/>
                  </a:cubicBezTo>
                  <a:lnTo>
                    <a:pt x="672" y="229"/>
                  </a:lnTo>
                  <a:cubicBezTo>
                    <a:pt x="711" y="156"/>
                    <a:pt x="685" y="63"/>
                    <a:pt x="612" y="23"/>
                  </a:cubicBezTo>
                  <a:cubicBezTo>
                    <a:pt x="585" y="8"/>
                    <a:pt x="557" y="0"/>
                    <a:pt x="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91;p72">
              <a:extLst>
                <a:ext uri="{FF2B5EF4-FFF2-40B4-BE49-F238E27FC236}">
                  <a16:creationId xmlns:a16="http://schemas.microsoft.com/office/drawing/2014/main" id="{334EB09F-545B-C750-5C24-B76AE9883D84}"/>
                </a:ext>
              </a:extLst>
            </p:cNvPr>
            <p:cNvSpPr/>
            <p:nvPr/>
          </p:nvSpPr>
          <p:spPr>
            <a:xfrm>
              <a:off x="7683225" y="1827850"/>
              <a:ext cx="7325" cy="89650"/>
            </a:xfrm>
            <a:custGeom>
              <a:avLst/>
              <a:gdLst/>
              <a:ahLst/>
              <a:cxnLst/>
              <a:rect l="l" t="t" r="r" b="b"/>
              <a:pathLst>
                <a:path w="293" h="3586" extrusionOk="0">
                  <a:moveTo>
                    <a:pt x="292" y="0"/>
                  </a:moveTo>
                  <a:cubicBezTo>
                    <a:pt x="242" y="598"/>
                    <a:pt x="194" y="1195"/>
                    <a:pt x="146" y="1793"/>
                  </a:cubicBezTo>
                  <a:lnTo>
                    <a:pt x="292" y="0"/>
                  </a:lnTo>
                  <a:close/>
                  <a:moveTo>
                    <a:pt x="146" y="1793"/>
                  </a:moveTo>
                  <a:lnTo>
                    <a:pt x="0" y="3585"/>
                  </a:lnTo>
                  <a:cubicBezTo>
                    <a:pt x="50" y="2988"/>
                    <a:pt x="98" y="2390"/>
                    <a:pt x="146" y="1793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92;p72">
              <a:extLst>
                <a:ext uri="{FF2B5EF4-FFF2-40B4-BE49-F238E27FC236}">
                  <a16:creationId xmlns:a16="http://schemas.microsoft.com/office/drawing/2014/main" id="{47827925-E449-92B2-2291-CFC2BC64002B}"/>
                </a:ext>
              </a:extLst>
            </p:cNvPr>
            <p:cNvSpPr/>
            <p:nvPr/>
          </p:nvSpPr>
          <p:spPr>
            <a:xfrm>
              <a:off x="8104475" y="1863200"/>
              <a:ext cx="124325" cy="137625"/>
            </a:xfrm>
            <a:custGeom>
              <a:avLst/>
              <a:gdLst/>
              <a:ahLst/>
              <a:cxnLst/>
              <a:rect l="l" t="t" r="r" b="b"/>
              <a:pathLst>
                <a:path w="4973" h="5505" extrusionOk="0">
                  <a:moveTo>
                    <a:pt x="1972" y="0"/>
                  </a:moveTo>
                  <a:cubicBezTo>
                    <a:pt x="1202" y="558"/>
                    <a:pt x="332" y="1428"/>
                    <a:pt x="0" y="2324"/>
                  </a:cubicBezTo>
                  <a:cubicBezTo>
                    <a:pt x="379" y="3472"/>
                    <a:pt x="1627" y="5398"/>
                    <a:pt x="2829" y="5504"/>
                  </a:cubicBezTo>
                  <a:cubicBezTo>
                    <a:pt x="3911" y="4548"/>
                    <a:pt x="4707" y="1521"/>
                    <a:pt x="4973" y="106"/>
                  </a:cubicBezTo>
                  <a:lnTo>
                    <a:pt x="1972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93;p72">
              <a:extLst>
                <a:ext uri="{FF2B5EF4-FFF2-40B4-BE49-F238E27FC236}">
                  <a16:creationId xmlns:a16="http://schemas.microsoft.com/office/drawing/2014/main" id="{242654B4-9F4D-8536-CBA3-12A60C034E05}"/>
                </a:ext>
              </a:extLst>
            </p:cNvPr>
            <p:cNvSpPr/>
            <p:nvPr/>
          </p:nvSpPr>
          <p:spPr>
            <a:xfrm>
              <a:off x="8097675" y="1664650"/>
              <a:ext cx="179100" cy="303975"/>
            </a:xfrm>
            <a:custGeom>
              <a:avLst/>
              <a:gdLst/>
              <a:ahLst/>
              <a:cxnLst/>
              <a:rect l="l" t="t" r="r" b="b"/>
              <a:pathLst>
                <a:path w="7164" h="12159" extrusionOk="0">
                  <a:moveTo>
                    <a:pt x="4003" y="1356"/>
                  </a:moveTo>
                  <a:cubicBezTo>
                    <a:pt x="4468" y="1396"/>
                    <a:pt x="4926" y="1887"/>
                    <a:pt x="5252" y="2691"/>
                  </a:cubicBezTo>
                  <a:cubicBezTo>
                    <a:pt x="5643" y="3660"/>
                    <a:pt x="5796" y="4928"/>
                    <a:pt x="5677" y="6263"/>
                  </a:cubicBezTo>
                  <a:cubicBezTo>
                    <a:pt x="5564" y="7597"/>
                    <a:pt x="5192" y="8819"/>
                    <a:pt x="4634" y="9702"/>
                  </a:cubicBezTo>
                  <a:cubicBezTo>
                    <a:pt x="4191" y="10405"/>
                    <a:pt x="3681" y="10800"/>
                    <a:pt x="3231" y="10800"/>
                  </a:cubicBezTo>
                  <a:cubicBezTo>
                    <a:pt x="3210" y="10800"/>
                    <a:pt x="3188" y="10799"/>
                    <a:pt x="3167" y="10797"/>
                  </a:cubicBezTo>
                  <a:cubicBezTo>
                    <a:pt x="2696" y="10757"/>
                    <a:pt x="2244" y="10266"/>
                    <a:pt x="1912" y="9463"/>
                  </a:cubicBezTo>
                  <a:cubicBezTo>
                    <a:pt x="1520" y="8493"/>
                    <a:pt x="1368" y="7225"/>
                    <a:pt x="1487" y="5891"/>
                  </a:cubicBezTo>
                  <a:cubicBezTo>
                    <a:pt x="1607" y="4556"/>
                    <a:pt x="1978" y="3335"/>
                    <a:pt x="2536" y="2452"/>
                  </a:cubicBezTo>
                  <a:cubicBezTo>
                    <a:pt x="2974" y="1748"/>
                    <a:pt x="3479" y="1356"/>
                    <a:pt x="3930" y="1356"/>
                  </a:cubicBezTo>
                  <a:close/>
                  <a:moveTo>
                    <a:pt x="3928" y="0"/>
                  </a:moveTo>
                  <a:cubicBezTo>
                    <a:pt x="2993" y="0"/>
                    <a:pt x="2097" y="602"/>
                    <a:pt x="1388" y="1728"/>
                  </a:cubicBezTo>
                  <a:cubicBezTo>
                    <a:pt x="717" y="2790"/>
                    <a:pt x="272" y="4224"/>
                    <a:pt x="133" y="5771"/>
                  </a:cubicBezTo>
                  <a:cubicBezTo>
                    <a:pt x="0" y="7318"/>
                    <a:pt x="186" y="8812"/>
                    <a:pt x="657" y="9974"/>
                  </a:cubicBezTo>
                  <a:cubicBezTo>
                    <a:pt x="1195" y="11288"/>
                    <a:pt x="2038" y="12058"/>
                    <a:pt x="3047" y="12145"/>
                  </a:cubicBezTo>
                  <a:cubicBezTo>
                    <a:pt x="3114" y="12151"/>
                    <a:pt x="3174" y="12158"/>
                    <a:pt x="3240" y="12158"/>
                  </a:cubicBezTo>
                  <a:cubicBezTo>
                    <a:pt x="4176" y="12158"/>
                    <a:pt x="5072" y="11547"/>
                    <a:pt x="5776" y="10425"/>
                  </a:cubicBezTo>
                  <a:cubicBezTo>
                    <a:pt x="6447" y="9363"/>
                    <a:pt x="6891" y="7929"/>
                    <a:pt x="7031" y="6382"/>
                  </a:cubicBezTo>
                  <a:cubicBezTo>
                    <a:pt x="7164" y="4835"/>
                    <a:pt x="6978" y="3341"/>
                    <a:pt x="6506" y="2179"/>
                  </a:cubicBezTo>
                  <a:cubicBezTo>
                    <a:pt x="5975" y="865"/>
                    <a:pt x="5125" y="95"/>
                    <a:pt x="4116" y="8"/>
                  </a:cubicBezTo>
                  <a:cubicBezTo>
                    <a:pt x="4053" y="3"/>
                    <a:pt x="3991" y="0"/>
                    <a:pt x="3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94;p72">
              <a:extLst>
                <a:ext uri="{FF2B5EF4-FFF2-40B4-BE49-F238E27FC236}">
                  <a16:creationId xmlns:a16="http://schemas.microsoft.com/office/drawing/2014/main" id="{CDDF9A7F-A8FE-2D6A-5FF5-E7EA25265CBD}"/>
                </a:ext>
              </a:extLst>
            </p:cNvPr>
            <p:cNvSpPr/>
            <p:nvPr/>
          </p:nvSpPr>
          <p:spPr>
            <a:xfrm>
              <a:off x="8199575" y="1001350"/>
              <a:ext cx="314550" cy="679625"/>
            </a:xfrm>
            <a:custGeom>
              <a:avLst/>
              <a:gdLst/>
              <a:ahLst/>
              <a:cxnLst/>
              <a:rect l="l" t="t" r="r" b="b"/>
              <a:pathLst>
                <a:path w="12582" h="27185" extrusionOk="0">
                  <a:moveTo>
                    <a:pt x="12233" y="1"/>
                  </a:moveTo>
                  <a:cubicBezTo>
                    <a:pt x="12118" y="1"/>
                    <a:pt x="12009" y="66"/>
                    <a:pt x="11951" y="176"/>
                  </a:cubicBezTo>
                  <a:cubicBezTo>
                    <a:pt x="10749" y="2640"/>
                    <a:pt x="8339" y="8143"/>
                    <a:pt x="6009" y="13468"/>
                  </a:cubicBezTo>
                  <a:cubicBezTo>
                    <a:pt x="3685" y="18793"/>
                    <a:pt x="1275" y="24290"/>
                    <a:pt x="80" y="26740"/>
                  </a:cubicBezTo>
                  <a:cubicBezTo>
                    <a:pt x="0" y="26892"/>
                    <a:pt x="67" y="27078"/>
                    <a:pt x="220" y="27151"/>
                  </a:cubicBezTo>
                  <a:cubicBezTo>
                    <a:pt x="266" y="27171"/>
                    <a:pt x="313" y="27184"/>
                    <a:pt x="359" y="27184"/>
                  </a:cubicBezTo>
                  <a:cubicBezTo>
                    <a:pt x="472" y="27184"/>
                    <a:pt x="578" y="27118"/>
                    <a:pt x="631" y="27012"/>
                  </a:cubicBezTo>
                  <a:cubicBezTo>
                    <a:pt x="1833" y="24549"/>
                    <a:pt x="4243" y="19045"/>
                    <a:pt x="6573" y="13720"/>
                  </a:cubicBezTo>
                  <a:cubicBezTo>
                    <a:pt x="8904" y="8396"/>
                    <a:pt x="11307" y="2898"/>
                    <a:pt x="12509" y="442"/>
                  </a:cubicBezTo>
                  <a:cubicBezTo>
                    <a:pt x="12582" y="289"/>
                    <a:pt x="12515" y="110"/>
                    <a:pt x="12363" y="30"/>
                  </a:cubicBezTo>
                  <a:cubicBezTo>
                    <a:pt x="12320" y="10"/>
                    <a:pt x="12276" y="1"/>
                    <a:pt x="1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5;p72">
              <a:extLst>
                <a:ext uri="{FF2B5EF4-FFF2-40B4-BE49-F238E27FC236}">
                  <a16:creationId xmlns:a16="http://schemas.microsoft.com/office/drawing/2014/main" id="{2BDEF001-22E7-CE7A-E6C4-FBB7D6A1AD1C}"/>
                </a:ext>
              </a:extLst>
            </p:cNvPr>
            <p:cNvSpPr/>
            <p:nvPr/>
          </p:nvSpPr>
          <p:spPr>
            <a:xfrm>
              <a:off x="7911925" y="1866675"/>
              <a:ext cx="385425" cy="884450"/>
            </a:xfrm>
            <a:custGeom>
              <a:avLst/>
              <a:gdLst/>
              <a:ahLst/>
              <a:cxnLst/>
              <a:rect l="l" t="t" r="r" b="b"/>
              <a:pathLst>
                <a:path w="15417" h="35378" extrusionOk="0">
                  <a:moveTo>
                    <a:pt x="12741" y="1"/>
                  </a:moveTo>
                  <a:cubicBezTo>
                    <a:pt x="11666" y="691"/>
                    <a:pt x="9960" y="1468"/>
                    <a:pt x="9960" y="1468"/>
                  </a:cubicBezTo>
                  <a:cubicBezTo>
                    <a:pt x="9820" y="2623"/>
                    <a:pt x="9561" y="4841"/>
                    <a:pt x="9422" y="5996"/>
                  </a:cubicBezTo>
                  <a:cubicBezTo>
                    <a:pt x="9316" y="6919"/>
                    <a:pt x="9243" y="7835"/>
                    <a:pt x="9840" y="8545"/>
                  </a:cubicBezTo>
                  <a:cubicBezTo>
                    <a:pt x="9090" y="11745"/>
                    <a:pt x="7868" y="15038"/>
                    <a:pt x="7118" y="18238"/>
                  </a:cubicBezTo>
                  <a:cubicBezTo>
                    <a:pt x="2716" y="27241"/>
                    <a:pt x="266" y="32114"/>
                    <a:pt x="266" y="32114"/>
                  </a:cubicBezTo>
                  <a:cubicBezTo>
                    <a:pt x="1" y="32785"/>
                    <a:pt x="1621" y="33376"/>
                    <a:pt x="2205" y="33787"/>
                  </a:cubicBezTo>
                  <a:cubicBezTo>
                    <a:pt x="3596" y="34778"/>
                    <a:pt x="5271" y="35377"/>
                    <a:pt x="6970" y="35377"/>
                  </a:cubicBezTo>
                  <a:cubicBezTo>
                    <a:pt x="7160" y="35377"/>
                    <a:pt x="7352" y="35370"/>
                    <a:pt x="7543" y="35354"/>
                  </a:cubicBezTo>
                  <a:cubicBezTo>
                    <a:pt x="9475" y="30149"/>
                    <a:pt x="11327" y="26537"/>
                    <a:pt x="12675" y="20243"/>
                  </a:cubicBezTo>
                  <a:cubicBezTo>
                    <a:pt x="13438" y="16691"/>
                    <a:pt x="14102" y="12529"/>
                    <a:pt x="14653" y="8937"/>
                  </a:cubicBezTo>
                  <a:cubicBezTo>
                    <a:pt x="15131" y="5836"/>
                    <a:pt x="15417" y="479"/>
                    <a:pt x="1274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6;p72">
              <a:extLst>
                <a:ext uri="{FF2B5EF4-FFF2-40B4-BE49-F238E27FC236}">
                  <a16:creationId xmlns:a16="http://schemas.microsoft.com/office/drawing/2014/main" id="{F7C3A8CA-B65D-C145-EF78-7DC999DD3FC2}"/>
                </a:ext>
              </a:extLst>
            </p:cNvPr>
            <p:cNvSpPr/>
            <p:nvPr/>
          </p:nvSpPr>
          <p:spPr>
            <a:xfrm>
              <a:off x="8144975" y="1894225"/>
              <a:ext cx="16125" cy="95475"/>
            </a:xfrm>
            <a:custGeom>
              <a:avLst/>
              <a:gdLst/>
              <a:ahLst/>
              <a:cxnLst/>
              <a:rect l="l" t="t" r="r" b="b"/>
              <a:pathLst>
                <a:path w="645" h="3819" extrusionOk="0">
                  <a:moveTo>
                    <a:pt x="479" y="0"/>
                  </a:moveTo>
                  <a:cubicBezTo>
                    <a:pt x="404" y="0"/>
                    <a:pt x="332" y="58"/>
                    <a:pt x="326" y="140"/>
                  </a:cubicBezTo>
                  <a:lnTo>
                    <a:pt x="7" y="3646"/>
                  </a:lnTo>
                  <a:cubicBezTo>
                    <a:pt x="0" y="3732"/>
                    <a:pt x="60" y="3805"/>
                    <a:pt x="146" y="3818"/>
                  </a:cubicBezTo>
                  <a:lnTo>
                    <a:pt x="160" y="3818"/>
                  </a:lnTo>
                  <a:cubicBezTo>
                    <a:pt x="239" y="3818"/>
                    <a:pt x="306" y="3758"/>
                    <a:pt x="312" y="3679"/>
                  </a:cubicBezTo>
                  <a:lnTo>
                    <a:pt x="631" y="167"/>
                  </a:lnTo>
                  <a:cubicBezTo>
                    <a:pt x="644" y="80"/>
                    <a:pt x="578" y="7"/>
                    <a:pt x="491" y="1"/>
                  </a:cubicBez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7;p72">
              <a:extLst>
                <a:ext uri="{FF2B5EF4-FFF2-40B4-BE49-F238E27FC236}">
                  <a16:creationId xmlns:a16="http://schemas.microsoft.com/office/drawing/2014/main" id="{95E0191F-0831-E302-C474-B0E260933811}"/>
                </a:ext>
              </a:extLst>
            </p:cNvPr>
            <p:cNvSpPr/>
            <p:nvPr/>
          </p:nvSpPr>
          <p:spPr>
            <a:xfrm>
              <a:off x="8152100" y="2075200"/>
              <a:ext cx="20450" cy="29850"/>
            </a:xfrm>
            <a:custGeom>
              <a:avLst/>
              <a:gdLst/>
              <a:ahLst/>
              <a:cxnLst/>
              <a:rect l="l" t="t" r="r" b="b"/>
              <a:pathLst>
                <a:path w="818" h="1194" extrusionOk="0">
                  <a:moveTo>
                    <a:pt x="176" y="0"/>
                  </a:moveTo>
                  <a:cubicBezTo>
                    <a:pt x="151" y="0"/>
                    <a:pt x="125" y="6"/>
                    <a:pt x="100" y="18"/>
                  </a:cubicBezTo>
                  <a:cubicBezTo>
                    <a:pt x="27" y="58"/>
                    <a:pt x="1" y="151"/>
                    <a:pt x="41" y="231"/>
                  </a:cubicBezTo>
                  <a:lnTo>
                    <a:pt x="505" y="1107"/>
                  </a:lnTo>
                  <a:cubicBezTo>
                    <a:pt x="538" y="1160"/>
                    <a:pt x="592" y="1193"/>
                    <a:pt x="645" y="1193"/>
                  </a:cubicBezTo>
                  <a:cubicBezTo>
                    <a:pt x="671" y="1193"/>
                    <a:pt x="691" y="1187"/>
                    <a:pt x="718" y="1174"/>
                  </a:cubicBezTo>
                  <a:cubicBezTo>
                    <a:pt x="791" y="1134"/>
                    <a:pt x="817" y="1041"/>
                    <a:pt x="777" y="968"/>
                  </a:cubicBezTo>
                  <a:lnTo>
                    <a:pt x="313" y="85"/>
                  </a:lnTo>
                  <a:cubicBezTo>
                    <a:pt x="285" y="30"/>
                    <a:pt x="23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8;p72">
              <a:extLst>
                <a:ext uri="{FF2B5EF4-FFF2-40B4-BE49-F238E27FC236}">
                  <a16:creationId xmlns:a16="http://schemas.microsoft.com/office/drawing/2014/main" id="{A3AB2368-86FD-8D9F-DB64-53AD8F78D024}"/>
                </a:ext>
              </a:extLst>
            </p:cNvPr>
            <p:cNvSpPr/>
            <p:nvPr/>
          </p:nvSpPr>
          <p:spPr>
            <a:xfrm>
              <a:off x="7154900" y="3139400"/>
              <a:ext cx="813825" cy="601875"/>
            </a:xfrm>
            <a:custGeom>
              <a:avLst/>
              <a:gdLst/>
              <a:ahLst/>
              <a:cxnLst/>
              <a:rect l="l" t="t" r="r" b="b"/>
              <a:pathLst>
                <a:path w="32553" h="24075" extrusionOk="0">
                  <a:moveTo>
                    <a:pt x="8339" y="1"/>
                  </a:moveTo>
                  <a:cubicBezTo>
                    <a:pt x="5564" y="3207"/>
                    <a:pt x="2782" y="6407"/>
                    <a:pt x="1" y="9607"/>
                  </a:cubicBezTo>
                  <a:cubicBezTo>
                    <a:pt x="4767" y="11851"/>
                    <a:pt x="8970" y="15291"/>
                    <a:pt x="12157" y="19486"/>
                  </a:cubicBezTo>
                  <a:cubicBezTo>
                    <a:pt x="13020" y="18291"/>
                    <a:pt x="13883" y="17103"/>
                    <a:pt x="14746" y="15908"/>
                  </a:cubicBezTo>
                  <a:lnTo>
                    <a:pt x="14746" y="15908"/>
                  </a:lnTo>
                  <a:cubicBezTo>
                    <a:pt x="14447" y="17335"/>
                    <a:pt x="14149" y="18763"/>
                    <a:pt x="13856" y="20190"/>
                  </a:cubicBezTo>
                  <a:cubicBezTo>
                    <a:pt x="15194" y="19906"/>
                    <a:pt x="16580" y="19764"/>
                    <a:pt x="17974" y="19764"/>
                  </a:cubicBezTo>
                  <a:cubicBezTo>
                    <a:pt x="22403" y="19764"/>
                    <a:pt x="26906" y="21200"/>
                    <a:pt x="30169" y="24074"/>
                  </a:cubicBezTo>
                  <a:cubicBezTo>
                    <a:pt x="31557" y="18052"/>
                    <a:pt x="32187" y="11778"/>
                    <a:pt x="32552" y="5611"/>
                  </a:cubicBezTo>
                  <a:lnTo>
                    <a:pt x="8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9;p72">
              <a:extLst>
                <a:ext uri="{FF2B5EF4-FFF2-40B4-BE49-F238E27FC236}">
                  <a16:creationId xmlns:a16="http://schemas.microsoft.com/office/drawing/2014/main" id="{CC9AB6E4-C9BA-8C54-2183-EF894081F15B}"/>
                </a:ext>
              </a:extLst>
            </p:cNvPr>
            <p:cNvSpPr/>
            <p:nvPr/>
          </p:nvSpPr>
          <p:spPr>
            <a:xfrm>
              <a:off x="7517900" y="3368450"/>
              <a:ext cx="41350" cy="183100"/>
            </a:xfrm>
            <a:custGeom>
              <a:avLst/>
              <a:gdLst/>
              <a:ahLst/>
              <a:cxnLst/>
              <a:rect l="l" t="t" r="r" b="b"/>
              <a:pathLst>
                <a:path w="1654" h="7324" extrusionOk="0">
                  <a:moveTo>
                    <a:pt x="545" y="1"/>
                  </a:moveTo>
                  <a:cubicBezTo>
                    <a:pt x="458" y="1"/>
                    <a:pt x="392" y="67"/>
                    <a:pt x="392" y="147"/>
                  </a:cubicBezTo>
                  <a:cubicBezTo>
                    <a:pt x="379" y="877"/>
                    <a:pt x="983" y="1508"/>
                    <a:pt x="1315" y="1800"/>
                  </a:cubicBezTo>
                  <a:lnTo>
                    <a:pt x="20" y="7138"/>
                  </a:lnTo>
                  <a:cubicBezTo>
                    <a:pt x="0" y="7217"/>
                    <a:pt x="53" y="7304"/>
                    <a:pt x="133" y="7324"/>
                  </a:cubicBezTo>
                  <a:lnTo>
                    <a:pt x="173" y="7324"/>
                  </a:lnTo>
                  <a:cubicBezTo>
                    <a:pt x="239" y="7324"/>
                    <a:pt x="306" y="7277"/>
                    <a:pt x="319" y="7211"/>
                  </a:cubicBezTo>
                  <a:lnTo>
                    <a:pt x="1640" y="1780"/>
                  </a:lnTo>
                  <a:cubicBezTo>
                    <a:pt x="1654" y="1720"/>
                    <a:pt x="1634" y="1660"/>
                    <a:pt x="1587" y="1621"/>
                  </a:cubicBezTo>
                  <a:cubicBezTo>
                    <a:pt x="1375" y="1448"/>
                    <a:pt x="691" y="824"/>
                    <a:pt x="697" y="153"/>
                  </a:cubicBezTo>
                  <a:cubicBezTo>
                    <a:pt x="697" y="67"/>
                    <a:pt x="631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00;p72">
              <a:extLst>
                <a:ext uri="{FF2B5EF4-FFF2-40B4-BE49-F238E27FC236}">
                  <a16:creationId xmlns:a16="http://schemas.microsoft.com/office/drawing/2014/main" id="{F8CB990B-989A-2A71-A4DD-68B1DF5B11C3}"/>
                </a:ext>
              </a:extLst>
            </p:cNvPr>
            <p:cNvSpPr/>
            <p:nvPr/>
          </p:nvSpPr>
          <p:spPr>
            <a:xfrm>
              <a:off x="7797900" y="3258550"/>
              <a:ext cx="124350" cy="171000"/>
            </a:xfrm>
            <a:custGeom>
              <a:avLst/>
              <a:gdLst/>
              <a:ahLst/>
              <a:cxnLst/>
              <a:rect l="l" t="t" r="r" b="b"/>
              <a:pathLst>
                <a:path w="4974" h="6840" extrusionOk="0">
                  <a:moveTo>
                    <a:pt x="160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0" y="15"/>
                    <a:pt x="1" y="88"/>
                    <a:pt x="14" y="174"/>
                  </a:cubicBezTo>
                  <a:cubicBezTo>
                    <a:pt x="353" y="2969"/>
                    <a:pt x="2205" y="5578"/>
                    <a:pt x="4728" y="6820"/>
                  </a:cubicBezTo>
                  <a:cubicBezTo>
                    <a:pt x="4748" y="6833"/>
                    <a:pt x="4768" y="6840"/>
                    <a:pt x="4794" y="6840"/>
                  </a:cubicBezTo>
                  <a:cubicBezTo>
                    <a:pt x="4854" y="6840"/>
                    <a:pt x="4907" y="6807"/>
                    <a:pt x="4934" y="6754"/>
                  </a:cubicBezTo>
                  <a:cubicBezTo>
                    <a:pt x="4973" y="6674"/>
                    <a:pt x="4940" y="6581"/>
                    <a:pt x="4861" y="6548"/>
                  </a:cubicBezTo>
                  <a:cubicBezTo>
                    <a:pt x="2431" y="5346"/>
                    <a:pt x="645" y="2830"/>
                    <a:pt x="319" y="134"/>
                  </a:cubicBezTo>
                  <a:cubicBezTo>
                    <a:pt x="307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01;p72">
              <a:extLst>
                <a:ext uri="{FF2B5EF4-FFF2-40B4-BE49-F238E27FC236}">
                  <a16:creationId xmlns:a16="http://schemas.microsoft.com/office/drawing/2014/main" id="{D66542CE-B883-DCBC-E026-4ADCCCC9E76A}"/>
                </a:ext>
              </a:extLst>
            </p:cNvPr>
            <p:cNvSpPr/>
            <p:nvPr/>
          </p:nvSpPr>
          <p:spPr>
            <a:xfrm>
              <a:off x="7296475" y="3135775"/>
              <a:ext cx="136975" cy="64400"/>
            </a:xfrm>
            <a:custGeom>
              <a:avLst/>
              <a:gdLst/>
              <a:ahLst/>
              <a:cxnLst/>
              <a:rect l="l" t="t" r="r" b="b"/>
              <a:pathLst>
                <a:path w="5479" h="2576" extrusionOk="0">
                  <a:moveTo>
                    <a:pt x="5300" y="0"/>
                  </a:moveTo>
                  <a:cubicBezTo>
                    <a:pt x="5253" y="0"/>
                    <a:pt x="5207" y="23"/>
                    <a:pt x="5179" y="66"/>
                  </a:cubicBezTo>
                  <a:cubicBezTo>
                    <a:pt x="4184" y="1428"/>
                    <a:pt x="2475" y="2268"/>
                    <a:pt x="789" y="2268"/>
                  </a:cubicBezTo>
                  <a:cubicBezTo>
                    <a:pt x="585" y="2268"/>
                    <a:pt x="382" y="2255"/>
                    <a:pt x="180" y="2230"/>
                  </a:cubicBezTo>
                  <a:cubicBezTo>
                    <a:pt x="176" y="2230"/>
                    <a:pt x="171" y="2230"/>
                    <a:pt x="167" y="2230"/>
                  </a:cubicBezTo>
                  <a:cubicBezTo>
                    <a:pt x="86" y="2230"/>
                    <a:pt x="20" y="2288"/>
                    <a:pt x="7" y="2370"/>
                  </a:cubicBezTo>
                  <a:cubicBezTo>
                    <a:pt x="1" y="2449"/>
                    <a:pt x="60" y="2529"/>
                    <a:pt x="140" y="2536"/>
                  </a:cubicBezTo>
                  <a:cubicBezTo>
                    <a:pt x="366" y="2562"/>
                    <a:pt x="585" y="2576"/>
                    <a:pt x="804" y="2576"/>
                  </a:cubicBezTo>
                  <a:cubicBezTo>
                    <a:pt x="2603" y="2576"/>
                    <a:pt x="4363" y="1706"/>
                    <a:pt x="5425" y="245"/>
                  </a:cubicBezTo>
                  <a:cubicBezTo>
                    <a:pt x="5478" y="179"/>
                    <a:pt x="5465" y="79"/>
                    <a:pt x="5392" y="33"/>
                  </a:cubicBezTo>
                  <a:cubicBezTo>
                    <a:pt x="5365" y="11"/>
                    <a:pt x="5332" y="0"/>
                    <a:pt x="5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02;p72">
              <a:extLst>
                <a:ext uri="{FF2B5EF4-FFF2-40B4-BE49-F238E27FC236}">
                  <a16:creationId xmlns:a16="http://schemas.microsoft.com/office/drawing/2014/main" id="{7616359C-9B21-6C24-0AF1-4F6A3C270200}"/>
                </a:ext>
              </a:extLst>
            </p:cNvPr>
            <p:cNvSpPr/>
            <p:nvPr/>
          </p:nvSpPr>
          <p:spPr>
            <a:xfrm>
              <a:off x="7191250" y="3328925"/>
              <a:ext cx="311900" cy="237900"/>
            </a:xfrm>
            <a:custGeom>
              <a:avLst/>
              <a:gdLst/>
              <a:ahLst/>
              <a:cxnLst/>
              <a:rect l="l" t="t" r="r" b="b"/>
              <a:pathLst>
                <a:path w="12476" h="9516" extrusionOk="0">
                  <a:moveTo>
                    <a:pt x="181" y="1"/>
                  </a:moveTo>
                  <a:cubicBezTo>
                    <a:pt x="125" y="1"/>
                    <a:pt x="69" y="31"/>
                    <a:pt x="40" y="88"/>
                  </a:cubicBezTo>
                  <a:cubicBezTo>
                    <a:pt x="0" y="161"/>
                    <a:pt x="34" y="254"/>
                    <a:pt x="107" y="294"/>
                  </a:cubicBezTo>
                  <a:cubicBezTo>
                    <a:pt x="4688" y="2584"/>
                    <a:pt x="8751" y="5671"/>
                    <a:pt x="12190" y="9462"/>
                  </a:cubicBezTo>
                  <a:cubicBezTo>
                    <a:pt x="12217" y="9495"/>
                    <a:pt x="12263" y="9515"/>
                    <a:pt x="12303" y="9515"/>
                  </a:cubicBezTo>
                  <a:cubicBezTo>
                    <a:pt x="12343" y="9515"/>
                    <a:pt x="12376" y="9502"/>
                    <a:pt x="12402" y="9476"/>
                  </a:cubicBezTo>
                  <a:cubicBezTo>
                    <a:pt x="12469" y="9416"/>
                    <a:pt x="12475" y="9323"/>
                    <a:pt x="12416" y="9256"/>
                  </a:cubicBezTo>
                  <a:cubicBezTo>
                    <a:pt x="8957" y="5432"/>
                    <a:pt x="4860" y="2325"/>
                    <a:pt x="246" y="15"/>
                  </a:cubicBezTo>
                  <a:cubicBezTo>
                    <a:pt x="226" y="5"/>
                    <a:pt x="203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03;p72">
              <a:extLst>
                <a:ext uri="{FF2B5EF4-FFF2-40B4-BE49-F238E27FC236}">
                  <a16:creationId xmlns:a16="http://schemas.microsoft.com/office/drawing/2014/main" id="{E93E41C7-FEB7-6D3D-2441-FD06FAFF35F2}"/>
                </a:ext>
              </a:extLst>
            </p:cNvPr>
            <p:cNvSpPr/>
            <p:nvPr/>
          </p:nvSpPr>
          <p:spPr>
            <a:xfrm>
              <a:off x="7499150" y="3563750"/>
              <a:ext cx="437700" cy="91375"/>
            </a:xfrm>
            <a:custGeom>
              <a:avLst/>
              <a:gdLst/>
              <a:ahLst/>
              <a:cxnLst/>
              <a:rect l="l" t="t" r="r" b="b"/>
              <a:pathLst>
                <a:path w="17508" h="3655" extrusionOk="0">
                  <a:moveTo>
                    <a:pt x="5954" y="0"/>
                  </a:moveTo>
                  <a:cubicBezTo>
                    <a:pt x="3989" y="0"/>
                    <a:pt x="2024" y="274"/>
                    <a:pt x="133" y="833"/>
                  </a:cubicBezTo>
                  <a:cubicBezTo>
                    <a:pt x="47" y="853"/>
                    <a:pt x="0" y="939"/>
                    <a:pt x="27" y="1025"/>
                  </a:cubicBezTo>
                  <a:cubicBezTo>
                    <a:pt x="48" y="1090"/>
                    <a:pt x="109" y="1132"/>
                    <a:pt x="173" y="1132"/>
                  </a:cubicBezTo>
                  <a:cubicBezTo>
                    <a:pt x="188" y="1132"/>
                    <a:pt x="204" y="1130"/>
                    <a:pt x="219" y="1125"/>
                  </a:cubicBezTo>
                  <a:cubicBezTo>
                    <a:pt x="2083" y="575"/>
                    <a:pt x="4019" y="306"/>
                    <a:pt x="5953" y="306"/>
                  </a:cubicBezTo>
                  <a:cubicBezTo>
                    <a:pt x="9932" y="306"/>
                    <a:pt x="13907" y="1446"/>
                    <a:pt x="17249" y="3634"/>
                  </a:cubicBezTo>
                  <a:cubicBezTo>
                    <a:pt x="17275" y="3648"/>
                    <a:pt x="17302" y="3654"/>
                    <a:pt x="17335" y="3654"/>
                  </a:cubicBezTo>
                  <a:cubicBezTo>
                    <a:pt x="17382" y="3654"/>
                    <a:pt x="17435" y="3634"/>
                    <a:pt x="17461" y="3588"/>
                  </a:cubicBezTo>
                  <a:cubicBezTo>
                    <a:pt x="17508" y="3515"/>
                    <a:pt x="17488" y="3422"/>
                    <a:pt x="17421" y="3376"/>
                  </a:cubicBezTo>
                  <a:cubicBezTo>
                    <a:pt x="14028" y="1156"/>
                    <a:pt x="999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4;p72">
              <a:extLst>
                <a:ext uri="{FF2B5EF4-FFF2-40B4-BE49-F238E27FC236}">
                  <a16:creationId xmlns:a16="http://schemas.microsoft.com/office/drawing/2014/main" id="{D0492D96-62E5-99EF-9C26-2FF44E6FC1F5}"/>
                </a:ext>
              </a:extLst>
            </p:cNvPr>
            <p:cNvSpPr/>
            <p:nvPr/>
          </p:nvSpPr>
          <p:spPr>
            <a:xfrm>
              <a:off x="7869100" y="3410275"/>
              <a:ext cx="34050" cy="211150"/>
            </a:xfrm>
            <a:custGeom>
              <a:avLst/>
              <a:gdLst/>
              <a:ahLst/>
              <a:cxnLst/>
              <a:rect l="l" t="t" r="r" b="b"/>
              <a:pathLst>
                <a:path w="1362" h="8446" extrusionOk="0">
                  <a:moveTo>
                    <a:pt x="1203" y="0"/>
                  </a:moveTo>
                  <a:cubicBezTo>
                    <a:pt x="1122" y="0"/>
                    <a:pt x="1056" y="58"/>
                    <a:pt x="1043" y="133"/>
                  </a:cubicBezTo>
                  <a:lnTo>
                    <a:pt x="14" y="8273"/>
                  </a:lnTo>
                  <a:cubicBezTo>
                    <a:pt x="1" y="8353"/>
                    <a:pt x="61" y="8432"/>
                    <a:pt x="147" y="8439"/>
                  </a:cubicBezTo>
                  <a:cubicBezTo>
                    <a:pt x="154" y="8446"/>
                    <a:pt x="160" y="8446"/>
                    <a:pt x="167" y="8446"/>
                  </a:cubicBezTo>
                  <a:cubicBezTo>
                    <a:pt x="247" y="8446"/>
                    <a:pt x="313" y="8386"/>
                    <a:pt x="320" y="8306"/>
                  </a:cubicBezTo>
                  <a:lnTo>
                    <a:pt x="1349" y="173"/>
                  </a:lnTo>
                  <a:cubicBezTo>
                    <a:pt x="1362" y="94"/>
                    <a:pt x="1302" y="14"/>
                    <a:pt x="1216" y="1"/>
                  </a:cubicBezTo>
                  <a:cubicBezTo>
                    <a:pt x="1211" y="0"/>
                    <a:pt x="1207" y="0"/>
                    <a:pt x="1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5;p72">
              <a:extLst>
                <a:ext uri="{FF2B5EF4-FFF2-40B4-BE49-F238E27FC236}">
                  <a16:creationId xmlns:a16="http://schemas.microsoft.com/office/drawing/2014/main" id="{EADF47BF-21BD-978C-48BE-520F626D6B7A}"/>
                </a:ext>
              </a:extLst>
            </p:cNvPr>
            <p:cNvSpPr/>
            <p:nvPr/>
          </p:nvSpPr>
          <p:spPr>
            <a:xfrm>
              <a:off x="7462125" y="3400400"/>
              <a:ext cx="82350" cy="137375"/>
            </a:xfrm>
            <a:custGeom>
              <a:avLst/>
              <a:gdLst/>
              <a:ahLst/>
              <a:cxnLst/>
              <a:rect l="l" t="t" r="r" b="b"/>
              <a:pathLst>
                <a:path w="3294" h="5495" extrusionOk="0">
                  <a:moveTo>
                    <a:pt x="3115" y="1"/>
                  </a:moveTo>
                  <a:cubicBezTo>
                    <a:pt x="3063" y="1"/>
                    <a:pt x="3012" y="29"/>
                    <a:pt x="2982" y="77"/>
                  </a:cubicBezTo>
                  <a:lnTo>
                    <a:pt x="40" y="5269"/>
                  </a:lnTo>
                  <a:cubicBezTo>
                    <a:pt x="1" y="5342"/>
                    <a:pt x="27" y="5435"/>
                    <a:pt x="100" y="5475"/>
                  </a:cubicBezTo>
                  <a:cubicBezTo>
                    <a:pt x="120" y="5488"/>
                    <a:pt x="147" y="5495"/>
                    <a:pt x="173" y="5495"/>
                  </a:cubicBezTo>
                  <a:cubicBezTo>
                    <a:pt x="226" y="5495"/>
                    <a:pt x="279" y="5468"/>
                    <a:pt x="306" y="5422"/>
                  </a:cubicBezTo>
                  <a:lnTo>
                    <a:pt x="3254" y="230"/>
                  </a:lnTo>
                  <a:cubicBezTo>
                    <a:pt x="3294" y="157"/>
                    <a:pt x="3267" y="64"/>
                    <a:pt x="3194" y="24"/>
                  </a:cubicBezTo>
                  <a:cubicBezTo>
                    <a:pt x="3169" y="8"/>
                    <a:pt x="3142" y="1"/>
                    <a:pt x="3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6;p72">
              <a:extLst>
                <a:ext uri="{FF2B5EF4-FFF2-40B4-BE49-F238E27FC236}">
                  <a16:creationId xmlns:a16="http://schemas.microsoft.com/office/drawing/2014/main" id="{6D7C1BAD-8A41-23CF-BE57-8A0C1C832965}"/>
                </a:ext>
              </a:extLst>
            </p:cNvPr>
            <p:cNvSpPr/>
            <p:nvPr/>
          </p:nvSpPr>
          <p:spPr>
            <a:xfrm>
              <a:off x="7334500" y="2518150"/>
              <a:ext cx="829075" cy="859800"/>
            </a:xfrm>
            <a:custGeom>
              <a:avLst/>
              <a:gdLst/>
              <a:ahLst/>
              <a:cxnLst/>
              <a:rect l="l" t="t" r="r" b="b"/>
              <a:pathLst>
                <a:path w="33163" h="34392" extrusionOk="0">
                  <a:moveTo>
                    <a:pt x="12123" y="0"/>
                  </a:moveTo>
                  <a:cubicBezTo>
                    <a:pt x="9434" y="578"/>
                    <a:pt x="6619" y="996"/>
                    <a:pt x="3930" y="1574"/>
                  </a:cubicBezTo>
                  <a:cubicBezTo>
                    <a:pt x="4030" y="4966"/>
                    <a:pt x="4150" y="8293"/>
                    <a:pt x="4249" y="11679"/>
                  </a:cubicBezTo>
                  <a:cubicBezTo>
                    <a:pt x="4375" y="16034"/>
                    <a:pt x="2078" y="21438"/>
                    <a:pt x="0" y="25262"/>
                  </a:cubicBezTo>
                  <a:cubicBezTo>
                    <a:pt x="5623" y="25541"/>
                    <a:pt x="18278" y="29080"/>
                    <a:pt x="26544" y="34391"/>
                  </a:cubicBezTo>
                  <a:cubicBezTo>
                    <a:pt x="27712" y="28057"/>
                    <a:pt x="28057" y="20163"/>
                    <a:pt x="30082" y="14049"/>
                  </a:cubicBezTo>
                  <a:cubicBezTo>
                    <a:pt x="31045" y="11147"/>
                    <a:pt x="32200" y="8007"/>
                    <a:pt x="33163" y="5106"/>
                  </a:cubicBezTo>
                  <a:cubicBezTo>
                    <a:pt x="30388" y="4010"/>
                    <a:pt x="27612" y="2915"/>
                    <a:pt x="24837" y="1826"/>
                  </a:cubicBezTo>
                  <a:cubicBezTo>
                    <a:pt x="23981" y="3340"/>
                    <a:pt x="22958" y="4827"/>
                    <a:pt x="22102" y="6341"/>
                  </a:cubicBezTo>
                  <a:cubicBezTo>
                    <a:pt x="20927" y="6540"/>
                    <a:pt x="19606" y="6746"/>
                    <a:pt x="18424" y="6945"/>
                  </a:cubicBezTo>
                  <a:cubicBezTo>
                    <a:pt x="15748" y="5358"/>
                    <a:pt x="13451" y="2815"/>
                    <a:pt x="1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7;p72">
              <a:extLst>
                <a:ext uri="{FF2B5EF4-FFF2-40B4-BE49-F238E27FC236}">
                  <a16:creationId xmlns:a16="http://schemas.microsoft.com/office/drawing/2014/main" id="{4B69ECE0-D70F-371A-CAC4-D50203A03A7F}"/>
                </a:ext>
              </a:extLst>
            </p:cNvPr>
            <p:cNvSpPr/>
            <p:nvPr/>
          </p:nvSpPr>
          <p:spPr>
            <a:xfrm>
              <a:off x="7362200" y="3098475"/>
              <a:ext cx="657800" cy="211250"/>
            </a:xfrm>
            <a:custGeom>
              <a:avLst/>
              <a:gdLst/>
              <a:ahLst/>
              <a:cxnLst/>
              <a:rect l="l" t="t" r="r" b="b"/>
              <a:pathLst>
                <a:path w="26312" h="8450" extrusionOk="0">
                  <a:moveTo>
                    <a:pt x="170" y="0"/>
                  </a:moveTo>
                  <a:cubicBezTo>
                    <a:pt x="99" y="0"/>
                    <a:pt x="38" y="50"/>
                    <a:pt x="21" y="124"/>
                  </a:cubicBezTo>
                  <a:cubicBezTo>
                    <a:pt x="1" y="204"/>
                    <a:pt x="54" y="290"/>
                    <a:pt x="140" y="303"/>
                  </a:cubicBezTo>
                  <a:cubicBezTo>
                    <a:pt x="9004" y="2182"/>
                    <a:pt x="17727" y="4917"/>
                    <a:pt x="26080" y="8436"/>
                  </a:cubicBezTo>
                  <a:cubicBezTo>
                    <a:pt x="26099" y="8443"/>
                    <a:pt x="26119" y="8449"/>
                    <a:pt x="26139" y="8449"/>
                  </a:cubicBezTo>
                  <a:cubicBezTo>
                    <a:pt x="26199" y="8449"/>
                    <a:pt x="26259" y="8410"/>
                    <a:pt x="26279" y="8350"/>
                  </a:cubicBezTo>
                  <a:cubicBezTo>
                    <a:pt x="26312" y="8270"/>
                    <a:pt x="26279" y="8184"/>
                    <a:pt x="26199" y="8151"/>
                  </a:cubicBezTo>
                  <a:cubicBezTo>
                    <a:pt x="17834" y="4625"/>
                    <a:pt x="9083" y="1883"/>
                    <a:pt x="207" y="4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8;p72">
              <a:extLst>
                <a:ext uri="{FF2B5EF4-FFF2-40B4-BE49-F238E27FC236}">
                  <a16:creationId xmlns:a16="http://schemas.microsoft.com/office/drawing/2014/main" id="{4784F3F8-CDFE-8F83-2DFD-AD29898E9069}"/>
                </a:ext>
              </a:extLst>
            </p:cNvPr>
            <p:cNvSpPr/>
            <p:nvPr/>
          </p:nvSpPr>
          <p:spPr>
            <a:xfrm>
              <a:off x="7645375" y="2688250"/>
              <a:ext cx="215125" cy="94325"/>
            </a:xfrm>
            <a:custGeom>
              <a:avLst/>
              <a:gdLst/>
              <a:ahLst/>
              <a:cxnLst/>
              <a:rect l="l" t="t" r="r" b="b"/>
              <a:pathLst>
                <a:path w="8605" h="3773" extrusionOk="0">
                  <a:moveTo>
                    <a:pt x="8429" y="1"/>
                  </a:moveTo>
                  <a:cubicBezTo>
                    <a:pt x="8371" y="1"/>
                    <a:pt x="8316" y="31"/>
                    <a:pt x="8293" y="88"/>
                  </a:cubicBezTo>
                  <a:cubicBezTo>
                    <a:pt x="7708" y="1243"/>
                    <a:pt x="6918" y="2159"/>
                    <a:pt x="5995" y="2743"/>
                  </a:cubicBezTo>
                  <a:cubicBezTo>
                    <a:pt x="5256" y="3213"/>
                    <a:pt x="4404" y="3462"/>
                    <a:pt x="3590" y="3462"/>
                  </a:cubicBezTo>
                  <a:cubicBezTo>
                    <a:pt x="3265" y="3462"/>
                    <a:pt x="2946" y="3422"/>
                    <a:pt x="2643" y="3341"/>
                  </a:cubicBezTo>
                  <a:cubicBezTo>
                    <a:pt x="1474" y="3035"/>
                    <a:pt x="545" y="2093"/>
                    <a:pt x="319" y="1011"/>
                  </a:cubicBezTo>
                  <a:cubicBezTo>
                    <a:pt x="302" y="936"/>
                    <a:pt x="241" y="887"/>
                    <a:pt x="169" y="887"/>
                  </a:cubicBezTo>
                  <a:cubicBezTo>
                    <a:pt x="157" y="887"/>
                    <a:pt x="145" y="888"/>
                    <a:pt x="133" y="891"/>
                  </a:cubicBezTo>
                  <a:cubicBezTo>
                    <a:pt x="53" y="904"/>
                    <a:pt x="0" y="991"/>
                    <a:pt x="14" y="1070"/>
                  </a:cubicBezTo>
                  <a:cubicBezTo>
                    <a:pt x="266" y="2272"/>
                    <a:pt x="1288" y="3301"/>
                    <a:pt x="2563" y="3640"/>
                  </a:cubicBezTo>
                  <a:cubicBezTo>
                    <a:pt x="2895" y="3733"/>
                    <a:pt x="3247" y="3772"/>
                    <a:pt x="3599" y="3772"/>
                  </a:cubicBezTo>
                  <a:cubicBezTo>
                    <a:pt x="4468" y="3772"/>
                    <a:pt x="5365" y="3507"/>
                    <a:pt x="6161" y="3002"/>
                  </a:cubicBezTo>
                  <a:cubicBezTo>
                    <a:pt x="7131" y="2391"/>
                    <a:pt x="7961" y="1429"/>
                    <a:pt x="8565" y="220"/>
                  </a:cubicBezTo>
                  <a:cubicBezTo>
                    <a:pt x="8605" y="147"/>
                    <a:pt x="8571" y="55"/>
                    <a:pt x="8498" y="15"/>
                  </a:cubicBezTo>
                  <a:cubicBezTo>
                    <a:pt x="8476" y="5"/>
                    <a:pt x="8452" y="1"/>
                    <a:pt x="8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9;p72">
              <a:extLst>
                <a:ext uri="{FF2B5EF4-FFF2-40B4-BE49-F238E27FC236}">
                  <a16:creationId xmlns:a16="http://schemas.microsoft.com/office/drawing/2014/main" id="{783FBDFD-E9FB-2DD6-5BD0-9A290004C6DB}"/>
                </a:ext>
              </a:extLst>
            </p:cNvPr>
            <p:cNvSpPr/>
            <p:nvPr/>
          </p:nvSpPr>
          <p:spPr>
            <a:xfrm>
              <a:off x="7874425" y="2673700"/>
              <a:ext cx="16625" cy="27700"/>
            </a:xfrm>
            <a:custGeom>
              <a:avLst/>
              <a:gdLst/>
              <a:ahLst/>
              <a:cxnLst/>
              <a:rect l="l" t="t" r="r" b="b"/>
              <a:pathLst>
                <a:path w="665" h="1108" extrusionOk="0">
                  <a:moveTo>
                    <a:pt x="493" y="1"/>
                  </a:moveTo>
                  <a:cubicBezTo>
                    <a:pt x="430" y="1"/>
                    <a:pt x="371" y="38"/>
                    <a:pt x="346" y="99"/>
                  </a:cubicBezTo>
                  <a:lnTo>
                    <a:pt x="27" y="895"/>
                  </a:lnTo>
                  <a:cubicBezTo>
                    <a:pt x="0" y="975"/>
                    <a:pt x="40" y="1061"/>
                    <a:pt x="113" y="1095"/>
                  </a:cubicBezTo>
                  <a:cubicBezTo>
                    <a:pt x="133" y="1101"/>
                    <a:pt x="153" y="1108"/>
                    <a:pt x="173" y="1108"/>
                  </a:cubicBezTo>
                  <a:cubicBezTo>
                    <a:pt x="233" y="1108"/>
                    <a:pt x="292" y="1068"/>
                    <a:pt x="319" y="1008"/>
                  </a:cubicBezTo>
                  <a:lnTo>
                    <a:pt x="638" y="212"/>
                  </a:lnTo>
                  <a:cubicBezTo>
                    <a:pt x="664" y="132"/>
                    <a:pt x="624" y="46"/>
                    <a:pt x="551" y="12"/>
                  </a:cubicBezTo>
                  <a:cubicBezTo>
                    <a:pt x="532" y="4"/>
                    <a:pt x="512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10;p72">
              <a:extLst>
                <a:ext uri="{FF2B5EF4-FFF2-40B4-BE49-F238E27FC236}">
                  <a16:creationId xmlns:a16="http://schemas.microsoft.com/office/drawing/2014/main" id="{241C4FF7-66B7-3E10-A46E-3C5CE8B6DCF2}"/>
                </a:ext>
              </a:extLst>
            </p:cNvPr>
            <p:cNvSpPr/>
            <p:nvPr/>
          </p:nvSpPr>
          <p:spPr>
            <a:xfrm>
              <a:off x="7935175" y="2589875"/>
              <a:ext cx="220600" cy="93775"/>
            </a:xfrm>
            <a:custGeom>
              <a:avLst/>
              <a:gdLst/>
              <a:ahLst/>
              <a:cxnLst/>
              <a:rect l="l" t="t" r="r" b="b"/>
              <a:pathLst>
                <a:path w="8824" h="3751" extrusionOk="0">
                  <a:moveTo>
                    <a:pt x="173" y="1"/>
                  </a:moveTo>
                  <a:cubicBezTo>
                    <a:pt x="111" y="1"/>
                    <a:pt x="52" y="37"/>
                    <a:pt x="27" y="92"/>
                  </a:cubicBezTo>
                  <a:cubicBezTo>
                    <a:pt x="0" y="172"/>
                    <a:pt x="33" y="265"/>
                    <a:pt x="113" y="298"/>
                  </a:cubicBezTo>
                  <a:lnTo>
                    <a:pt x="8591" y="3737"/>
                  </a:lnTo>
                  <a:cubicBezTo>
                    <a:pt x="8611" y="3751"/>
                    <a:pt x="8631" y="3751"/>
                    <a:pt x="8651" y="3751"/>
                  </a:cubicBezTo>
                  <a:cubicBezTo>
                    <a:pt x="8711" y="3751"/>
                    <a:pt x="8771" y="3717"/>
                    <a:pt x="8791" y="3658"/>
                  </a:cubicBezTo>
                  <a:cubicBezTo>
                    <a:pt x="8824" y="3578"/>
                    <a:pt x="8784" y="3485"/>
                    <a:pt x="8711" y="3452"/>
                  </a:cubicBezTo>
                  <a:lnTo>
                    <a:pt x="233" y="13"/>
                  </a:lnTo>
                  <a:cubicBezTo>
                    <a:pt x="213" y="5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11;p72">
              <a:extLst>
                <a:ext uri="{FF2B5EF4-FFF2-40B4-BE49-F238E27FC236}">
                  <a16:creationId xmlns:a16="http://schemas.microsoft.com/office/drawing/2014/main" id="{9D34907B-EA96-602B-7AD2-86D9F686CA65}"/>
                </a:ext>
              </a:extLst>
            </p:cNvPr>
            <p:cNvSpPr/>
            <p:nvPr/>
          </p:nvSpPr>
          <p:spPr>
            <a:xfrm>
              <a:off x="7431100" y="2553400"/>
              <a:ext cx="195700" cy="44925"/>
            </a:xfrm>
            <a:custGeom>
              <a:avLst/>
              <a:gdLst/>
              <a:ahLst/>
              <a:cxnLst/>
              <a:rect l="l" t="t" r="r" b="b"/>
              <a:pathLst>
                <a:path w="7828" h="1797" extrusionOk="0">
                  <a:moveTo>
                    <a:pt x="7665" y="0"/>
                  </a:moveTo>
                  <a:cubicBezTo>
                    <a:pt x="7653" y="0"/>
                    <a:pt x="7641" y="2"/>
                    <a:pt x="7629" y="4"/>
                  </a:cubicBezTo>
                  <a:lnTo>
                    <a:pt x="140" y="1492"/>
                  </a:lnTo>
                  <a:cubicBezTo>
                    <a:pt x="53" y="1511"/>
                    <a:pt x="0" y="1591"/>
                    <a:pt x="13" y="1677"/>
                  </a:cubicBezTo>
                  <a:cubicBezTo>
                    <a:pt x="33" y="1751"/>
                    <a:pt x="93" y="1797"/>
                    <a:pt x="166" y="1797"/>
                  </a:cubicBezTo>
                  <a:lnTo>
                    <a:pt x="193" y="1797"/>
                  </a:lnTo>
                  <a:lnTo>
                    <a:pt x="7688" y="303"/>
                  </a:lnTo>
                  <a:cubicBezTo>
                    <a:pt x="7775" y="290"/>
                    <a:pt x="7828" y="210"/>
                    <a:pt x="7808" y="124"/>
                  </a:cubicBezTo>
                  <a:cubicBezTo>
                    <a:pt x="7796" y="50"/>
                    <a:pt x="7736" y="0"/>
                    <a:pt x="7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12;p72">
              <a:extLst>
                <a:ext uri="{FF2B5EF4-FFF2-40B4-BE49-F238E27FC236}">
                  <a16:creationId xmlns:a16="http://schemas.microsoft.com/office/drawing/2014/main" id="{FD4E1B0A-1499-9CB2-A61D-9F683D549290}"/>
                </a:ext>
              </a:extLst>
            </p:cNvPr>
            <p:cNvSpPr/>
            <p:nvPr/>
          </p:nvSpPr>
          <p:spPr>
            <a:xfrm>
              <a:off x="7522700" y="2782725"/>
              <a:ext cx="335975" cy="342925"/>
            </a:xfrm>
            <a:custGeom>
              <a:avLst/>
              <a:gdLst/>
              <a:ahLst/>
              <a:cxnLst/>
              <a:rect l="l" t="t" r="r" b="b"/>
              <a:pathLst>
                <a:path w="13439" h="13717" extrusionOk="0">
                  <a:moveTo>
                    <a:pt x="7669" y="0"/>
                  </a:moveTo>
                  <a:cubicBezTo>
                    <a:pt x="6717" y="1568"/>
                    <a:pt x="5765" y="3134"/>
                    <a:pt x="4814" y="4700"/>
                  </a:cubicBezTo>
                  <a:lnTo>
                    <a:pt x="4814" y="4700"/>
                  </a:lnTo>
                  <a:cubicBezTo>
                    <a:pt x="3234" y="5054"/>
                    <a:pt x="1652" y="5400"/>
                    <a:pt x="61" y="5723"/>
                  </a:cubicBezTo>
                  <a:cubicBezTo>
                    <a:pt x="1008" y="6397"/>
                    <a:pt x="1953" y="7117"/>
                    <a:pt x="2890" y="7866"/>
                  </a:cubicBezTo>
                  <a:lnTo>
                    <a:pt x="2890" y="7866"/>
                  </a:lnTo>
                  <a:cubicBezTo>
                    <a:pt x="1927" y="9450"/>
                    <a:pt x="964" y="11035"/>
                    <a:pt x="1" y="12621"/>
                  </a:cubicBezTo>
                  <a:cubicBezTo>
                    <a:pt x="1749" y="11751"/>
                    <a:pt x="3406" y="10726"/>
                    <a:pt x="5003" y="9606"/>
                  </a:cubicBezTo>
                  <a:lnTo>
                    <a:pt x="5003" y="9606"/>
                  </a:lnTo>
                  <a:cubicBezTo>
                    <a:pt x="6608" y="10964"/>
                    <a:pt x="8178" y="12366"/>
                    <a:pt x="9687" y="13717"/>
                  </a:cubicBezTo>
                  <a:cubicBezTo>
                    <a:pt x="9354" y="11413"/>
                    <a:pt x="9015" y="9116"/>
                    <a:pt x="8675" y="6819"/>
                  </a:cubicBezTo>
                  <a:lnTo>
                    <a:pt x="8675" y="6819"/>
                  </a:lnTo>
                  <a:cubicBezTo>
                    <a:pt x="10289" y="5513"/>
                    <a:pt x="11864" y="4153"/>
                    <a:pt x="13439" y="2808"/>
                  </a:cubicBezTo>
                  <a:lnTo>
                    <a:pt x="13439" y="2808"/>
                  </a:lnTo>
                  <a:cubicBezTo>
                    <a:pt x="11699" y="3161"/>
                    <a:pt x="9972" y="3541"/>
                    <a:pt x="8247" y="3928"/>
                  </a:cubicBezTo>
                  <a:lnTo>
                    <a:pt x="8247" y="3928"/>
                  </a:lnTo>
                  <a:cubicBezTo>
                    <a:pt x="8054" y="2620"/>
                    <a:pt x="7861" y="1311"/>
                    <a:pt x="7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13;p72">
              <a:extLst>
                <a:ext uri="{FF2B5EF4-FFF2-40B4-BE49-F238E27FC236}">
                  <a16:creationId xmlns:a16="http://schemas.microsoft.com/office/drawing/2014/main" id="{989E7490-7FD0-3EA5-7D36-0A87BC96E039}"/>
                </a:ext>
              </a:extLst>
            </p:cNvPr>
            <p:cNvSpPr/>
            <p:nvPr/>
          </p:nvSpPr>
          <p:spPr>
            <a:xfrm>
              <a:off x="7670925" y="2620550"/>
              <a:ext cx="157875" cy="138625"/>
            </a:xfrm>
            <a:custGeom>
              <a:avLst/>
              <a:gdLst/>
              <a:ahLst/>
              <a:cxnLst/>
              <a:rect l="l" t="t" r="r" b="b"/>
              <a:pathLst>
                <a:path w="6315" h="5545" extrusionOk="0">
                  <a:moveTo>
                    <a:pt x="4031" y="1"/>
                  </a:moveTo>
                  <a:cubicBezTo>
                    <a:pt x="3340" y="1"/>
                    <a:pt x="2670" y="260"/>
                    <a:pt x="2092" y="645"/>
                  </a:cubicBezTo>
                  <a:cubicBezTo>
                    <a:pt x="1143" y="1275"/>
                    <a:pt x="299" y="2324"/>
                    <a:pt x="114" y="3453"/>
                  </a:cubicBezTo>
                  <a:cubicBezTo>
                    <a:pt x="1" y="4137"/>
                    <a:pt x="412" y="4841"/>
                    <a:pt x="1010" y="5192"/>
                  </a:cubicBezTo>
                  <a:cubicBezTo>
                    <a:pt x="1422" y="5443"/>
                    <a:pt x="1906" y="5544"/>
                    <a:pt x="2393" y="5544"/>
                  </a:cubicBezTo>
                  <a:cubicBezTo>
                    <a:pt x="2604" y="5544"/>
                    <a:pt x="2815" y="5525"/>
                    <a:pt x="3022" y="5491"/>
                  </a:cubicBezTo>
                  <a:cubicBezTo>
                    <a:pt x="4442" y="5246"/>
                    <a:pt x="5710" y="4270"/>
                    <a:pt x="6315" y="2968"/>
                  </a:cubicBezTo>
                  <a:cubicBezTo>
                    <a:pt x="6182" y="2265"/>
                    <a:pt x="6102" y="1574"/>
                    <a:pt x="5976" y="870"/>
                  </a:cubicBezTo>
                  <a:cubicBezTo>
                    <a:pt x="5850" y="193"/>
                    <a:pt x="4721" y="1"/>
                    <a:pt x="403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14;p72">
              <a:extLst>
                <a:ext uri="{FF2B5EF4-FFF2-40B4-BE49-F238E27FC236}">
                  <a16:creationId xmlns:a16="http://schemas.microsoft.com/office/drawing/2014/main" id="{101B31EB-BD20-2972-AB55-3B225E08207B}"/>
                </a:ext>
              </a:extLst>
            </p:cNvPr>
            <p:cNvSpPr/>
            <p:nvPr/>
          </p:nvSpPr>
          <p:spPr>
            <a:xfrm>
              <a:off x="7598725" y="2388750"/>
              <a:ext cx="134300" cy="107375"/>
            </a:xfrm>
            <a:custGeom>
              <a:avLst/>
              <a:gdLst/>
              <a:ahLst/>
              <a:cxnLst/>
              <a:rect l="l" t="t" r="r" b="b"/>
              <a:pathLst>
                <a:path w="5372" h="4295" extrusionOk="0">
                  <a:moveTo>
                    <a:pt x="2104" y="1"/>
                  </a:moveTo>
                  <a:cubicBezTo>
                    <a:pt x="1668" y="1"/>
                    <a:pt x="1216" y="169"/>
                    <a:pt x="797" y="569"/>
                  </a:cubicBezTo>
                  <a:cubicBezTo>
                    <a:pt x="472" y="881"/>
                    <a:pt x="246" y="1292"/>
                    <a:pt x="160" y="1737"/>
                  </a:cubicBezTo>
                  <a:cubicBezTo>
                    <a:pt x="1" y="2541"/>
                    <a:pt x="346" y="3424"/>
                    <a:pt x="1010" y="3902"/>
                  </a:cubicBezTo>
                  <a:cubicBezTo>
                    <a:pt x="1367" y="4162"/>
                    <a:pt x="1809" y="4294"/>
                    <a:pt x="2250" y="4294"/>
                  </a:cubicBezTo>
                  <a:cubicBezTo>
                    <a:pt x="2628" y="4294"/>
                    <a:pt x="3005" y="4197"/>
                    <a:pt x="3327" y="4001"/>
                  </a:cubicBezTo>
                  <a:cubicBezTo>
                    <a:pt x="5371" y="2750"/>
                    <a:pt x="3868" y="1"/>
                    <a:pt x="2104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5;p72">
              <a:extLst>
                <a:ext uri="{FF2B5EF4-FFF2-40B4-BE49-F238E27FC236}">
                  <a16:creationId xmlns:a16="http://schemas.microsoft.com/office/drawing/2014/main" id="{45FD738A-178E-CEC4-69A2-7F80D41AFE0A}"/>
                </a:ext>
              </a:extLst>
            </p:cNvPr>
            <p:cNvSpPr/>
            <p:nvPr/>
          </p:nvSpPr>
          <p:spPr>
            <a:xfrm>
              <a:off x="7690175" y="2371750"/>
              <a:ext cx="12475" cy="50475"/>
            </a:xfrm>
            <a:custGeom>
              <a:avLst/>
              <a:gdLst/>
              <a:ahLst/>
              <a:cxnLst/>
              <a:rect l="l" t="t" r="r" b="b"/>
              <a:pathLst>
                <a:path w="499" h="2019" extrusionOk="0">
                  <a:moveTo>
                    <a:pt x="159" y="0"/>
                  </a:moveTo>
                  <a:cubicBezTo>
                    <a:pt x="155" y="0"/>
                    <a:pt x="151" y="0"/>
                    <a:pt x="147" y="1"/>
                  </a:cubicBezTo>
                  <a:cubicBezTo>
                    <a:pt x="61" y="7"/>
                    <a:pt x="1" y="87"/>
                    <a:pt x="7" y="167"/>
                  </a:cubicBezTo>
                  <a:lnTo>
                    <a:pt x="187" y="1879"/>
                  </a:lnTo>
                  <a:cubicBezTo>
                    <a:pt x="193" y="1959"/>
                    <a:pt x="260" y="2019"/>
                    <a:pt x="339" y="2019"/>
                  </a:cubicBezTo>
                  <a:lnTo>
                    <a:pt x="353" y="2019"/>
                  </a:lnTo>
                  <a:cubicBezTo>
                    <a:pt x="439" y="2012"/>
                    <a:pt x="499" y="1933"/>
                    <a:pt x="492" y="1853"/>
                  </a:cubicBezTo>
                  <a:lnTo>
                    <a:pt x="313" y="140"/>
                  </a:lnTo>
                  <a:cubicBezTo>
                    <a:pt x="307" y="58"/>
                    <a:pt x="234" y="0"/>
                    <a:pt x="159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6;p72">
              <a:extLst>
                <a:ext uri="{FF2B5EF4-FFF2-40B4-BE49-F238E27FC236}">
                  <a16:creationId xmlns:a16="http://schemas.microsoft.com/office/drawing/2014/main" id="{98DA8C1A-4B56-3CC7-C0B1-2E07D184D0DC}"/>
                </a:ext>
              </a:extLst>
            </p:cNvPr>
            <p:cNvSpPr/>
            <p:nvPr/>
          </p:nvSpPr>
          <p:spPr>
            <a:xfrm>
              <a:off x="7608525" y="2412500"/>
              <a:ext cx="292150" cy="241175"/>
            </a:xfrm>
            <a:custGeom>
              <a:avLst/>
              <a:gdLst/>
              <a:ahLst/>
              <a:cxnLst/>
              <a:rect l="l" t="t" r="r" b="b"/>
              <a:pathLst>
                <a:path w="11686" h="9647" extrusionOk="0">
                  <a:moveTo>
                    <a:pt x="5360" y="0"/>
                  </a:moveTo>
                  <a:cubicBezTo>
                    <a:pt x="4433" y="0"/>
                    <a:pt x="3510" y="210"/>
                    <a:pt x="2689" y="648"/>
                  </a:cubicBezTo>
                  <a:cubicBezTo>
                    <a:pt x="1162" y="1464"/>
                    <a:pt x="0" y="3137"/>
                    <a:pt x="213" y="4857"/>
                  </a:cubicBezTo>
                  <a:cubicBezTo>
                    <a:pt x="445" y="6769"/>
                    <a:pt x="2357" y="8177"/>
                    <a:pt x="4103" y="8980"/>
                  </a:cubicBezTo>
                  <a:cubicBezTo>
                    <a:pt x="5075" y="9422"/>
                    <a:pt x="6276" y="9647"/>
                    <a:pt x="7460" y="9647"/>
                  </a:cubicBezTo>
                  <a:cubicBezTo>
                    <a:pt x="8412" y="9647"/>
                    <a:pt x="9354" y="9501"/>
                    <a:pt x="10158" y="9206"/>
                  </a:cubicBezTo>
                  <a:cubicBezTo>
                    <a:pt x="11685" y="7088"/>
                    <a:pt x="11546" y="3921"/>
                    <a:pt x="9826" y="1956"/>
                  </a:cubicBezTo>
                  <a:cubicBezTo>
                    <a:pt x="8719" y="686"/>
                    <a:pt x="7035" y="0"/>
                    <a:pt x="5360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7;p72">
              <a:extLst>
                <a:ext uri="{FF2B5EF4-FFF2-40B4-BE49-F238E27FC236}">
                  <a16:creationId xmlns:a16="http://schemas.microsoft.com/office/drawing/2014/main" id="{815AE597-3851-9ED3-FF4E-C8399EF295C7}"/>
                </a:ext>
              </a:extLst>
            </p:cNvPr>
            <p:cNvSpPr/>
            <p:nvPr/>
          </p:nvSpPr>
          <p:spPr>
            <a:xfrm>
              <a:off x="7834425" y="2426450"/>
              <a:ext cx="153875" cy="113900"/>
            </a:xfrm>
            <a:custGeom>
              <a:avLst/>
              <a:gdLst/>
              <a:ahLst/>
              <a:cxnLst/>
              <a:rect l="l" t="t" r="r" b="b"/>
              <a:pathLst>
                <a:path w="6155" h="4556" extrusionOk="0">
                  <a:moveTo>
                    <a:pt x="3983" y="0"/>
                  </a:moveTo>
                  <a:cubicBezTo>
                    <a:pt x="3593" y="0"/>
                    <a:pt x="3196" y="83"/>
                    <a:pt x="2842" y="236"/>
                  </a:cubicBezTo>
                  <a:cubicBezTo>
                    <a:pt x="1919" y="634"/>
                    <a:pt x="1222" y="1404"/>
                    <a:pt x="551" y="2155"/>
                  </a:cubicBezTo>
                  <a:cubicBezTo>
                    <a:pt x="0" y="2765"/>
                    <a:pt x="571" y="3814"/>
                    <a:pt x="1116" y="4432"/>
                  </a:cubicBezTo>
                  <a:cubicBezTo>
                    <a:pt x="1576" y="4505"/>
                    <a:pt x="2045" y="4556"/>
                    <a:pt x="2512" y="4556"/>
                  </a:cubicBezTo>
                  <a:cubicBezTo>
                    <a:pt x="2893" y="4556"/>
                    <a:pt x="3272" y="4522"/>
                    <a:pt x="3645" y="4438"/>
                  </a:cubicBezTo>
                  <a:cubicBezTo>
                    <a:pt x="4468" y="4259"/>
                    <a:pt x="5265" y="3794"/>
                    <a:pt x="5703" y="3071"/>
                  </a:cubicBezTo>
                  <a:cubicBezTo>
                    <a:pt x="6142" y="2347"/>
                    <a:pt x="6155" y="1338"/>
                    <a:pt x="5610" y="687"/>
                  </a:cubicBezTo>
                  <a:cubicBezTo>
                    <a:pt x="5218" y="213"/>
                    <a:pt x="4608" y="0"/>
                    <a:pt x="3983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8;p72">
              <a:extLst>
                <a:ext uri="{FF2B5EF4-FFF2-40B4-BE49-F238E27FC236}">
                  <a16:creationId xmlns:a16="http://schemas.microsoft.com/office/drawing/2014/main" id="{C9E2F77B-9E36-9A48-3562-DB37EC91AC24}"/>
                </a:ext>
              </a:extLst>
            </p:cNvPr>
            <p:cNvSpPr/>
            <p:nvPr/>
          </p:nvSpPr>
          <p:spPr>
            <a:xfrm>
              <a:off x="7848200" y="2407275"/>
              <a:ext cx="68575" cy="74700"/>
            </a:xfrm>
            <a:custGeom>
              <a:avLst/>
              <a:gdLst/>
              <a:ahLst/>
              <a:cxnLst/>
              <a:rect l="l" t="t" r="r" b="b"/>
              <a:pathLst>
                <a:path w="2743" h="2988" extrusionOk="0">
                  <a:moveTo>
                    <a:pt x="2567" y="1"/>
                  </a:moveTo>
                  <a:cubicBezTo>
                    <a:pt x="2546" y="1"/>
                    <a:pt x="2524" y="5"/>
                    <a:pt x="2503" y="14"/>
                  </a:cubicBezTo>
                  <a:cubicBezTo>
                    <a:pt x="1341" y="531"/>
                    <a:pt x="412" y="1574"/>
                    <a:pt x="27" y="2789"/>
                  </a:cubicBezTo>
                  <a:cubicBezTo>
                    <a:pt x="0" y="2868"/>
                    <a:pt x="47" y="2955"/>
                    <a:pt x="126" y="2981"/>
                  </a:cubicBezTo>
                  <a:cubicBezTo>
                    <a:pt x="140" y="2981"/>
                    <a:pt x="160" y="2988"/>
                    <a:pt x="173" y="2988"/>
                  </a:cubicBezTo>
                  <a:cubicBezTo>
                    <a:pt x="239" y="2988"/>
                    <a:pt x="299" y="2941"/>
                    <a:pt x="319" y="2882"/>
                  </a:cubicBezTo>
                  <a:cubicBezTo>
                    <a:pt x="684" y="1746"/>
                    <a:pt x="1547" y="784"/>
                    <a:pt x="2629" y="292"/>
                  </a:cubicBezTo>
                  <a:cubicBezTo>
                    <a:pt x="2709" y="259"/>
                    <a:pt x="2742" y="166"/>
                    <a:pt x="2709" y="93"/>
                  </a:cubicBezTo>
                  <a:cubicBezTo>
                    <a:pt x="2685" y="34"/>
                    <a:pt x="2627" y="1"/>
                    <a:pt x="2567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9;p72">
              <a:extLst>
                <a:ext uri="{FF2B5EF4-FFF2-40B4-BE49-F238E27FC236}">
                  <a16:creationId xmlns:a16="http://schemas.microsoft.com/office/drawing/2014/main" id="{33806AA7-3084-3A19-3F35-E83B17FFC19A}"/>
                </a:ext>
              </a:extLst>
            </p:cNvPr>
            <p:cNvSpPr/>
            <p:nvPr/>
          </p:nvSpPr>
          <p:spPr>
            <a:xfrm>
              <a:off x="7840725" y="2468525"/>
              <a:ext cx="49825" cy="74875"/>
            </a:xfrm>
            <a:custGeom>
              <a:avLst/>
              <a:gdLst/>
              <a:ahLst/>
              <a:cxnLst/>
              <a:rect l="l" t="t" r="r" b="b"/>
              <a:pathLst>
                <a:path w="1993" h="2995" extrusionOk="0">
                  <a:moveTo>
                    <a:pt x="612" y="1"/>
                  </a:moveTo>
                  <a:cubicBezTo>
                    <a:pt x="567" y="1"/>
                    <a:pt x="523" y="21"/>
                    <a:pt x="492" y="60"/>
                  </a:cubicBezTo>
                  <a:cubicBezTo>
                    <a:pt x="87" y="584"/>
                    <a:pt x="1" y="1335"/>
                    <a:pt x="273" y="1932"/>
                  </a:cubicBezTo>
                  <a:cubicBezTo>
                    <a:pt x="545" y="2530"/>
                    <a:pt x="1169" y="2955"/>
                    <a:pt x="1826" y="2994"/>
                  </a:cubicBezTo>
                  <a:lnTo>
                    <a:pt x="1833" y="2994"/>
                  </a:lnTo>
                  <a:cubicBezTo>
                    <a:pt x="1913" y="2994"/>
                    <a:pt x="1979" y="2935"/>
                    <a:pt x="1986" y="2848"/>
                  </a:cubicBezTo>
                  <a:cubicBezTo>
                    <a:pt x="1992" y="2769"/>
                    <a:pt x="1926" y="2696"/>
                    <a:pt x="1840" y="2689"/>
                  </a:cubicBezTo>
                  <a:cubicBezTo>
                    <a:pt x="1295" y="2656"/>
                    <a:pt x="777" y="2297"/>
                    <a:pt x="552" y="1806"/>
                  </a:cubicBezTo>
                  <a:cubicBezTo>
                    <a:pt x="326" y="1308"/>
                    <a:pt x="399" y="684"/>
                    <a:pt x="738" y="252"/>
                  </a:cubicBezTo>
                  <a:cubicBezTo>
                    <a:pt x="784" y="186"/>
                    <a:pt x="777" y="86"/>
                    <a:pt x="704" y="33"/>
                  </a:cubicBezTo>
                  <a:cubicBezTo>
                    <a:pt x="677" y="11"/>
                    <a:pt x="644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20;p72">
              <a:extLst>
                <a:ext uri="{FF2B5EF4-FFF2-40B4-BE49-F238E27FC236}">
                  <a16:creationId xmlns:a16="http://schemas.microsoft.com/office/drawing/2014/main" id="{4D341093-4ACC-59B0-F223-15D173FDF4BB}"/>
                </a:ext>
              </a:extLst>
            </p:cNvPr>
            <p:cNvSpPr/>
            <p:nvPr/>
          </p:nvSpPr>
          <p:spPr>
            <a:xfrm>
              <a:off x="7617325" y="2415775"/>
              <a:ext cx="91300" cy="71850"/>
            </a:xfrm>
            <a:custGeom>
              <a:avLst/>
              <a:gdLst/>
              <a:ahLst/>
              <a:cxnLst/>
              <a:rect l="l" t="t" r="r" b="b"/>
              <a:pathLst>
                <a:path w="3652" h="2874" extrusionOk="0">
                  <a:moveTo>
                    <a:pt x="3477" y="1"/>
                  </a:moveTo>
                  <a:cubicBezTo>
                    <a:pt x="3464" y="1"/>
                    <a:pt x="3452" y="2"/>
                    <a:pt x="3439" y="6"/>
                  </a:cubicBezTo>
                  <a:cubicBezTo>
                    <a:pt x="2012" y="397"/>
                    <a:pt x="777" y="1353"/>
                    <a:pt x="47" y="2641"/>
                  </a:cubicBezTo>
                  <a:cubicBezTo>
                    <a:pt x="0" y="2714"/>
                    <a:pt x="27" y="2807"/>
                    <a:pt x="100" y="2854"/>
                  </a:cubicBezTo>
                  <a:cubicBezTo>
                    <a:pt x="126" y="2867"/>
                    <a:pt x="153" y="2874"/>
                    <a:pt x="180" y="2874"/>
                  </a:cubicBezTo>
                  <a:cubicBezTo>
                    <a:pt x="233" y="2874"/>
                    <a:pt x="286" y="2847"/>
                    <a:pt x="312" y="2794"/>
                  </a:cubicBezTo>
                  <a:cubicBezTo>
                    <a:pt x="1003" y="1579"/>
                    <a:pt x="2171" y="669"/>
                    <a:pt x="3519" y="304"/>
                  </a:cubicBezTo>
                  <a:cubicBezTo>
                    <a:pt x="3599" y="278"/>
                    <a:pt x="3652" y="198"/>
                    <a:pt x="3625" y="112"/>
                  </a:cubicBezTo>
                  <a:cubicBezTo>
                    <a:pt x="3608" y="45"/>
                    <a:pt x="3544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21;p72">
              <a:extLst>
                <a:ext uri="{FF2B5EF4-FFF2-40B4-BE49-F238E27FC236}">
                  <a16:creationId xmlns:a16="http://schemas.microsoft.com/office/drawing/2014/main" id="{ED222E66-EDFF-1F1A-34A8-908B0BD1D7C9}"/>
                </a:ext>
              </a:extLst>
            </p:cNvPr>
            <p:cNvSpPr/>
            <p:nvPr/>
          </p:nvSpPr>
          <p:spPr>
            <a:xfrm>
              <a:off x="7608700" y="2472500"/>
              <a:ext cx="279675" cy="241725"/>
            </a:xfrm>
            <a:custGeom>
              <a:avLst/>
              <a:gdLst/>
              <a:ahLst/>
              <a:cxnLst/>
              <a:rect l="l" t="t" r="r" b="b"/>
              <a:pathLst>
                <a:path w="11187" h="9669" extrusionOk="0">
                  <a:moveTo>
                    <a:pt x="3611" y="1"/>
                  </a:moveTo>
                  <a:cubicBezTo>
                    <a:pt x="3289" y="1"/>
                    <a:pt x="2968" y="48"/>
                    <a:pt x="2669" y="140"/>
                  </a:cubicBezTo>
                  <a:cubicBezTo>
                    <a:pt x="1806" y="405"/>
                    <a:pt x="1095" y="1103"/>
                    <a:pt x="810" y="1959"/>
                  </a:cubicBezTo>
                  <a:cubicBezTo>
                    <a:pt x="485" y="2942"/>
                    <a:pt x="266" y="3977"/>
                    <a:pt x="133" y="5000"/>
                  </a:cubicBezTo>
                  <a:cubicBezTo>
                    <a:pt x="0" y="6022"/>
                    <a:pt x="120" y="7111"/>
                    <a:pt x="671" y="7987"/>
                  </a:cubicBezTo>
                  <a:cubicBezTo>
                    <a:pt x="1347" y="9060"/>
                    <a:pt x="2628" y="9668"/>
                    <a:pt x="3897" y="9668"/>
                  </a:cubicBezTo>
                  <a:cubicBezTo>
                    <a:pt x="4010" y="9668"/>
                    <a:pt x="4123" y="9664"/>
                    <a:pt x="4236" y="9654"/>
                  </a:cubicBezTo>
                  <a:cubicBezTo>
                    <a:pt x="5610" y="9541"/>
                    <a:pt x="7071" y="8817"/>
                    <a:pt x="7927" y="7735"/>
                  </a:cubicBezTo>
                  <a:cubicBezTo>
                    <a:pt x="8724" y="7689"/>
                    <a:pt x="9541" y="7509"/>
                    <a:pt x="10165" y="7018"/>
                  </a:cubicBezTo>
                  <a:cubicBezTo>
                    <a:pt x="10795" y="6533"/>
                    <a:pt x="11187" y="5677"/>
                    <a:pt x="10955" y="4920"/>
                  </a:cubicBezTo>
                  <a:cubicBezTo>
                    <a:pt x="10789" y="4376"/>
                    <a:pt x="10317" y="3938"/>
                    <a:pt x="9760" y="3818"/>
                  </a:cubicBezTo>
                  <a:cubicBezTo>
                    <a:pt x="9659" y="3797"/>
                    <a:pt x="9557" y="3788"/>
                    <a:pt x="9455" y="3788"/>
                  </a:cubicBezTo>
                  <a:cubicBezTo>
                    <a:pt x="8994" y="3788"/>
                    <a:pt x="8530" y="3989"/>
                    <a:pt x="8226" y="4343"/>
                  </a:cubicBezTo>
                  <a:cubicBezTo>
                    <a:pt x="8120" y="3838"/>
                    <a:pt x="7901" y="3313"/>
                    <a:pt x="7794" y="2816"/>
                  </a:cubicBezTo>
                  <a:cubicBezTo>
                    <a:pt x="7622" y="2019"/>
                    <a:pt x="7389" y="1136"/>
                    <a:pt x="6699" y="698"/>
                  </a:cubicBezTo>
                  <a:cubicBezTo>
                    <a:pt x="6360" y="485"/>
                    <a:pt x="5696" y="545"/>
                    <a:pt x="5298" y="525"/>
                  </a:cubicBezTo>
                  <a:cubicBezTo>
                    <a:pt x="4829" y="169"/>
                    <a:pt x="4219" y="1"/>
                    <a:pt x="36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22;p72">
              <a:extLst>
                <a:ext uri="{FF2B5EF4-FFF2-40B4-BE49-F238E27FC236}">
                  <a16:creationId xmlns:a16="http://schemas.microsoft.com/office/drawing/2014/main" id="{0BFE0FB1-FB63-B51D-8FBB-5B1F22BB2134}"/>
                </a:ext>
              </a:extLst>
            </p:cNvPr>
            <p:cNvSpPr/>
            <p:nvPr/>
          </p:nvSpPr>
          <p:spPr>
            <a:xfrm>
              <a:off x="7821650" y="2594000"/>
              <a:ext cx="43500" cy="22925"/>
            </a:xfrm>
            <a:custGeom>
              <a:avLst/>
              <a:gdLst/>
              <a:ahLst/>
              <a:cxnLst/>
              <a:rect l="l" t="t" r="r" b="b"/>
              <a:pathLst>
                <a:path w="1740" h="917" extrusionOk="0">
                  <a:moveTo>
                    <a:pt x="1564" y="1"/>
                  </a:moveTo>
                  <a:cubicBezTo>
                    <a:pt x="1543" y="1"/>
                    <a:pt x="1521" y="5"/>
                    <a:pt x="1501" y="14"/>
                  </a:cubicBezTo>
                  <a:lnTo>
                    <a:pt x="113" y="618"/>
                  </a:lnTo>
                  <a:cubicBezTo>
                    <a:pt x="33" y="658"/>
                    <a:pt x="0" y="744"/>
                    <a:pt x="33" y="824"/>
                  </a:cubicBezTo>
                  <a:cubicBezTo>
                    <a:pt x="60" y="883"/>
                    <a:pt x="113" y="917"/>
                    <a:pt x="173" y="917"/>
                  </a:cubicBezTo>
                  <a:cubicBezTo>
                    <a:pt x="193" y="917"/>
                    <a:pt x="213" y="910"/>
                    <a:pt x="232" y="903"/>
                  </a:cubicBezTo>
                  <a:lnTo>
                    <a:pt x="1627" y="292"/>
                  </a:lnTo>
                  <a:cubicBezTo>
                    <a:pt x="1706" y="259"/>
                    <a:pt x="1740" y="173"/>
                    <a:pt x="1706" y="93"/>
                  </a:cubicBezTo>
                  <a:cubicBezTo>
                    <a:pt x="1682" y="34"/>
                    <a:pt x="1625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23;p72">
              <a:extLst>
                <a:ext uri="{FF2B5EF4-FFF2-40B4-BE49-F238E27FC236}">
                  <a16:creationId xmlns:a16="http://schemas.microsoft.com/office/drawing/2014/main" id="{744D0BD0-FA50-1EDC-1F0F-5A40564E8614}"/>
                </a:ext>
              </a:extLst>
            </p:cNvPr>
            <p:cNvSpPr/>
            <p:nvPr/>
          </p:nvSpPr>
          <p:spPr>
            <a:xfrm>
              <a:off x="7668950" y="2698725"/>
              <a:ext cx="97600" cy="22425"/>
            </a:xfrm>
            <a:custGeom>
              <a:avLst/>
              <a:gdLst/>
              <a:ahLst/>
              <a:cxnLst/>
              <a:rect l="l" t="t" r="r" b="b"/>
              <a:pathLst>
                <a:path w="3904" h="897" extrusionOk="0">
                  <a:moveTo>
                    <a:pt x="3725" y="0"/>
                  </a:moveTo>
                  <a:cubicBezTo>
                    <a:pt x="3698" y="0"/>
                    <a:pt x="3670" y="7"/>
                    <a:pt x="3645" y="21"/>
                  </a:cubicBezTo>
                  <a:cubicBezTo>
                    <a:pt x="3042" y="396"/>
                    <a:pt x="2325" y="589"/>
                    <a:pt x="1610" y="589"/>
                  </a:cubicBezTo>
                  <a:cubicBezTo>
                    <a:pt x="1137" y="589"/>
                    <a:pt x="665" y="504"/>
                    <a:pt x="226" y="333"/>
                  </a:cubicBezTo>
                  <a:cubicBezTo>
                    <a:pt x="208" y="327"/>
                    <a:pt x="189" y="324"/>
                    <a:pt x="171" y="324"/>
                  </a:cubicBezTo>
                  <a:cubicBezTo>
                    <a:pt x="109" y="324"/>
                    <a:pt x="52" y="357"/>
                    <a:pt x="27" y="419"/>
                  </a:cubicBezTo>
                  <a:cubicBezTo>
                    <a:pt x="0" y="499"/>
                    <a:pt x="33" y="592"/>
                    <a:pt x="113" y="618"/>
                  </a:cubicBezTo>
                  <a:cubicBezTo>
                    <a:pt x="591" y="804"/>
                    <a:pt x="1102" y="897"/>
                    <a:pt x="1607" y="897"/>
                  </a:cubicBezTo>
                  <a:cubicBezTo>
                    <a:pt x="2383" y="897"/>
                    <a:pt x="3154" y="691"/>
                    <a:pt x="3811" y="286"/>
                  </a:cubicBezTo>
                  <a:cubicBezTo>
                    <a:pt x="3884" y="240"/>
                    <a:pt x="3904" y="147"/>
                    <a:pt x="3857" y="74"/>
                  </a:cubicBezTo>
                  <a:cubicBezTo>
                    <a:pt x="3831" y="25"/>
                    <a:pt x="3779" y="0"/>
                    <a:pt x="3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24;p72">
              <a:extLst>
                <a:ext uri="{FF2B5EF4-FFF2-40B4-BE49-F238E27FC236}">
                  <a16:creationId xmlns:a16="http://schemas.microsoft.com/office/drawing/2014/main" id="{B51DF5AF-95D7-7978-FB42-E6F8A67CF760}"/>
                </a:ext>
              </a:extLst>
            </p:cNvPr>
            <p:cNvSpPr/>
            <p:nvPr/>
          </p:nvSpPr>
          <p:spPr>
            <a:xfrm>
              <a:off x="7617975" y="2527325"/>
              <a:ext cx="53300" cy="17900"/>
            </a:xfrm>
            <a:custGeom>
              <a:avLst/>
              <a:gdLst/>
              <a:ahLst/>
              <a:cxnLst/>
              <a:rect l="l" t="t" r="r" b="b"/>
              <a:pathLst>
                <a:path w="2132" h="716" extrusionOk="0">
                  <a:moveTo>
                    <a:pt x="834" y="0"/>
                  </a:moveTo>
                  <a:cubicBezTo>
                    <a:pt x="588" y="0"/>
                    <a:pt x="341" y="47"/>
                    <a:pt x="114" y="144"/>
                  </a:cubicBezTo>
                  <a:cubicBezTo>
                    <a:pt x="34" y="178"/>
                    <a:pt x="1" y="271"/>
                    <a:pt x="34" y="350"/>
                  </a:cubicBezTo>
                  <a:cubicBezTo>
                    <a:pt x="59" y="409"/>
                    <a:pt x="112" y="443"/>
                    <a:pt x="171" y="443"/>
                  </a:cubicBezTo>
                  <a:cubicBezTo>
                    <a:pt x="191" y="443"/>
                    <a:pt x="212" y="439"/>
                    <a:pt x="233" y="430"/>
                  </a:cubicBezTo>
                  <a:cubicBezTo>
                    <a:pt x="425" y="346"/>
                    <a:pt x="632" y="306"/>
                    <a:pt x="840" y="306"/>
                  </a:cubicBezTo>
                  <a:cubicBezTo>
                    <a:pt x="1210" y="306"/>
                    <a:pt x="1580" y="434"/>
                    <a:pt x="1860" y="676"/>
                  </a:cubicBezTo>
                  <a:cubicBezTo>
                    <a:pt x="1893" y="702"/>
                    <a:pt x="1926" y="715"/>
                    <a:pt x="1966" y="715"/>
                  </a:cubicBezTo>
                  <a:cubicBezTo>
                    <a:pt x="2006" y="715"/>
                    <a:pt x="2052" y="696"/>
                    <a:pt x="2079" y="656"/>
                  </a:cubicBezTo>
                  <a:cubicBezTo>
                    <a:pt x="2132" y="596"/>
                    <a:pt x="2125" y="496"/>
                    <a:pt x="2066" y="443"/>
                  </a:cubicBezTo>
                  <a:cubicBezTo>
                    <a:pt x="1724" y="153"/>
                    <a:pt x="1279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25;p72">
              <a:extLst>
                <a:ext uri="{FF2B5EF4-FFF2-40B4-BE49-F238E27FC236}">
                  <a16:creationId xmlns:a16="http://schemas.microsoft.com/office/drawing/2014/main" id="{8579DD49-ED3E-8B85-F9D0-FCA6A0C93D81}"/>
                </a:ext>
              </a:extLst>
            </p:cNvPr>
            <p:cNvSpPr/>
            <p:nvPr/>
          </p:nvSpPr>
          <p:spPr>
            <a:xfrm>
              <a:off x="7712750" y="2545075"/>
              <a:ext cx="65750" cy="30025"/>
            </a:xfrm>
            <a:custGeom>
              <a:avLst/>
              <a:gdLst/>
              <a:ahLst/>
              <a:cxnLst/>
              <a:rect l="l" t="t" r="r" b="b"/>
              <a:pathLst>
                <a:path w="2630" h="1201" extrusionOk="0">
                  <a:moveTo>
                    <a:pt x="987" y="1"/>
                  </a:moveTo>
                  <a:cubicBezTo>
                    <a:pt x="664" y="1"/>
                    <a:pt x="355" y="98"/>
                    <a:pt x="87" y="284"/>
                  </a:cubicBezTo>
                  <a:cubicBezTo>
                    <a:pt x="14" y="337"/>
                    <a:pt x="1" y="430"/>
                    <a:pt x="47" y="503"/>
                  </a:cubicBezTo>
                  <a:cubicBezTo>
                    <a:pt x="76" y="544"/>
                    <a:pt x="123" y="567"/>
                    <a:pt x="172" y="567"/>
                  </a:cubicBezTo>
                  <a:cubicBezTo>
                    <a:pt x="203" y="567"/>
                    <a:pt x="234" y="557"/>
                    <a:pt x="260" y="537"/>
                  </a:cubicBezTo>
                  <a:cubicBezTo>
                    <a:pt x="476" y="387"/>
                    <a:pt x="732" y="311"/>
                    <a:pt x="995" y="311"/>
                  </a:cubicBezTo>
                  <a:cubicBezTo>
                    <a:pt x="1094" y="311"/>
                    <a:pt x="1195" y="322"/>
                    <a:pt x="1295" y="344"/>
                  </a:cubicBezTo>
                  <a:cubicBezTo>
                    <a:pt x="1720" y="444"/>
                    <a:pt x="2092" y="722"/>
                    <a:pt x="2318" y="1127"/>
                  </a:cubicBezTo>
                  <a:cubicBezTo>
                    <a:pt x="2344" y="1174"/>
                    <a:pt x="2398" y="1201"/>
                    <a:pt x="2451" y="1201"/>
                  </a:cubicBezTo>
                  <a:cubicBezTo>
                    <a:pt x="2477" y="1201"/>
                    <a:pt x="2504" y="1194"/>
                    <a:pt x="2524" y="1181"/>
                  </a:cubicBezTo>
                  <a:cubicBezTo>
                    <a:pt x="2603" y="1141"/>
                    <a:pt x="2630" y="1048"/>
                    <a:pt x="2583" y="975"/>
                  </a:cubicBezTo>
                  <a:cubicBezTo>
                    <a:pt x="2318" y="497"/>
                    <a:pt x="1873" y="158"/>
                    <a:pt x="1368" y="45"/>
                  </a:cubicBezTo>
                  <a:cubicBezTo>
                    <a:pt x="1240" y="16"/>
                    <a:pt x="1113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26;p72">
              <a:extLst>
                <a:ext uri="{FF2B5EF4-FFF2-40B4-BE49-F238E27FC236}">
                  <a16:creationId xmlns:a16="http://schemas.microsoft.com/office/drawing/2014/main" id="{C0D919C3-BBD3-F199-2942-363C17F97D0B}"/>
                </a:ext>
              </a:extLst>
            </p:cNvPr>
            <p:cNvSpPr/>
            <p:nvPr/>
          </p:nvSpPr>
          <p:spPr>
            <a:xfrm>
              <a:off x="7662475" y="2569900"/>
              <a:ext cx="27725" cy="55150"/>
            </a:xfrm>
            <a:custGeom>
              <a:avLst/>
              <a:gdLst/>
              <a:ahLst/>
              <a:cxnLst/>
              <a:rect l="l" t="t" r="r" b="b"/>
              <a:pathLst>
                <a:path w="1109" h="2206" extrusionOk="0">
                  <a:moveTo>
                    <a:pt x="791" y="1"/>
                  </a:moveTo>
                  <a:cubicBezTo>
                    <a:pt x="726" y="1"/>
                    <a:pt x="666" y="44"/>
                    <a:pt x="644" y="108"/>
                  </a:cubicBezTo>
                  <a:lnTo>
                    <a:pt x="13" y="1980"/>
                  </a:lnTo>
                  <a:cubicBezTo>
                    <a:pt x="0" y="2027"/>
                    <a:pt x="7" y="2080"/>
                    <a:pt x="33" y="2120"/>
                  </a:cubicBezTo>
                  <a:cubicBezTo>
                    <a:pt x="60" y="2159"/>
                    <a:pt x="106" y="2179"/>
                    <a:pt x="159" y="2179"/>
                  </a:cubicBezTo>
                  <a:lnTo>
                    <a:pt x="950" y="2206"/>
                  </a:lnTo>
                  <a:lnTo>
                    <a:pt x="956" y="2206"/>
                  </a:lnTo>
                  <a:cubicBezTo>
                    <a:pt x="1036" y="2206"/>
                    <a:pt x="1102" y="2139"/>
                    <a:pt x="1109" y="2060"/>
                  </a:cubicBezTo>
                  <a:cubicBezTo>
                    <a:pt x="1109" y="1974"/>
                    <a:pt x="1042" y="1900"/>
                    <a:pt x="956" y="1900"/>
                  </a:cubicBezTo>
                  <a:lnTo>
                    <a:pt x="372" y="1881"/>
                  </a:lnTo>
                  <a:lnTo>
                    <a:pt x="936" y="208"/>
                  </a:lnTo>
                  <a:cubicBezTo>
                    <a:pt x="963" y="128"/>
                    <a:pt x="916" y="35"/>
                    <a:pt x="837" y="8"/>
                  </a:cubicBezTo>
                  <a:cubicBezTo>
                    <a:pt x="821" y="3"/>
                    <a:pt x="806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27;p72">
              <a:extLst>
                <a:ext uri="{FF2B5EF4-FFF2-40B4-BE49-F238E27FC236}">
                  <a16:creationId xmlns:a16="http://schemas.microsoft.com/office/drawing/2014/main" id="{6C43AF92-A213-836F-DF8B-72FE8CBC9C28}"/>
                </a:ext>
              </a:extLst>
            </p:cNvPr>
            <p:cNvSpPr/>
            <p:nvPr/>
          </p:nvSpPr>
          <p:spPr>
            <a:xfrm>
              <a:off x="7678225" y="2640925"/>
              <a:ext cx="42700" cy="17000"/>
            </a:xfrm>
            <a:custGeom>
              <a:avLst/>
              <a:gdLst/>
              <a:ahLst/>
              <a:cxnLst/>
              <a:rect l="l" t="t" r="r" b="b"/>
              <a:pathLst>
                <a:path w="1708" h="680" extrusionOk="0">
                  <a:moveTo>
                    <a:pt x="1529" y="1"/>
                  </a:moveTo>
                  <a:cubicBezTo>
                    <a:pt x="1479" y="1"/>
                    <a:pt x="1431" y="27"/>
                    <a:pt x="1402" y="69"/>
                  </a:cubicBezTo>
                  <a:cubicBezTo>
                    <a:pt x="1282" y="248"/>
                    <a:pt x="1070" y="367"/>
                    <a:pt x="857" y="374"/>
                  </a:cubicBezTo>
                  <a:lnTo>
                    <a:pt x="844" y="374"/>
                  </a:lnTo>
                  <a:cubicBezTo>
                    <a:pt x="632" y="374"/>
                    <a:pt x="419" y="261"/>
                    <a:pt x="300" y="89"/>
                  </a:cubicBezTo>
                  <a:cubicBezTo>
                    <a:pt x="271" y="48"/>
                    <a:pt x="223" y="25"/>
                    <a:pt x="175" y="25"/>
                  </a:cubicBezTo>
                  <a:cubicBezTo>
                    <a:pt x="144" y="25"/>
                    <a:pt x="113" y="35"/>
                    <a:pt x="87" y="55"/>
                  </a:cubicBezTo>
                  <a:cubicBezTo>
                    <a:pt x="14" y="102"/>
                    <a:pt x="1" y="201"/>
                    <a:pt x="47" y="268"/>
                  </a:cubicBezTo>
                  <a:cubicBezTo>
                    <a:pt x="227" y="527"/>
                    <a:pt x="532" y="679"/>
                    <a:pt x="844" y="679"/>
                  </a:cubicBezTo>
                  <a:lnTo>
                    <a:pt x="864" y="679"/>
                  </a:lnTo>
                  <a:cubicBezTo>
                    <a:pt x="1183" y="673"/>
                    <a:pt x="1488" y="507"/>
                    <a:pt x="1661" y="241"/>
                  </a:cubicBezTo>
                  <a:cubicBezTo>
                    <a:pt x="1707" y="168"/>
                    <a:pt x="1687" y="75"/>
                    <a:pt x="1614" y="29"/>
                  </a:cubicBezTo>
                  <a:cubicBezTo>
                    <a:pt x="1587" y="9"/>
                    <a:pt x="1558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28;p72">
              <a:extLst>
                <a:ext uri="{FF2B5EF4-FFF2-40B4-BE49-F238E27FC236}">
                  <a16:creationId xmlns:a16="http://schemas.microsoft.com/office/drawing/2014/main" id="{AED6B268-4E04-F9BC-490E-043CC2715682}"/>
                </a:ext>
              </a:extLst>
            </p:cNvPr>
            <p:cNvSpPr/>
            <p:nvPr/>
          </p:nvSpPr>
          <p:spPr>
            <a:xfrm>
              <a:off x="7737000" y="2584875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0" y="153"/>
                    <a:pt x="0" y="339"/>
                  </a:cubicBezTo>
                  <a:cubicBezTo>
                    <a:pt x="0" y="525"/>
                    <a:pt x="153" y="677"/>
                    <a:pt x="339" y="677"/>
                  </a:cubicBezTo>
                  <a:cubicBezTo>
                    <a:pt x="531" y="677"/>
                    <a:pt x="677" y="525"/>
                    <a:pt x="677" y="339"/>
                  </a:cubicBezTo>
                  <a:cubicBezTo>
                    <a:pt x="677" y="153"/>
                    <a:pt x="531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29;p72">
              <a:extLst>
                <a:ext uri="{FF2B5EF4-FFF2-40B4-BE49-F238E27FC236}">
                  <a16:creationId xmlns:a16="http://schemas.microsoft.com/office/drawing/2014/main" id="{E38C2505-B7F8-040D-9306-ACA816DC5897}"/>
                </a:ext>
              </a:extLst>
            </p:cNvPr>
            <p:cNvSpPr/>
            <p:nvPr/>
          </p:nvSpPr>
          <p:spPr>
            <a:xfrm>
              <a:off x="7645700" y="25674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1" y="153"/>
                    <a:pt x="1" y="339"/>
                  </a:cubicBezTo>
                  <a:cubicBezTo>
                    <a:pt x="1" y="525"/>
                    <a:pt x="153" y="677"/>
                    <a:pt x="339" y="677"/>
                  </a:cubicBezTo>
                  <a:cubicBezTo>
                    <a:pt x="525" y="677"/>
                    <a:pt x="678" y="525"/>
                    <a:pt x="678" y="339"/>
                  </a:cubicBezTo>
                  <a:cubicBezTo>
                    <a:pt x="678" y="153"/>
                    <a:pt x="52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68583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bre o plano">
  <p:cSld name="Sobre o plan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820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7292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9302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2822383" y="1162316"/>
            <a:ext cx="61279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Lutas Brasileiras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2822383" y="1747091"/>
            <a:ext cx="5760509" cy="369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(EF67EF14) Experimentar, fruir e recriar diferentes lutas do Brasil, valorizando a própria segurança e integridade física, bem como as dos demais. 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690013" y="3196358"/>
            <a:ext cx="4955714" cy="120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ANO: 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7º ano do Ensino Fundamental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Introduzir os alunos às práticas das lutas brasileiras, proporcionando conhecimento sobre sua história, técnicas básicas e valores culturais associados.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TEMÁTICA: </a:t>
            </a:r>
            <a:r>
              <a:rPr lang="pt-BR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Lutas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DE CONHECIMENTO: 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Lutas do Brasil 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Introdução: Temática das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418891" y="1308794"/>
            <a:ext cx="830621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lutas brasileiras possuem uma rica história e representam uma parte significativa da cultura do país.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00" y="2291485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450" y="2121113"/>
            <a:ext cx="2959274" cy="208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7899" y="2236633"/>
            <a:ext cx="2427422" cy="1617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 das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0"/>
          <p:cNvSpPr txBox="1"/>
          <p:nvPr/>
        </p:nvSpPr>
        <p:spPr>
          <a:xfrm>
            <a:off x="418891" y="1308794"/>
            <a:ext cx="4444054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lutas brasileiras têm raízes profundas na história do país, remontando às tradições indígenas e culminando com a influência das artes marciais africanas e europeias.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Durante o período colonial, as lutas de resistência ganharam força, gerando um legado de bravura e técnica no campo das artes marciais brasileiras.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48" y="1513369"/>
            <a:ext cx="2959274" cy="20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418891" y="1262410"/>
            <a:ext cx="8306218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Capoeira: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Arte marcial afro-brasileira que combina elementos de dança, acrobacias e música.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Jiu-Jitsu: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Originário do Japão, foi aprimorado no Brasil e é conhecido por suas técnicas de chão.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Thai: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Popular modalidade tailandesa que ganhou destaque no Brasil pela sua eficiência nas técnicas de golpes.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Judô: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Arté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marcial milenar de origem japonesa, com grande tradição e praticantes no Brasil.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>
            <a:off x="1321448" y="2"/>
            <a:ext cx="633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418891" y="1166128"/>
            <a:ext cx="8306218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Capoeira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capoeira é uma expressão cultural brasileira que combina elementos de luta, dança, música e jogo.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Originária dos escravos africanos no Brasil, a capoeira se desenvolveu como forma de resistência e preservação da identidade cultural. Caracteriza-se pela ginga, movimentos acrobáticos, golpes e ritmos musicais específicos.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de ser uma arte marcial, a capoeira também transmite valores como respeito, cooperação e autocontrole.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prática influenciou diversas outras modalidades de luta e é reconhecida internacionalmente como patrimônio cultural imaterial da humanidade pela UNESCO.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418891" y="1124000"/>
            <a:ext cx="8306218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Jiu-Jitsu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Jiu-Jitsu é uma arte marcial japonesa que se concentra em técnicas de controle e submissão do oponente através de golpes, chaves e imobilizações.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Brasil, o Jiu-Jitsu ganhou destaque ao ser adaptado para combates de solo e se tornar uma modalidade fundamental no MMA. 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ua</a:t>
            </a: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filosofia enfatiza o uso da técnica e estratégia para superar adversários maiores e mais fortes, promovendo o desenvolvimento físico, mental e emocional dos praticantes.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Jiu-Jitsu também enfatiza valores como disciplina, respeito e superação pessoal, sendo praticado tanto como esporte competitivo quanto como forma de autodefesa e condicionamento físico.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18891" y="1105000"/>
            <a:ext cx="8306218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Thai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Thai, também conhecido como Boxe Tailandês, é uma arte marcial originária da Tailândia que se destaca pelo uso de golpes de punho, cotovelos, joelhos e pernas.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reconhecido pela sua eficácia em combate devido à diversidade de técnicas de ataque e defesa, além do condicionamento físico intenso que desenvolve nos praticantes.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das habilidades físicas, o </a:t>
            </a:r>
            <a:r>
              <a:rPr lang="pt-BR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Thai enfatiza valores como disciplina, respeito e autocontrole, contribuindo para o desenvolvimento pessoal e emocional dos lutadores.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praticado tanto como esporte competitivo quanto como método de autodefesa e condicionamento físico.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18891" y="1124000"/>
            <a:ext cx="8306218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Judô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Judô é uma arte marcial de origem japonesa criada por </a:t>
            </a:r>
            <a:r>
              <a:rPr lang="pt-BR" sz="13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Jigoro</a:t>
            </a:r>
            <a:r>
              <a:rPr lang="pt-BR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Kano no final do século XIX. 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Caracteriza-se pela utilização de técnicas de projeção e imobilização para vencer o oponente. Além do aspecto físico, o Judô enfatiza valores como respeito, disciplina, concentração e autocontrole. 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praticado em diferentes faixas etárias e possui uma estrutura de graduações por meio de faixas de cores, que simbolizam o nível de habilidade do praticante. 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Judô também é reconhecido como esporte olímpico, o que contribui para sua difusão e popularidade em todo o mundo.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Grandes mestres e ícones das lutas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39673" y="1314365"/>
            <a:ext cx="4984382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Mestre Bimba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Mestre Bimba revolucionou a capoeira, fundando o estilo Regional e sendo fundamental na sua valorização como luta genuinamente brasileira.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Hélio Gracie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Hélio Gracie foi um renomado praticante e mestre de jiu-jitsu, influenciando o desenvolvimento das técnicas no Brasil e no mundo.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125" y="1908216"/>
            <a:ext cx="1287875" cy="161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9881" y="1908217"/>
            <a:ext cx="1354519" cy="1619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403648" y="187352"/>
            <a:ext cx="633670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Grandes mestres e ícones das lutas brasileiras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18891" y="1470228"/>
            <a:ext cx="4547964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Mestre Valdemar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Mestre Valdemar é um ícone do judô brasileiro, contribuindo para o crescimento e popularização deste esporte no país.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Pedro Rizzo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Pedro Rizzo é uma referência no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thai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brasileiro, sendo reconhecido por suas habilidades e legado no esporte.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7680" y="1069608"/>
            <a:ext cx="29622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680" y="2760211"/>
            <a:ext cx="26955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Influência das lutas brasileiras na cultura e 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18891" y="1470228"/>
            <a:ext cx="4360927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lutas brasileiras possuem uma forte influência na cultura e na sociedade do Brasil, permeando a música, a dança e as tradições populares.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capoeira, por exemplo, é reconhecida como Patrimônio Cultural Imaterial da Humanidade pela UNESCO, destacando a importância das lutas na identidade brasileira.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0977" y="1741120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Influência das lutas brasileiras na cultura e 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418891" y="1470228"/>
            <a:ext cx="5088291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lutas brasileiras possuem uma forte influência na cultura e na sociedade do Brasil, permeando a música, a dança e as tradições populares.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capoeira, por exemplo, é reconhecida como Patrimônio Cultural Imaterial da Humanidade pela UNESCO, destacando a importância das lutas na identidade brasileira.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672" y="1709774"/>
            <a:ext cx="2427422" cy="1617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bd8e98745_0_0"/>
          <p:cNvSpPr txBox="1"/>
          <p:nvPr/>
        </p:nvSpPr>
        <p:spPr>
          <a:xfrm>
            <a:off x="1403648" y="187352"/>
            <a:ext cx="633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dbd8e98745_0_0"/>
          <p:cNvSpPr txBox="1"/>
          <p:nvPr/>
        </p:nvSpPr>
        <p:spPr>
          <a:xfrm>
            <a:off x="1208392" y="825199"/>
            <a:ext cx="80331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2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g2dbd8e98745_0_0"/>
          <p:cNvSpPr txBox="1"/>
          <p:nvPr/>
        </p:nvSpPr>
        <p:spPr>
          <a:xfrm>
            <a:off x="445691" y="649052"/>
            <a:ext cx="81225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SILVA, J. T. Capoeira: a arte brasileira da resistência. São Paulo: Editora Brasileira, 2018.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GOMES, M. O. História do judô no Brasil. Rio de Janeiro: Editora Carioca, 2017.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ALMEIDA, R. A. </a:t>
            </a:r>
            <a:r>
              <a:rPr lang="pt-BR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Muay</a:t>
            </a:r>
            <a:r>
              <a:rPr lang="pt-B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Thai: a essência das artes tailandesas. Brasília: Editora do Cerrado, 2019.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PEREIRA, F. S. Jiu-Jitsu: além do tatame. Belo Horizonte: Editora Mineira, 2016.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dbd8e98745_0_0"/>
          <p:cNvSpPr/>
          <p:nvPr/>
        </p:nvSpPr>
        <p:spPr>
          <a:xfrm>
            <a:off x="7407665" y="2006080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g2dbd8e98745_0_0"/>
          <p:cNvSpPr txBox="1"/>
          <p:nvPr/>
        </p:nvSpPr>
        <p:spPr>
          <a:xfrm>
            <a:off x="445691" y="2059842"/>
            <a:ext cx="80331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https://sme.goiania.go.gov.br/conexaoescola/wp-content/uploads/2020/09/capoeira-e1672869329710.jpg</a:t>
            </a:r>
            <a:endParaRPr sz="1200" dirty="0"/>
          </a:p>
        </p:txBody>
      </p:sp>
      <p:sp>
        <p:nvSpPr>
          <p:cNvPr id="160" name="Google Shape;160;g2dbd8e98745_0_0"/>
          <p:cNvSpPr txBox="1"/>
          <p:nvPr/>
        </p:nvSpPr>
        <p:spPr>
          <a:xfrm>
            <a:off x="548666" y="2611767"/>
            <a:ext cx="8363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https://sme.goiania.go.gov.br/conexaoescola/wp-content/uploads/2020/09/Luta_indigena-e1600720370182.jpg</a:t>
            </a:r>
            <a:endParaRPr sz="1200"/>
          </a:p>
        </p:txBody>
      </p:sp>
      <p:sp>
        <p:nvSpPr>
          <p:cNvPr id="161" name="Google Shape;161;g2dbd8e98745_0_0"/>
          <p:cNvSpPr txBox="1"/>
          <p:nvPr/>
        </p:nvSpPr>
        <p:spPr>
          <a:xfrm>
            <a:off x="445691" y="3171515"/>
            <a:ext cx="8946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https://encrypted-tbn0.gstatic.com/images?q=tbn:ANd9GcSDQGz9cmQsoGjXbCTY6mMqfi8MrqvMviA279ImPyKjFw&amp;s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EDUCAÇÃO FISICA">
  <a:themeElements>
    <a:clrScheme name="Simple Light">
      <a:dk1>
        <a:srgbClr val="191919"/>
      </a:dk1>
      <a:lt1>
        <a:srgbClr val="FFFFFF"/>
      </a:lt1>
      <a:dk2>
        <a:srgbClr val="F8F8F8"/>
      </a:dk2>
      <a:lt2>
        <a:srgbClr val="3F71CB"/>
      </a:lt2>
      <a:accent1>
        <a:srgbClr val="4194E7"/>
      </a:accent1>
      <a:accent2>
        <a:srgbClr val="A0C9F3"/>
      </a:accent2>
      <a:accent3>
        <a:srgbClr val="FFCE1D"/>
      </a:accent3>
      <a:accent4>
        <a:srgbClr val="79B24E"/>
      </a:accent4>
      <a:accent5>
        <a:srgbClr val="D462A7"/>
      </a:accent5>
      <a:accent6>
        <a:srgbClr val="EEB6E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EDUCAÇÃO FISICA" id="{A6CF2252-BF27-4EAE-AC7D-5FFA22F3E520}" vid="{7C09A2F8-15DA-446D-91A7-CA9FC6A6BD0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EDUCAÇÃO FISICA</Template>
  <TotalTime>0</TotalTime>
  <Words>1043</Words>
  <Application>Microsoft Office PowerPoint</Application>
  <PresentationFormat>Apresentação na tela (16:9)</PresentationFormat>
  <Paragraphs>109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Open Sans</vt:lpstr>
      <vt:lpstr>Arial</vt:lpstr>
      <vt:lpstr>Calibri</vt:lpstr>
      <vt:lpstr>Noto Sans Symbols</vt:lpstr>
      <vt:lpstr>Roboto</vt:lpstr>
      <vt:lpstr>MODELO EDUCAÇÃO FISICA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Samuel</dc:creator>
  <cp:lastModifiedBy>Bruno Dias</cp:lastModifiedBy>
  <cp:revision>1</cp:revision>
  <dcterms:modified xsi:type="dcterms:W3CDTF">2025-06-11T15:44:53Z</dcterms:modified>
</cp:coreProperties>
</file>